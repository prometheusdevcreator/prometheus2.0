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81" r:id="rId2"/>
    <p:sldId id="275" r:id="rId3"/>
    <p:sldId id="284" r:id="rId4"/>
    <p:sldId id="282" r:id="rId5"/>
    <p:sldId id="287" r:id="rId6"/>
    <p:sldId id="288" r:id="rId7"/>
    <p:sldId id="274" r:id="rId8"/>
    <p:sldId id="277" r:id="rId9"/>
    <p:sldId id="279" r:id="rId10"/>
    <p:sldId id="278" r:id="rId11"/>
    <p:sldId id="280" r:id="rId12"/>
    <p:sldId id="285" r:id="rId13"/>
    <p:sldId id="286" r:id="rId14"/>
    <p:sldId id="283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A2206"/>
    <a:srgbClr val="FCE9DC"/>
    <a:srgbClr val="91420D"/>
    <a:srgbClr val="D65700"/>
    <a:srgbClr val="957D3B"/>
    <a:srgbClr val="763000"/>
    <a:srgbClr val="FF6600"/>
    <a:srgbClr val="110D0D"/>
    <a:srgbClr val="2D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98752C-40A3-4F61-BEE2-EB27DCB6A3E7}" v="227" dt="2025-12-11T09:54:23.0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23" autoAdjust="0"/>
    <p:restoredTop sz="94660"/>
  </p:normalViewPr>
  <p:slideViewPr>
    <p:cSldViewPr snapToGrid="0">
      <p:cViewPr>
        <p:scale>
          <a:sx n="70" d="100"/>
          <a:sy n="70" d="100"/>
        </p:scale>
        <p:origin x="442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ew Dodds" userId="80d5a6ea92063750" providerId="LiveId" clId="{614D3421-716A-4CB0-994B-C24DF82A0F6F}"/>
    <pc:docChg chg="undo custSel addSld delSld modSld sldOrd">
      <pc:chgData name="Matthew Dodds" userId="80d5a6ea92063750" providerId="LiveId" clId="{614D3421-716A-4CB0-994B-C24DF82A0F6F}" dt="2025-12-11T09:54:50.079" v="2935" actId="1076"/>
      <pc:docMkLst>
        <pc:docMk/>
      </pc:docMkLst>
      <pc:sldChg chg="addSp modSp mod">
        <pc:chgData name="Matthew Dodds" userId="80d5a6ea92063750" providerId="LiveId" clId="{614D3421-716A-4CB0-994B-C24DF82A0F6F}" dt="2025-12-10T16:25:59.986" v="698" actId="1076"/>
        <pc:sldMkLst>
          <pc:docMk/>
          <pc:sldMk cId="609062764" sldId="274"/>
        </pc:sldMkLst>
        <pc:spChg chg="mod">
          <ac:chgData name="Matthew Dodds" userId="80d5a6ea92063750" providerId="LiveId" clId="{614D3421-716A-4CB0-994B-C24DF82A0F6F}" dt="2025-12-08T14:01:53.700" v="619" actId="1037"/>
          <ac:spMkLst>
            <pc:docMk/>
            <pc:sldMk cId="609062764" sldId="274"/>
            <ac:spMk id="6" creationId="{23AA74E7-8287-FB84-F0B5-0870B01E332A}"/>
          </ac:spMkLst>
        </pc:spChg>
        <pc:spChg chg="mod">
          <ac:chgData name="Matthew Dodds" userId="80d5a6ea92063750" providerId="LiveId" clId="{614D3421-716A-4CB0-994B-C24DF82A0F6F}" dt="2025-12-10T16:25:59.986" v="698" actId="1076"/>
          <ac:spMkLst>
            <pc:docMk/>
            <pc:sldMk cId="609062764" sldId="274"/>
            <ac:spMk id="7" creationId="{FEB00601-96AD-1CBE-81AA-02ED2B4AEEA4}"/>
          </ac:spMkLst>
        </pc:spChg>
        <pc:spChg chg="mod">
          <ac:chgData name="Matthew Dodds" userId="80d5a6ea92063750" providerId="LiveId" clId="{614D3421-716A-4CB0-994B-C24DF82A0F6F}" dt="2025-12-10T08:03:25.124" v="632" actId="692"/>
          <ac:spMkLst>
            <pc:docMk/>
            <pc:sldMk cId="609062764" sldId="274"/>
            <ac:spMk id="18" creationId="{498A6843-FB84-8783-6046-213E49E00B8C}"/>
          </ac:spMkLst>
        </pc:spChg>
        <pc:spChg chg="mod">
          <ac:chgData name="Matthew Dodds" userId="80d5a6ea92063750" providerId="LiveId" clId="{614D3421-716A-4CB0-994B-C24DF82A0F6F}" dt="2025-12-08T14:00:12.979" v="465" actId="20577"/>
          <ac:spMkLst>
            <pc:docMk/>
            <pc:sldMk cId="609062764" sldId="274"/>
            <ac:spMk id="25" creationId="{88997FA6-D161-C276-ABC1-C1083E5A76AA}"/>
          </ac:spMkLst>
        </pc:spChg>
        <pc:spChg chg="mod">
          <ac:chgData name="Matthew Dodds" userId="80d5a6ea92063750" providerId="LiveId" clId="{614D3421-716A-4CB0-994B-C24DF82A0F6F}" dt="2025-12-08T06:27:24.106" v="418" actId="1076"/>
          <ac:spMkLst>
            <pc:docMk/>
            <pc:sldMk cId="609062764" sldId="274"/>
            <ac:spMk id="95" creationId="{A99A1CC4-6C50-C8A1-351D-F2F5ADE8743F}"/>
          </ac:spMkLst>
        </pc:spChg>
        <pc:spChg chg="mod">
          <ac:chgData name="Matthew Dodds" userId="80d5a6ea92063750" providerId="LiveId" clId="{614D3421-716A-4CB0-994B-C24DF82A0F6F}" dt="2025-12-08T04:40:37.770" v="414" actId="692"/>
          <ac:spMkLst>
            <pc:docMk/>
            <pc:sldMk cId="609062764" sldId="274"/>
            <ac:spMk id="96" creationId="{331B5719-FF29-87A3-BDC8-02286547D2C3}"/>
          </ac:spMkLst>
        </pc:spChg>
        <pc:spChg chg="mod">
          <ac:chgData name="Matthew Dodds" userId="80d5a6ea92063750" providerId="LiveId" clId="{614D3421-716A-4CB0-994B-C24DF82A0F6F}" dt="2025-12-08T14:02:03.436" v="626" actId="1037"/>
          <ac:spMkLst>
            <pc:docMk/>
            <pc:sldMk cId="609062764" sldId="274"/>
            <ac:spMk id="97" creationId="{C351991A-54B6-BC99-1C6B-351DBDD51FA6}"/>
          </ac:spMkLst>
        </pc:spChg>
        <pc:spChg chg="add mod">
          <ac:chgData name="Matthew Dodds" userId="80d5a6ea92063750" providerId="LiveId" clId="{614D3421-716A-4CB0-994B-C24DF82A0F6F}" dt="2025-12-07T07:55:20.640" v="64"/>
          <ac:spMkLst>
            <pc:docMk/>
            <pc:sldMk cId="609062764" sldId="274"/>
            <ac:spMk id="98" creationId="{6BA0DE86-8C0B-EAA7-9193-60746516F6CA}"/>
          </ac:spMkLst>
        </pc:spChg>
        <pc:spChg chg="add mod">
          <ac:chgData name="Matthew Dodds" userId="80d5a6ea92063750" providerId="LiveId" clId="{614D3421-716A-4CB0-994B-C24DF82A0F6F}" dt="2025-12-07T07:55:20.640" v="64"/>
          <ac:spMkLst>
            <pc:docMk/>
            <pc:sldMk cId="609062764" sldId="274"/>
            <ac:spMk id="99" creationId="{D014B74E-1029-AF6B-DD60-D1E832CB15E1}"/>
          </ac:spMkLst>
        </pc:spChg>
        <pc:grpChg chg="add mod">
          <ac:chgData name="Matthew Dodds" userId="80d5a6ea92063750" providerId="LiveId" clId="{614D3421-716A-4CB0-994B-C24DF82A0F6F}" dt="2025-12-08T13:59:50.538" v="452" actId="1036"/>
          <ac:grpSpMkLst>
            <pc:docMk/>
            <pc:sldMk cId="609062764" sldId="274"/>
            <ac:grpSpMk id="3" creationId="{4E5F1594-B012-25CA-4983-3D809FED4C5F}"/>
          </ac:grpSpMkLst>
        </pc:grpChg>
        <pc:grpChg chg="mod">
          <ac:chgData name="Matthew Dodds" userId="80d5a6ea92063750" providerId="LiveId" clId="{614D3421-716A-4CB0-994B-C24DF82A0F6F}" dt="2025-12-08T13:59:45.132" v="444" actId="164"/>
          <ac:grpSpMkLst>
            <pc:docMk/>
            <pc:sldMk cId="609062764" sldId="274"/>
            <ac:grpSpMk id="28" creationId="{E78CE5DE-E50C-639F-54C9-F510E1D54B32}"/>
          </ac:grpSpMkLst>
        </pc:grpChg>
        <pc:cxnChg chg="mod">
          <ac:chgData name="Matthew Dodds" userId="80d5a6ea92063750" providerId="LiveId" clId="{614D3421-716A-4CB0-994B-C24DF82A0F6F}" dt="2025-12-08T14:01:01.130" v="605" actId="14100"/>
          <ac:cxnSpMkLst>
            <pc:docMk/>
            <pc:sldMk cId="609062764" sldId="274"/>
            <ac:cxnSpMk id="29" creationId="{CAD7DB08-D882-8A04-4242-5146CB2DDCDA}"/>
          </ac:cxnSpMkLst>
        </pc:cxnChg>
        <pc:cxnChg chg="mod">
          <ac:chgData name="Matthew Dodds" userId="80d5a6ea92063750" providerId="LiveId" clId="{614D3421-716A-4CB0-994B-C24DF82A0F6F}" dt="2025-12-08T14:00:55.675" v="604" actId="14100"/>
          <ac:cxnSpMkLst>
            <pc:docMk/>
            <pc:sldMk cId="609062764" sldId="274"/>
            <ac:cxnSpMk id="30" creationId="{919D88B7-3CC7-C445-5305-99EDEE2E5A45}"/>
          </ac:cxnSpMkLst>
        </pc:cxnChg>
      </pc:sldChg>
      <pc:sldChg chg="addSp delSp modSp mod">
        <pc:chgData name="Matthew Dodds" userId="80d5a6ea92063750" providerId="LiveId" clId="{614D3421-716A-4CB0-994B-C24DF82A0F6F}" dt="2025-12-11T07:50:49.375" v="1900" actId="478"/>
        <pc:sldMkLst>
          <pc:docMk/>
          <pc:sldMk cId="4164517435" sldId="275"/>
        </pc:sldMkLst>
        <pc:spChg chg="mod">
          <ac:chgData name="Matthew Dodds" userId="80d5a6ea92063750" providerId="LiveId" clId="{614D3421-716A-4CB0-994B-C24DF82A0F6F}" dt="2025-12-11T07:19:47.436" v="1542" actId="1035"/>
          <ac:spMkLst>
            <pc:docMk/>
            <pc:sldMk cId="4164517435" sldId="275"/>
            <ac:spMk id="2" creationId="{733AFC69-F7A5-5694-E479-4D623FD269ED}"/>
          </ac:spMkLst>
        </pc:spChg>
        <pc:spChg chg="del mod">
          <ac:chgData name="Matthew Dodds" userId="80d5a6ea92063750" providerId="LiveId" clId="{614D3421-716A-4CB0-994B-C24DF82A0F6F}" dt="2025-12-10T16:25:10.085" v="695" actId="478"/>
          <ac:spMkLst>
            <pc:docMk/>
            <pc:sldMk cId="4164517435" sldId="275"/>
            <ac:spMk id="4" creationId="{09E29F80-AB15-304A-A0EC-4E5C69454E48}"/>
          </ac:spMkLst>
        </pc:spChg>
        <pc:spChg chg="del mod">
          <ac:chgData name="Matthew Dodds" userId="80d5a6ea92063750" providerId="LiveId" clId="{614D3421-716A-4CB0-994B-C24DF82A0F6F}" dt="2025-12-11T07:50:49.375" v="1900" actId="478"/>
          <ac:spMkLst>
            <pc:docMk/>
            <pc:sldMk cId="4164517435" sldId="275"/>
            <ac:spMk id="5" creationId="{F51AB63F-E4EB-FAA6-439C-0B270A2BEEAD}"/>
          </ac:spMkLst>
        </pc:spChg>
        <pc:spChg chg="add del mod">
          <ac:chgData name="Matthew Dodds" userId="80d5a6ea92063750" providerId="LiveId" clId="{614D3421-716A-4CB0-994B-C24DF82A0F6F}" dt="2025-12-11T07:27:22.399" v="1612" actId="478"/>
          <ac:spMkLst>
            <pc:docMk/>
            <pc:sldMk cId="4164517435" sldId="275"/>
            <ac:spMk id="8" creationId="{25976CC0-A2BD-35B0-FB52-8BAFC0A122C8}"/>
          </ac:spMkLst>
        </pc:spChg>
        <pc:spChg chg="add del mod">
          <ac:chgData name="Matthew Dodds" userId="80d5a6ea92063750" providerId="LiveId" clId="{614D3421-716A-4CB0-994B-C24DF82A0F6F}" dt="2025-12-11T07:50:49.375" v="1900" actId="478"/>
          <ac:spMkLst>
            <pc:docMk/>
            <pc:sldMk cId="4164517435" sldId="275"/>
            <ac:spMk id="10" creationId="{18D8A8E8-C6E2-E267-08D3-8ECF430B341D}"/>
          </ac:spMkLst>
        </pc:spChg>
        <pc:spChg chg="add del mod">
          <ac:chgData name="Matthew Dodds" userId="80d5a6ea92063750" providerId="LiveId" clId="{614D3421-716A-4CB0-994B-C24DF82A0F6F}" dt="2025-12-11T07:41:16.012" v="1756" actId="478"/>
          <ac:spMkLst>
            <pc:docMk/>
            <pc:sldMk cId="4164517435" sldId="275"/>
            <ac:spMk id="11" creationId="{0A1F18CA-665A-927D-1031-82750E4ADC11}"/>
          </ac:spMkLst>
        </pc:spChg>
        <pc:spChg chg="add del mod">
          <ac:chgData name="Matthew Dodds" userId="80d5a6ea92063750" providerId="LiveId" clId="{614D3421-716A-4CB0-994B-C24DF82A0F6F}" dt="2025-12-11T07:50:49.375" v="1900" actId="478"/>
          <ac:spMkLst>
            <pc:docMk/>
            <pc:sldMk cId="4164517435" sldId="275"/>
            <ac:spMk id="12" creationId="{532ACE2D-71D2-4B47-3687-0ECAF8DADDC6}"/>
          </ac:spMkLst>
        </pc:spChg>
        <pc:spChg chg="add del mod">
          <ac:chgData name="Matthew Dodds" userId="80d5a6ea92063750" providerId="LiveId" clId="{614D3421-716A-4CB0-994B-C24DF82A0F6F}" dt="2025-12-11T07:41:37.992" v="1760" actId="478"/>
          <ac:spMkLst>
            <pc:docMk/>
            <pc:sldMk cId="4164517435" sldId="275"/>
            <ac:spMk id="13" creationId="{0A75EA01-C642-DB0B-3FA2-EAE8F28D7B82}"/>
          </ac:spMkLst>
        </pc:spChg>
        <pc:spChg chg="mod">
          <ac:chgData name="Matthew Dodds" userId="80d5a6ea92063750" providerId="LiveId" clId="{614D3421-716A-4CB0-994B-C24DF82A0F6F}" dt="2025-12-11T07:31:43.379" v="1683"/>
          <ac:spMkLst>
            <pc:docMk/>
            <pc:sldMk cId="4164517435" sldId="275"/>
            <ac:spMk id="16" creationId="{8B779573-301F-867B-6038-14068B96D9FD}"/>
          </ac:spMkLst>
        </pc:spChg>
        <pc:spChg chg="mod">
          <ac:chgData name="Matthew Dodds" userId="80d5a6ea92063750" providerId="LiveId" clId="{614D3421-716A-4CB0-994B-C24DF82A0F6F}" dt="2025-12-10T16:15:57.470" v="646" actId="1076"/>
          <ac:spMkLst>
            <pc:docMk/>
            <pc:sldMk cId="4164517435" sldId="275"/>
            <ac:spMk id="16" creationId="{F4E64D29-517B-04C2-86CE-FB3CBC9E1B36}"/>
          </ac:spMkLst>
        </pc:spChg>
        <pc:spChg chg="add del mod">
          <ac:chgData name="Matthew Dodds" userId="80d5a6ea92063750" providerId="LiveId" clId="{614D3421-716A-4CB0-994B-C24DF82A0F6F}" dt="2025-12-11T07:50:49.375" v="1900" actId="478"/>
          <ac:spMkLst>
            <pc:docMk/>
            <pc:sldMk cId="4164517435" sldId="275"/>
            <ac:spMk id="17" creationId="{20DCDA29-DBFE-A936-0FBA-6D2A784CF5D9}"/>
          </ac:spMkLst>
        </pc:spChg>
        <pc:spChg chg="add del mod">
          <ac:chgData name="Matthew Dodds" userId="80d5a6ea92063750" providerId="LiveId" clId="{614D3421-716A-4CB0-994B-C24DF82A0F6F}" dt="2025-12-11T07:50:49.375" v="1900" actId="478"/>
          <ac:spMkLst>
            <pc:docMk/>
            <pc:sldMk cId="4164517435" sldId="275"/>
            <ac:spMk id="18" creationId="{4D899090-D990-5212-75BB-F20B1DD648FD}"/>
          </ac:spMkLst>
        </pc:spChg>
        <pc:grpChg chg="add mod">
          <ac:chgData name="Matthew Dodds" userId="80d5a6ea92063750" providerId="LiveId" clId="{614D3421-716A-4CB0-994B-C24DF82A0F6F}" dt="2025-12-11T07:38:33.616" v="1701" actId="1037"/>
          <ac:grpSpMkLst>
            <pc:docMk/>
            <pc:sldMk cId="4164517435" sldId="275"/>
            <ac:grpSpMk id="14" creationId="{8C46B815-0B03-6C89-DAB0-79B76DFDBBFE}"/>
          </ac:grpSpMkLst>
        </pc:grpChg>
        <pc:grpChg chg="add del mod">
          <ac:chgData name="Matthew Dodds" userId="80d5a6ea92063750" providerId="LiveId" clId="{614D3421-716A-4CB0-994B-C24DF82A0F6F}" dt="2025-12-10T16:18:56.330" v="671" actId="478"/>
          <ac:grpSpMkLst>
            <pc:docMk/>
            <pc:sldMk cId="4164517435" sldId="275"/>
            <ac:grpSpMk id="14" creationId="{8EA7D2FE-1EDC-540D-53FC-A64633FD50E0}"/>
          </ac:grpSpMkLst>
        </pc:grpChg>
        <pc:picChg chg="add del mod">
          <ac:chgData name="Matthew Dodds" userId="80d5a6ea92063750" providerId="LiveId" clId="{614D3421-716A-4CB0-994B-C24DF82A0F6F}" dt="2025-12-11T07:27:34.446" v="1614" actId="478"/>
          <ac:picMkLst>
            <pc:docMk/>
            <pc:sldMk cId="4164517435" sldId="275"/>
            <ac:picMk id="4" creationId="{BE778735-55D0-63BE-3A83-005800019EC1}"/>
          </ac:picMkLst>
        </pc:picChg>
        <pc:picChg chg="add del mod">
          <ac:chgData name="Matthew Dodds" userId="80d5a6ea92063750" providerId="LiveId" clId="{614D3421-716A-4CB0-994B-C24DF82A0F6F}" dt="2025-12-10T16:20:12.175" v="678" actId="478"/>
          <ac:picMkLst>
            <pc:docMk/>
            <pc:sldMk cId="4164517435" sldId="275"/>
            <ac:picMk id="7" creationId="{CEC6FD2E-21AD-51ED-7A3D-412B5BC48EB6}"/>
          </ac:picMkLst>
        </pc:picChg>
        <pc:picChg chg="add del mod">
          <ac:chgData name="Matthew Dodds" userId="80d5a6ea92063750" providerId="LiveId" clId="{614D3421-716A-4CB0-994B-C24DF82A0F6F}" dt="2025-12-11T07:27:36.235" v="1615" actId="21"/>
          <ac:picMkLst>
            <pc:docMk/>
            <pc:sldMk cId="4164517435" sldId="275"/>
            <ac:picMk id="7" creationId="{D5DB8818-3AD0-9AE2-C498-FAD1766EF937}"/>
          </ac:picMkLst>
        </pc:picChg>
        <pc:picChg chg="add del">
          <ac:chgData name="Matthew Dodds" userId="80d5a6ea92063750" providerId="LiveId" clId="{614D3421-716A-4CB0-994B-C24DF82A0F6F}" dt="2025-12-11T07:31:42.439" v="1682" actId="478"/>
          <ac:picMkLst>
            <pc:docMk/>
            <pc:sldMk cId="4164517435" sldId="275"/>
            <ac:picMk id="9" creationId="{2D54073E-1E1E-FE5C-5185-8551B29F10B5}"/>
          </ac:picMkLst>
        </pc:picChg>
        <pc:picChg chg="add del mod">
          <ac:chgData name="Matthew Dodds" userId="80d5a6ea92063750" providerId="LiveId" clId="{614D3421-716A-4CB0-994B-C24DF82A0F6F}" dt="2025-12-10T16:18:40.685" v="668" actId="478"/>
          <ac:picMkLst>
            <pc:docMk/>
            <pc:sldMk cId="4164517435" sldId="275"/>
            <ac:picMk id="9" creationId="{9136F972-9F98-1FA4-9E4F-34897F857E04}"/>
          </ac:picMkLst>
        </pc:picChg>
        <pc:picChg chg="mod">
          <ac:chgData name="Matthew Dodds" userId="80d5a6ea92063750" providerId="LiveId" clId="{614D3421-716A-4CB0-994B-C24DF82A0F6F}" dt="2025-12-11T07:31:43.379" v="1683"/>
          <ac:picMkLst>
            <pc:docMk/>
            <pc:sldMk cId="4164517435" sldId="275"/>
            <ac:picMk id="15" creationId="{496FAF3F-6D72-73D6-3F0D-9997647BC45B}"/>
          </ac:picMkLst>
        </pc:picChg>
        <pc:picChg chg="add del mod ord">
          <ac:chgData name="Matthew Dodds" userId="80d5a6ea92063750" providerId="LiveId" clId="{614D3421-716A-4CB0-994B-C24DF82A0F6F}" dt="2025-12-11T07:38:01.404" v="1685" actId="478"/>
          <ac:picMkLst>
            <pc:docMk/>
            <pc:sldMk cId="4164517435" sldId="275"/>
            <ac:picMk id="20" creationId="{3DEE079F-E09E-ECC6-7D22-0073F3EDE4FC}"/>
          </ac:picMkLst>
        </pc:picChg>
        <pc:cxnChg chg="add mod">
          <ac:chgData name="Matthew Dodds" userId="80d5a6ea92063750" providerId="LiveId" clId="{614D3421-716A-4CB0-994B-C24DF82A0F6F}" dt="2025-12-11T07:19:47.436" v="1542" actId="1035"/>
          <ac:cxnSpMkLst>
            <pc:docMk/>
            <pc:sldMk cId="4164517435" sldId="275"/>
            <ac:cxnSpMk id="3" creationId="{56556E3C-89EC-6FCC-7743-75E1D26DA8A0}"/>
          </ac:cxnSpMkLst>
        </pc:cxnChg>
        <pc:cxnChg chg="add del mod">
          <ac:chgData name="Matthew Dodds" userId="80d5a6ea92063750" providerId="LiveId" clId="{614D3421-716A-4CB0-994B-C24DF82A0F6F}" dt="2025-12-11T07:50:49.375" v="1900" actId="478"/>
          <ac:cxnSpMkLst>
            <pc:docMk/>
            <pc:sldMk cId="4164517435" sldId="275"/>
            <ac:cxnSpMk id="21" creationId="{44BD2EB0-ADC3-8331-6DD9-422750BF4CE1}"/>
          </ac:cxnSpMkLst>
        </pc:cxnChg>
        <pc:cxnChg chg="add del mod">
          <ac:chgData name="Matthew Dodds" userId="80d5a6ea92063750" providerId="LiveId" clId="{614D3421-716A-4CB0-994B-C24DF82A0F6F}" dt="2025-12-11T07:50:49.375" v="1900" actId="478"/>
          <ac:cxnSpMkLst>
            <pc:docMk/>
            <pc:sldMk cId="4164517435" sldId="275"/>
            <ac:cxnSpMk id="26" creationId="{A4FC1BB3-25F0-979B-DF28-1A4BCE48A9B7}"/>
          </ac:cxnSpMkLst>
        </pc:cxnChg>
      </pc:sldChg>
      <pc:sldChg chg="addSp delSp modSp mod">
        <pc:chgData name="Matthew Dodds" userId="80d5a6ea92063750" providerId="LiveId" clId="{614D3421-716A-4CB0-994B-C24DF82A0F6F}" dt="2025-12-08T13:58:09.426" v="442" actId="1036"/>
        <pc:sldMkLst>
          <pc:docMk/>
          <pc:sldMk cId="1268873129" sldId="277"/>
        </pc:sldMkLst>
        <pc:spChg chg="add mod">
          <ac:chgData name="Matthew Dodds" userId="80d5a6ea92063750" providerId="LiveId" clId="{614D3421-716A-4CB0-994B-C24DF82A0F6F}" dt="2025-12-08T06:27:34.644" v="421" actId="1076"/>
          <ac:spMkLst>
            <pc:docMk/>
            <pc:sldMk cId="1268873129" sldId="277"/>
            <ac:spMk id="3" creationId="{B31A8A6F-23DF-99DE-5881-D88ECE8C0FC6}"/>
          </ac:spMkLst>
        </pc:spChg>
        <pc:spChg chg="add mod">
          <ac:chgData name="Matthew Dodds" userId="80d5a6ea92063750" providerId="LiveId" clId="{614D3421-716A-4CB0-994B-C24DF82A0F6F}" dt="2025-12-07T07:55:18.691" v="63"/>
          <ac:spMkLst>
            <pc:docMk/>
            <pc:sldMk cId="1268873129" sldId="277"/>
            <ac:spMk id="120" creationId="{52D6A382-466B-9ECF-1E72-1F6014E7685E}"/>
          </ac:spMkLst>
        </pc:spChg>
        <pc:spChg chg="add mod">
          <ac:chgData name="Matthew Dodds" userId="80d5a6ea92063750" providerId="LiveId" clId="{614D3421-716A-4CB0-994B-C24DF82A0F6F}" dt="2025-12-07T07:55:18.691" v="63"/>
          <ac:spMkLst>
            <pc:docMk/>
            <pc:sldMk cId="1268873129" sldId="277"/>
            <ac:spMk id="121" creationId="{D8F80CFD-449B-85BE-AEDA-85D04DAA1DF1}"/>
          </ac:spMkLst>
        </pc:spChg>
        <pc:cxnChg chg="mod">
          <ac:chgData name="Matthew Dodds" userId="80d5a6ea92063750" providerId="LiveId" clId="{614D3421-716A-4CB0-994B-C24DF82A0F6F}" dt="2025-12-08T13:58:09.426" v="442" actId="1036"/>
          <ac:cxnSpMkLst>
            <pc:docMk/>
            <pc:sldMk cId="1268873129" sldId="277"/>
            <ac:cxnSpMk id="48" creationId="{FF6D2B49-459B-48ED-871D-8BEFA262D91F}"/>
          </ac:cxnSpMkLst>
        </pc:cxnChg>
      </pc:sldChg>
      <pc:sldChg chg="addSp delSp modSp mod">
        <pc:chgData name="Matthew Dodds" userId="80d5a6ea92063750" providerId="LiveId" clId="{614D3421-716A-4CB0-994B-C24DF82A0F6F}" dt="2025-12-08T06:27:54.476" v="427" actId="1076"/>
        <pc:sldMkLst>
          <pc:docMk/>
          <pc:sldMk cId="2371583876" sldId="278"/>
        </pc:sldMkLst>
        <pc:spChg chg="add mod">
          <ac:chgData name="Matthew Dodds" userId="80d5a6ea92063750" providerId="LiveId" clId="{614D3421-716A-4CB0-994B-C24DF82A0F6F}" dt="2025-12-08T06:27:54.476" v="427" actId="1076"/>
          <ac:spMkLst>
            <pc:docMk/>
            <pc:sldMk cId="2371583876" sldId="278"/>
            <ac:spMk id="5" creationId="{D428CFBC-ECD4-FA15-C921-E7BE60D235A2}"/>
          </ac:spMkLst>
        </pc:spChg>
        <pc:spChg chg="add mod">
          <ac:chgData name="Matthew Dodds" userId="80d5a6ea92063750" providerId="LiveId" clId="{614D3421-716A-4CB0-994B-C24DF82A0F6F}" dt="2025-12-07T07:55:12.997" v="61"/>
          <ac:spMkLst>
            <pc:docMk/>
            <pc:sldMk cId="2371583876" sldId="278"/>
            <ac:spMk id="103" creationId="{830D4C07-1578-B10C-F468-1D0605A334F3}"/>
          </ac:spMkLst>
        </pc:spChg>
        <pc:spChg chg="add mod">
          <ac:chgData name="Matthew Dodds" userId="80d5a6ea92063750" providerId="LiveId" clId="{614D3421-716A-4CB0-994B-C24DF82A0F6F}" dt="2025-12-07T07:55:12.997" v="61"/>
          <ac:spMkLst>
            <pc:docMk/>
            <pc:sldMk cId="2371583876" sldId="278"/>
            <ac:spMk id="104" creationId="{7D31E6F2-A294-E0B2-3F6B-4EBB99442F2F}"/>
          </ac:spMkLst>
        </pc:spChg>
      </pc:sldChg>
      <pc:sldChg chg="addSp delSp modSp mod">
        <pc:chgData name="Matthew Dodds" userId="80d5a6ea92063750" providerId="LiveId" clId="{614D3421-716A-4CB0-994B-C24DF82A0F6F}" dt="2025-12-08T06:27:47.401" v="424" actId="1076"/>
        <pc:sldMkLst>
          <pc:docMk/>
          <pc:sldMk cId="3480445554" sldId="279"/>
        </pc:sldMkLst>
        <pc:spChg chg="add mod">
          <ac:chgData name="Matthew Dodds" userId="80d5a6ea92063750" providerId="LiveId" clId="{614D3421-716A-4CB0-994B-C24DF82A0F6F}" dt="2025-12-07T07:55:15.183" v="62"/>
          <ac:spMkLst>
            <pc:docMk/>
            <pc:sldMk cId="3480445554" sldId="279"/>
            <ac:spMk id="67" creationId="{36D59B9D-88CB-BCD3-481C-3A2E54D19BBC}"/>
          </ac:spMkLst>
        </pc:spChg>
        <pc:spChg chg="add mod">
          <ac:chgData name="Matthew Dodds" userId="80d5a6ea92063750" providerId="LiveId" clId="{614D3421-716A-4CB0-994B-C24DF82A0F6F}" dt="2025-12-07T07:55:15.183" v="62"/>
          <ac:spMkLst>
            <pc:docMk/>
            <pc:sldMk cId="3480445554" sldId="279"/>
            <ac:spMk id="68" creationId="{BA5D483F-6FD0-4BB2-8F6B-B37564542FDB}"/>
          </ac:spMkLst>
        </pc:spChg>
        <pc:spChg chg="add mod">
          <ac:chgData name="Matthew Dodds" userId="80d5a6ea92063750" providerId="LiveId" clId="{614D3421-716A-4CB0-994B-C24DF82A0F6F}" dt="2025-12-08T06:27:47.401" v="424" actId="1076"/>
          <ac:spMkLst>
            <pc:docMk/>
            <pc:sldMk cId="3480445554" sldId="279"/>
            <ac:spMk id="72" creationId="{71901250-16DC-DCD7-2ECB-78A3868C36D4}"/>
          </ac:spMkLst>
        </pc:spChg>
        <pc:spChg chg="add mod">
          <ac:chgData name="Matthew Dodds" userId="80d5a6ea92063750" providerId="LiveId" clId="{614D3421-716A-4CB0-994B-C24DF82A0F6F}" dt="2025-12-07T10:30:55.675" v="116" actId="1076"/>
          <ac:spMkLst>
            <pc:docMk/>
            <pc:sldMk cId="3480445554" sldId="279"/>
            <ac:spMk id="74" creationId="{9921A843-D704-84EE-C8ED-7F6915EA8BDC}"/>
          </ac:spMkLst>
        </pc:spChg>
        <pc:grpChg chg="mod">
          <ac:chgData name="Matthew Dodds" userId="80d5a6ea92063750" providerId="LiveId" clId="{614D3421-716A-4CB0-994B-C24DF82A0F6F}" dt="2025-12-07T10:29:49.295" v="66" actId="1076"/>
          <ac:grpSpMkLst>
            <pc:docMk/>
            <pc:sldMk cId="3480445554" sldId="279"/>
            <ac:grpSpMk id="15" creationId="{CFF33B93-7FBC-2CE3-EAB0-88ECB0582B5A}"/>
          </ac:grpSpMkLst>
        </pc:grpChg>
        <pc:grpChg chg="mod">
          <ac:chgData name="Matthew Dodds" userId="80d5a6ea92063750" providerId="LiveId" clId="{614D3421-716A-4CB0-994B-C24DF82A0F6F}" dt="2025-12-07T10:29:49.295" v="66" actId="1076"/>
          <ac:grpSpMkLst>
            <pc:docMk/>
            <pc:sldMk cId="3480445554" sldId="279"/>
            <ac:grpSpMk id="82" creationId="{E4A9C635-081A-817E-05B1-4B8B13132B78}"/>
          </ac:grpSpMkLst>
        </pc:grpChg>
      </pc:sldChg>
      <pc:sldChg chg="addSp delSp modSp mod">
        <pc:chgData name="Matthew Dodds" userId="80d5a6ea92063750" providerId="LiveId" clId="{614D3421-716A-4CB0-994B-C24DF82A0F6F}" dt="2025-12-08T06:28:03.175" v="430" actId="1076"/>
        <pc:sldMkLst>
          <pc:docMk/>
          <pc:sldMk cId="3449670256" sldId="280"/>
        </pc:sldMkLst>
        <pc:spChg chg="add mod">
          <ac:chgData name="Matthew Dodds" userId="80d5a6ea92063750" providerId="LiveId" clId="{614D3421-716A-4CB0-994B-C24DF82A0F6F}" dt="2025-12-07T10:39:22.032" v="221" actId="14100"/>
          <ac:spMkLst>
            <pc:docMk/>
            <pc:sldMk cId="3449670256" sldId="280"/>
            <ac:spMk id="3" creationId="{7FCF06DF-B034-70FB-12D5-5D9A78421DB2}"/>
          </ac:spMkLst>
        </pc:spChg>
        <pc:spChg chg="add mod">
          <ac:chgData name="Matthew Dodds" userId="80d5a6ea92063750" providerId="LiveId" clId="{614D3421-716A-4CB0-994B-C24DF82A0F6F}" dt="2025-12-07T10:38:40.953" v="198" actId="1076"/>
          <ac:spMkLst>
            <pc:docMk/>
            <pc:sldMk cId="3449670256" sldId="280"/>
            <ac:spMk id="5" creationId="{0009D96E-FDC2-82C7-E181-443F8AF51486}"/>
          </ac:spMkLst>
        </pc:spChg>
        <pc:spChg chg="add mod">
          <ac:chgData name="Matthew Dodds" userId="80d5a6ea92063750" providerId="LiveId" clId="{614D3421-716A-4CB0-994B-C24DF82A0F6F}" dt="2025-12-08T06:28:03.175" v="430" actId="1076"/>
          <ac:spMkLst>
            <pc:docMk/>
            <pc:sldMk cId="3449670256" sldId="280"/>
            <ac:spMk id="8" creationId="{9C39EF30-00BF-480A-06A3-AE75E5D24457}"/>
          </ac:spMkLst>
        </pc:spChg>
        <pc:spChg chg="mod">
          <ac:chgData name="Matthew Dodds" userId="80d5a6ea92063750" providerId="LiveId" clId="{614D3421-716A-4CB0-994B-C24DF82A0F6F}" dt="2025-12-07T10:38:57.342" v="206" actId="1036"/>
          <ac:spMkLst>
            <pc:docMk/>
            <pc:sldMk cId="3449670256" sldId="280"/>
            <ac:spMk id="9" creationId="{95D07245-3032-9E48-1A59-B1CFB22E462C}"/>
          </ac:spMkLst>
        </pc:spChg>
        <pc:spChg chg="mod">
          <ac:chgData name="Matthew Dodds" userId="80d5a6ea92063750" providerId="LiveId" clId="{614D3421-716A-4CB0-994B-C24DF82A0F6F}" dt="2025-12-07T10:38:57.342" v="206" actId="1036"/>
          <ac:spMkLst>
            <pc:docMk/>
            <pc:sldMk cId="3449670256" sldId="280"/>
            <ac:spMk id="10" creationId="{EB909DD9-C36E-E2E6-52E9-95D0CD13CECC}"/>
          </ac:spMkLst>
        </pc:spChg>
        <pc:spChg chg="mod">
          <ac:chgData name="Matthew Dodds" userId="80d5a6ea92063750" providerId="LiveId" clId="{614D3421-716A-4CB0-994B-C24DF82A0F6F}" dt="2025-12-07T10:38:57.342" v="206" actId="1036"/>
          <ac:spMkLst>
            <pc:docMk/>
            <pc:sldMk cId="3449670256" sldId="280"/>
            <ac:spMk id="13" creationId="{95327B99-AAEF-565D-2B2E-B57933851AE3}"/>
          </ac:spMkLst>
        </pc:spChg>
        <pc:spChg chg="mod">
          <ac:chgData name="Matthew Dodds" userId="80d5a6ea92063750" providerId="LiveId" clId="{614D3421-716A-4CB0-994B-C24DF82A0F6F}" dt="2025-12-07T10:38:57.342" v="206" actId="1036"/>
          <ac:spMkLst>
            <pc:docMk/>
            <pc:sldMk cId="3449670256" sldId="280"/>
            <ac:spMk id="15" creationId="{9EDD1FF1-E68D-94BF-C380-F224CB2D6243}"/>
          </ac:spMkLst>
        </pc:spChg>
        <pc:spChg chg="mod">
          <ac:chgData name="Matthew Dodds" userId="80d5a6ea92063750" providerId="LiveId" clId="{614D3421-716A-4CB0-994B-C24DF82A0F6F}" dt="2025-12-07T10:38:57.342" v="206" actId="1036"/>
          <ac:spMkLst>
            <pc:docMk/>
            <pc:sldMk cId="3449670256" sldId="280"/>
            <ac:spMk id="16" creationId="{E279A59B-AC2E-702F-3250-2184093CC7E2}"/>
          </ac:spMkLst>
        </pc:spChg>
        <pc:spChg chg="mod">
          <ac:chgData name="Matthew Dodds" userId="80d5a6ea92063750" providerId="LiveId" clId="{614D3421-716A-4CB0-994B-C24DF82A0F6F}" dt="2025-12-07T10:38:57.342" v="206" actId="1036"/>
          <ac:spMkLst>
            <pc:docMk/>
            <pc:sldMk cId="3449670256" sldId="280"/>
            <ac:spMk id="18" creationId="{61709B39-8121-C152-F170-DD622AB4CF3E}"/>
          </ac:spMkLst>
        </pc:spChg>
        <pc:spChg chg="mod">
          <ac:chgData name="Matthew Dodds" userId="80d5a6ea92063750" providerId="LiveId" clId="{614D3421-716A-4CB0-994B-C24DF82A0F6F}" dt="2025-12-07T10:38:57.342" v="206" actId="1036"/>
          <ac:spMkLst>
            <pc:docMk/>
            <pc:sldMk cId="3449670256" sldId="280"/>
            <ac:spMk id="19" creationId="{2DB48368-9272-8DA4-C708-26DBC3B62F4D}"/>
          </ac:spMkLst>
        </pc:spChg>
        <pc:spChg chg="mod">
          <ac:chgData name="Matthew Dodds" userId="80d5a6ea92063750" providerId="LiveId" clId="{614D3421-716A-4CB0-994B-C24DF82A0F6F}" dt="2025-12-07T10:38:57.342" v="206" actId="1036"/>
          <ac:spMkLst>
            <pc:docMk/>
            <pc:sldMk cId="3449670256" sldId="280"/>
            <ac:spMk id="20" creationId="{7A4FCA0F-76AC-1425-7DDA-1E6000FC6090}"/>
          </ac:spMkLst>
        </pc:spChg>
        <pc:spChg chg="mod">
          <ac:chgData name="Matthew Dodds" userId="80d5a6ea92063750" providerId="LiveId" clId="{614D3421-716A-4CB0-994B-C24DF82A0F6F}" dt="2025-12-07T10:38:57.342" v="206" actId="1036"/>
          <ac:spMkLst>
            <pc:docMk/>
            <pc:sldMk cId="3449670256" sldId="280"/>
            <ac:spMk id="21" creationId="{B732DF8C-26B2-33B1-81B5-C5D682224270}"/>
          </ac:spMkLst>
        </pc:spChg>
        <pc:spChg chg="mod">
          <ac:chgData name="Matthew Dodds" userId="80d5a6ea92063750" providerId="LiveId" clId="{614D3421-716A-4CB0-994B-C24DF82A0F6F}" dt="2025-12-07T10:38:57.342" v="206" actId="1036"/>
          <ac:spMkLst>
            <pc:docMk/>
            <pc:sldMk cId="3449670256" sldId="280"/>
            <ac:spMk id="22" creationId="{17950395-5DAE-7504-06B2-E073FAEEC32B}"/>
          </ac:spMkLst>
        </pc:spChg>
        <pc:spChg chg="mod">
          <ac:chgData name="Matthew Dodds" userId="80d5a6ea92063750" providerId="LiveId" clId="{614D3421-716A-4CB0-994B-C24DF82A0F6F}" dt="2025-12-07T10:39:16.094" v="220" actId="1036"/>
          <ac:spMkLst>
            <pc:docMk/>
            <pc:sldMk cId="3449670256" sldId="280"/>
            <ac:spMk id="36" creationId="{1A6569D4-6DED-9FB3-C1E1-9F8DFC639731}"/>
          </ac:spMkLst>
        </pc:spChg>
        <pc:spChg chg="add mod">
          <ac:chgData name="Matthew Dodds" userId="80d5a6ea92063750" providerId="LiveId" clId="{614D3421-716A-4CB0-994B-C24DF82A0F6F}" dt="2025-12-07T07:54:46.383" v="60" actId="692"/>
          <ac:spMkLst>
            <pc:docMk/>
            <pc:sldMk cId="3449670256" sldId="280"/>
            <ac:spMk id="37" creationId="{1D733AF2-713D-9CA5-3346-D0C39C6F9BD0}"/>
          </ac:spMkLst>
        </pc:spChg>
        <pc:spChg chg="add mod">
          <ac:chgData name="Matthew Dodds" userId="80d5a6ea92063750" providerId="LiveId" clId="{614D3421-716A-4CB0-994B-C24DF82A0F6F}" dt="2025-12-07T07:54:39.967" v="59" actId="207"/>
          <ac:spMkLst>
            <pc:docMk/>
            <pc:sldMk cId="3449670256" sldId="280"/>
            <ac:spMk id="38" creationId="{CDEF58FA-F570-35A9-8D76-3CF88FBB20D6}"/>
          </ac:spMkLst>
        </pc:spChg>
        <pc:grpChg chg="mod">
          <ac:chgData name="Matthew Dodds" userId="80d5a6ea92063750" providerId="LiveId" clId="{614D3421-716A-4CB0-994B-C24DF82A0F6F}" dt="2025-12-07T10:39:16.094" v="220" actId="1036"/>
          <ac:grpSpMkLst>
            <pc:docMk/>
            <pc:sldMk cId="3449670256" sldId="280"/>
            <ac:grpSpMk id="32" creationId="{A6182378-1B4F-7794-1EDC-19336E861840}"/>
          </ac:grpSpMkLst>
        </pc:grpChg>
        <pc:grpChg chg="mod">
          <ac:chgData name="Matthew Dodds" userId="80d5a6ea92063750" providerId="LiveId" clId="{614D3421-716A-4CB0-994B-C24DF82A0F6F}" dt="2025-12-07T10:39:16.094" v="220" actId="1036"/>
          <ac:grpSpMkLst>
            <pc:docMk/>
            <pc:sldMk cId="3449670256" sldId="280"/>
            <ac:grpSpMk id="33" creationId="{C25CA487-F7BF-78FC-D182-0983729B3825}"/>
          </ac:grpSpMkLst>
        </pc:grpChg>
      </pc:sldChg>
      <pc:sldChg chg="delSp modSp add mod ord">
        <pc:chgData name="Matthew Dodds" userId="80d5a6ea92063750" providerId="LiveId" clId="{614D3421-716A-4CB0-994B-C24DF82A0F6F}" dt="2025-12-08T06:29:47.190" v="438" actId="14838"/>
        <pc:sldMkLst>
          <pc:docMk/>
          <pc:sldMk cId="4264677433" sldId="281"/>
        </pc:sldMkLst>
        <pc:spChg chg="mod">
          <ac:chgData name="Matthew Dodds" userId="80d5a6ea92063750" providerId="LiveId" clId="{614D3421-716A-4CB0-994B-C24DF82A0F6F}" dt="2025-12-08T06:29:47.190" v="438" actId="14838"/>
          <ac:spMkLst>
            <pc:docMk/>
            <pc:sldMk cId="4264677433" sldId="281"/>
            <ac:spMk id="5" creationId="{4474B01D-8AA5-0F52-ACED-BFD4BD6F3DD3}"/>
          </ac:spMkLst>
        </pc:spChg>
      </pc:sldChg>
      <pc:sldChg chg="addSp delSp modSp add mod">
        <pc:chgData name="Matthew Dodds" userId="80d5a6ea92063750" providerId="LiveId" clId="{614D3421-716A-4CB0-994B-C24DF82A0F6F}" dt="2025-12-11T07:54:09.150" v="1906" actId="196"/>
        <pc:sldMkLst>
          <pc:docMk/>
          <pc:sldMk cId="3545230181" sldId="282"/>
        </pc:sldMkLst>
        <pc:spChg chg="mod ord">
          <ac:chgData name="Matthew Dodds" userId="80d5a6ea92063750" providerId="LiveId" clId="{614D3421-716A-4CB0-994B-C24DF82A0F6F}" dt="2025-12-10T16:51:48.761" v="1509" actId="1036"/>
          <ac:spMkLst>
            <pc:docMk/>
            <pc:sldMk cId="3545230181" sldId="282"/>
            <ac:spMk id="2" creationId="{BC6A65DE-2125-7E2A-3A37-C80B57D38D4A}"/>
          </ac:spMkLst>
        </pc:spChg>
        <pc:spChg chg="del mod">
          <ac:chgData name="Matthew Dodds" userId="80d5a6ea92063750" providerId="LiveId" clId="{614D3421-716A-4CB0-994B-C24DF82A0F6F}" dt="2025-12-10T16:27:13.398" v="720" actId="478"/>
          <ac:spMkLst>
            <pc:docMk/>
            <pc:sldMk cId="3545230181" sldId="282"/>
            <ac:spMk id="4" creationId="{86C8A867-5EFC-064A-1AB4-2026EFCA5A4B}"/>
          </ac:spMkLst>
        </pc:spChg>
        <pc:spChg chg="mod">
          <ac:chgData name="Matthew Dodds" userId="80d5a6ea92063750" providerId="LiveId" clId="{614D3421-716A-4CB0-994B-C24DF82A0F6F}" dt="2025-12-10T16:32:13.759" v="840" actId="1035"/>
          <ac:spMkLst>
            <pc:docMk/>
            <pc:sldMk cId="3545230181" sldId="282"/>
            <ac:spMk id="6" creationId="{7A82BA84-7D4F-ECD7-BDB8-993EF659248B}"/>
          </ac:spMkLst>
        </pc:spChg>
        <pc:spChg chg="mod">
          <ac:chgData name="Matthew Dodds" userId="80d5a6ea92063750" providerId="LiveId" clId="{614D3421-716A-4CB0-994B-C24DF82A0F6F}" dt="2025-12-10T16:32:31.997" v="841" actId="1076"/>
          <ac:spMkLst>
            <pc:docMk/>
            <pc:sldMk cId="3545230181" sldId="282"/>
            <ac:spMk id="7" creationId="{6A52AD8C-936B-268E-CF01-D59F53074710}"/>
          </ac:spMkLst>
        </pc:spChg>
        <pc:spChg chg="mod">
          <ac:chgData name="Matthew Dodds" userId="80d5a6ea92063750" providerId="LiveId" clId="{614D3421-716A-4CB0-994B-C24DF82A0F6F}" dt="2025-12-11T07:52:31.528" v="1901"/>
          <ac:spMkLst>
            <pc:docMk/>
            <pc:sldMk cId="3545230181" sldId="282"/>
            <ac:spMk id="8" creationId="{C79B82DD-70AB-9C87-BAFE-59309E6CC29F}"/>
          </ac:spMkLst>
        </pc:spChg>
        <pc:spChg chg="del">
          <ac:chgData name="Matthew Dodds" userId="80d5a6ea92063750" providerId="LiveId" clId="{614D3421-716A-4CB0-994B-C24DF82A0F6F}" dt="2025-12-10T16:26:19.542" v="701" actId="478"/>
          <ac:spMkLst>
            <pc:docMk/>
            <pc:sldMk cId="3545230181" sldId="282"/>
            <ac:spMk id="11" creationId="{39AB9EF3-2BEF-6CCA-38FE-E0CAD30105F7}"/>
          </ac:spMkLst>
        </pc:spChg>
        <pc:spChg chg="del">
          <ac:chgData name="Matthew Dodds" userId="80d5a6ea92063750" providerId="LiveId" clId="{614D3421-716A-4CB0-994B-C24DF82A0F6F}" dt="2025-12-10T16:26:19.542" v="701" actId="478"/>
          <ac:spMkLst>
            <pc:docMk/>
            <pc:sldMk cId="3545230181" sldId="282"/>
            <ac:spMk id="12" creationId="{320E54DD-F5EB-D2CE-B048-D5051AFA8EF2}"/>
          </ac:spMkLst>
        </pc:spChg>
        <pc:spChg chg="del">
          <ac:chgData name="Matthew Dodds" userId="80d5a6ea92063750" providerId="LiveId" clId="{614D3421-716A-4CB0-994B-C24DF82A0F6F}" dt="2025-12-10T16:26:19.542" v="701" actId="478"/>
          <ac:spMkLst>
            <pc:docMk/>
            <pc:sldMk cId="3545230181" sldId="282"/>
            <ac:spMk id="13" creationId="{355C2997-1851-95F2-3FB8-FBDEDA0581D0}"/>
          </ac:spMkLst>
        </pc:spChg>
        <pc:spChg chg="del">
          <ac:chgData name="Matthew Dodds" userId="80d5a6ea92063750" providerId="LiveId" clId="{614D3421-716A-4CB0-994B-C24DF82A0F6F}" dt="2025-12-10T16:26:19.542" v="701" actId="478"/>
          <ac:spMkLst>
            <pc:docMk/>
            <pc:sldMk cId="3545230181" sldId="282"/>
            <ac:spMk id="14" creationId="{863344B8-98A1-B47D-A8EF-7352CE789080}"/>
          </ac:spMkLst>
        </pc:spChg>
        <pc:spChg chg="del">
          <ac:chgData name="Matthew Dodds" userId="80d5a6ea92063750" providerId="LiveId" clId="{614D3421-716A-4CB0-994B-C24DF82A0F6F}" dt="2025-12-10T16:26:19.542" v="701" actId="478"/>
          <ac:spMkLst>
            <pc:docMk/>
            <pc:sldMk cId="3545230181" sldId="282"/>
            <ac:spMk id="17" creationId="{305BACED-7B40-EBF0-A55E-022BD2658E6A}"/>
          </ac:spMkLst>
        </pc:spChg>
        <pc:spChg chg="del">
          <ac:chgData name="Matthew Dodds" userId="80d5a6ea92063750" providerId="LiveId" clId="{614D3421-716A-4CB0-994B-C24DF82A0F6F}" dt="2025-12-10T16:26:19.542" v="701" actId="478"/>
          <ac:spMkLst>
            <pc:docMk/>
            <pc:sldMk cId="3545230181" sldId="282"/>
            <ac:spMk id="19" creationId="{5E32B45D-AEE2-2FBE-F1F2-9A9B68EE88AF}"/>
          </ac:spMkLst>
        </pc:spChg>
        <pc:spChg chg="del">
          <ac:chgData name="Matthew Dodds" userId="80d5a6ea92063750" providerId="LiveId" clId="{614D3421-716A-4CB0-994B-C24DF82A0F6F}" dt="2025-12-10T16:26:19.542" v="701" actId="478"/>
          <ac:spMkLst>
            <pc:docMk/>
            <pc:sldMk cId="3545230181" sldId="282"/>
            <ac:spMk id="20" creationId="{59F87DD3-BA26-B265-63C6-8C26A45C2FEB}"/>
          </ac:spMkLst>
        </pc:spChg>
        <pc:spChg chg="del">
          <ac:chgData name="Matthew Dodds" userId="80d5a6ea92063750" providerId="LiveId" clId="{614D3421-716A-4CB0-994B-C24DF82A0F6F}" dt="2025-12-10T16:26:19.542" v="701" actId="478"/>
          <ac:spMkLst>
            <pc:docMk/>
            <pc:sldMk cId="3545230181" sldId="282"/>
            <ac:spMk id="21" creationId="{D6909076-366E-5039-238E-5E4F553D2507}"/>
          </ac:spMkLst>
        </pc:spChg>
        <pc:spChg chg="del">
          <ac:chgData name="Matthew Dodds" userId="80d5a6ea92063750" providerId="LiveId" clId="{614D3421-716A-4CB0-994B-C24DF82A0F6F}" dt="2025-12-10T16:26:19.542" v="701" actId="478"/>
          <ac:spMkLst>
            <pc:docMk/>
            <pc:sldMk cId="3545230181" sldId="282"/>
            <ac:spMk id="22" creationId="{2210BAEC-5905-51BC-69F9-27744173F597}"/>
          </ac:spMkLst>
        </pc:spChg>
        <pc:spChg chg="add mod">
          <ac:chgData name="Matthew Dodds" userId="80d5a6ea92063750" providerId="LiveId" clId="{614D3421-716A-4CB0-994B-C24DF82A0F6F}" dt="2025-12-10T16:40:46.769" v="1226" actId="164"/>
          <ac:spMkLst>
            <pc:docMk/>
            <pc:sldMk cId="3545230181" sldId="282"/>
            <ac:spMk id="23" creationId="{676050FD-96D7-BD38-7510-98DCFC416032}"/>
          </ac:spMkLst>
        </pc:spChg>
        <pc:spChg chg="del">
          <ac:chgData name="Matthew Dodds" userId="80d5a6ea92063750" providerId="LiveId" clId="{614D3421-716A-4CB0-994B-C24DF82A0F6F}" dt="2025-12-10T16:26:19.542" v="701" actId="478"/>
          <ac:spMkLst>
            <pc:docMk/>
            <pc:sldMk cId="3545230181" sldId="282"/>
            <ac:spMk id="24" creationId="{F266F156-D99C-4774-F5E4-8F72EB803ABE}"/>
          </ac:spMkLst>
        </pc:spChg>
        <pc:spChg chg="mod">
          <ac:chgData name="Matthew Dodds" userId="80d5a6ea92063750" providerId="LiveId" clId="{614D3421-716A-4CB0-994B-C24DF82A0F6F}" dt="2025-12-10T16:31:48.423" v="822" actId="1035"/>
          <ac:spMkLst>
            <pc:docMk/>
            <pc:sldMk cId="3545230181" sldId="282"/>
            <ac:spMk id="25" creationId="{6FD812B9-D0DB-42ED-58DD-46215DDC0DE8}"/>
          </ac:spMkLst>
        </pc:spChg>
        <pc:spChg chg="add del mod">
          <ac:chgData name="Matthew Dodds" userId="80d5a6ea92063750" providerId="LiveId" clId="{614D3421-716A-4CB0-994B-C24DF82A0F6F}" dt="2025-12-10T16:37:40.951" v="1148" actId="478"/>
          <ac:spMkLst>
            <pc:docMk/>
            <pc:sldMk cId="3545230181" sldId="282"/>
            <ac:spMk id="31" creationId="{C5E65951-695C-4D09-B92B-9443E8B8CC58}"/>
          </ac:spMkLst>
        </pc:spChg>
        <pc:spChg chg="add mod">
          <ac:chgData name="Matthew Dodds" userId="80d5a6ea92063750" providerId="LiveId" clId="{614D3421-716A-4CB0-994B-C24DF82A0F6F}" dt="2025-12-10T16:40:46.769" v="1226" actId="164"/>
          <ac:spMkLst>
            <pc:docMk/>
            <pc:sldMk cId="3545230181" sldId="282"/>
            <ac:spMk id="32" creationId="{86AD214C-BED7-C456-A2F5-35434FE493B6}"/>
          </ac:spMkLst>
        </pc:spChg>
        <pc:spChg chg="add del mod">
          <ac:chgData name="Matthew Dodds" userId="80d5a6ea92063750" providerId="LiveId" clId="{614D3421-716A-4CB0-994B-C24DF82A0F6F}" dt="2025-12-10T16:39:49.830" v="1222" actId="478"/>
          <ac:spMkLst>
            <pc:docMk/>
            <pc:sldMk cId="3545230181" sldId="282"/>
            <ac:spMk id="33" creationId="{A2B2A22B-4BB2-B022-E46E-F0201EFB2E46}"/>
          </ac:spMkLst>
        </pc:spChg>
        <pc:spChg chg="add mod">
          <ac:chgData name="Matthew Dodds" userId="80d5a6ea92063750" providerId="LiveId" clId="{614D3421-716A-4CB0-994B-C24DF82A0F6F}" dt="2025-12-10T16:40:46.769" v="1226" actId="164"/>
          <ac:spMkLst>
            <pc:docMk/>
            <pc:sldMk cId="3545230181" sldId="282"/>
            <ac:spMk id="34" creationId="{3876A8B6-134A-2953-C5E2-2D8771335846}"/>
          </ac:spMkLst>
        </pc:spChg>
        <pc:spChg chg="add mod">
          <ac:chgData name="Matthew Dodds" userId="80d5a6ea92063750" providerId="LiveId" clId="{614D3421-716A-4CB0-994B-C24DF82A0F6F}" dt="2025-12-10T16:48:00.768" v="1458" actId="1038"/>
          <ac:spMkLst>
            <pc:docMk/>
            <pc:sldMk cId="3545230181" sldId="282"/>
            <ac:spMk id="35" creationId="{5C63B15F-3740-4671-1F29-253F9EE2D1F1}"/>
          </ac:spMkLst>
        </pc:spChg>
        <pc:spChg chg="add mod">
          <ac:chgData name="Matthew Dodds" userId="80d5a6ea92063750" providerId="LiveId" clId="{614D3421-716A-4CB0-994B-C24DF82A0F6F}" dt="2025-12-10T16:40:46.769" v="1226" actId="164"/>
          <ac:spMkLst>
            <pc:docMk/>
            <pc:sldMk cId="3545230181" sldId="282"/>
            <ac:spMk id="36" creationId="{52E114A1-524B-492E-BD5B-A5FD93E1FCF9}"/>
          </ac:spMkLst>
        </pc:spChg>
        <pc:spChg chg="add mod">
          <ac:chgData name="Matthew Dodds" userId="80d5a6ea92063750" providerId="LiveId" clId="{614D3421-716A-4CB0-994B-C24DF82A0F6F}" dt="2025-12-10T16:42:19.575" v="1257" actId="14100"/>
          <ac:spMkLst>
            <pc:docMk/>
            <pc:sldMk cId="3545230181" sldId="282"/>
            <ac:spMk id="38" creationId="{FAC9B525-6846-2EA8-E593-74A836FA6A06}"/>
          </ac:spMkLst>
        </pc:spChg>
        <pc:spChg chg="add mod">
          <ac:chgData name="Matthew Dodds" userId="80d5a6ea92063750" providerId="LiveId" clId="{614D3421-716A-4CB0-994B-C24DF82A0F6F}" dt="2025-12-10T16:42:11.790" v="1255" actId="14100"/>
          <ac:spMkLst>
            <pc:docMk/>
            <pc:sldMk cId="3545230181" sldId="282"/>
            <ac:spMk id="39" creationId="{A2389553-0537-6AA4-B843-FDE82DF0D843}"/>
          </ac:spMkLst>
        </pc:spChg>
        <pc:spChg chg="add mod">
          <ac:chgData name="Matthew Dodds" userId="80d5a6ea92063750" providerId="LiveId" clId="{614D3421-716A-4CB0-994B-C24DF82A0F6F}" dt="2025-12-10T16:48:05.679" v="1463" actId="1038"/>
          <ac:spMkLst>
            <pc:docMk/>
            <pc:sldMk cId="3545230181" sldId="282"/>
            <ac:spMk id="41" creationId="{ABE6BC12-40F7-0C1D-C24D-C079BDE29461}"/>
          </ac:spMkLst>
        </pc:spChg>
        <pc:spChg chg="add mod">
          <ac:chgData name="Matthew Dodds" userId="80d5a6ea92063750" providerId="LiveId" clId="{614D3421-716A-4CB0-994B-C24DF82A0F6F}" dt="2025-12-10T16:42:55.385" v="1273" actId="14100"/>
          <ac:spMkLst>
            <pc:docMk/>
            <pc:sldMk cId="3545230181" sldId="282"/>
            <ac:spMk id="42" creationId="{A59F6C1F-2DBB-C5D9-A18D-E8BE6614867A}"/>
          </ac:spMkLst>
        </pc:spChg>
        <pc:spChg chg="add mod">
          <ac:chgData name="Matthew Dodds" userId="80d5a6ea92063750" providerId="LiveId" clId="{614D3421-716A-4CB0-994B-C24DF82A0F6F}" dt="2025-12-10T16:46:49.851" v="1352" actId="1035"/>
          <ac:spMkLst>
            <pc:docMk/>
            <pc:sldMk cId="3545230181" sldId="282"/>
            <ac:spMk id="43" creationId="{447E8E84-E07C-5279-4162-69AC741954A9}"/>
          </ac:spMkLst>
        </pc:spChg>
        <pc:spChg chg="mod">
          <ac:chgData name="Matthew Dodds" userId="80d5a6ea92063750" providerId="LiveId" clId="{614D3421-716A-4CB0-994B-C24DF82A0F6F}" dt="2025-12-10T16:49:01.678" v="1474" actId="692"/>
          <ac:spMkLst>
            <pc:docMk/>
            <pc:sldMk cId="3545230181" sldId="282"/>
            <ac:spMk id="96" creationId="{3641B932-B608-4132-315C-E1051A3A3B5C}"/>
          </ac:spMkLst>
        </pc:spChg>
        <pc:spChg chg="mod">
          <ac:chgData name="Matthew Dodds" userId="80d5a6ea92063750" providerId="LiveId" clId="{614D3421-716A-4CB0-994B-C24DF82A0F6F}" dt="2025-12-10T16:48:28.972" v="1472" actId="1037"/>
          <ac:spMkLst>
            <pc:docMk/>
            <pc:sldMk cId="3545230181" sldId="282"/>
            <ac:spMk id="97" creationId="{D33B319F-A085-4C00-8965-756DD5C30B8D}"/>
          </ac:spMkLst>
        </pc:spChg>
        <pc:grpChg chg="mod">
          <ac:chgData name="Matthew Dodds" userId="80d5a6ea92063750" providerId="LiveId" clId="{614D3421-716A-4CB0-994B-C24DF82A0F6F}" dt="2025-12-10T16:31:57.436" v="830" actId="1035"/>
          <ac:grpSpMkLst>
            <pc:docMk/>
            <pc:sldMk cId="3545230181" sldId="282"/>
            <ac:grpSpMk id="3" creationId="{28113C23-7941-8738-9C28-8AD93494A2A9}"/>
          </ac:grpSpMkLst>
        </pc:grpChg>
        <pc:grpChg chg="add mod">
          <ac:chgData name="Matthew Dodds" userId="80d5a6ea92063750" providerId="LiveId" clId="{614D3421-716A-4CB0-994B-C24DF82A0F6F}" dt="2025-12-11T07:52:49.659" v="1905" actId="1076"/>
          <ac:grpSpMkLst>
            <pc:docMk/>
            <pc:sldMk cId="3545230181" sldId="282"/>
            <ac:grpSpMk id="4" creationId="{CB7AA33D-32EB-7644-4D4A-D3CE797266B5}"/>
          </ac:grpSpMkLst>
        </pc:grpChg>
        <pc:grpChg chg="add mod">
          <ac:chgData name="Matthew Dodds" userId="80d5a6ea92063750" providerId="LiveId" clId="{614D3421-716A-4CB0-994B-C24DF82A0F6F}" dt="2025-12-10T16:41:08.992" v="1229" actId="1076"/>
          <ac:grpSpMkLst>
            <pc:docMk/>
            <pc:sldMk cId="3545230181" sldId="282"/>
            <ac:grpSpMk id="37" creationId="{D74AA4DD-CF51-9128-2322-BF438183648A}"/>
          </ac:grpSpMkLst>
        </pc:grpChg>
        <pc:grpChg chg="mod">
          <ac:chgData name="Matthew Dodds" userId="80d5a6ea92063750" providerId="LiveId" clId="{614D3421-716A-4CB0-994B-C24DF82A0F6F}" dt="2025-12-10T16:31:33.871" v="816" actId="1036"/>
          <ac:grpSpMkLst>
            <pc:docMk/>
            <pc:sldMk cId="3545230181" sldId="282"/>
            <ac:grpSpMk id="60" creationId="{72E340E4-7448-3689-75FC-CA3815E34F31}"/>
          </ac:grpSpMkLst>
        </pc:grpChg>
        <pc:grpChg chg="mod">
          <ac:chgData name="Matthew Dodds" userId="80d5a6ea92063750" providerId="LiveId" clId="{614D3421-716A-4CB0-994B-C24DF82A0F6F}" dt="2025-12-10T16:51:32.289" v="1508" actId="1038"/>
          <ac:grpSpMkLst>
            <pc:docMk/>
            <pc:sldMk cId="3545230181" sldId="282"/>
            <ac:grpSpMk id="63" creationId="{9FFB83BD-11EB-670D-E5F4-06358B095E8C}"/>
          </ac:grpSpMkLst>
        </pc:grpChg>
        <pc:grpChg chg="mod">
          <ac:chgData name="Matthew Dodds" userId="80d5a6ea92063750" providerId="LiveId" clId="{614D3421-716A-4CB0-994B-C24DF82A0F6F}" dt="2025-12-10T16:51:24.791" v="1497" actId="1037"/>
          <ac:grpSpMkLst>
            <pc:docMk/>
            <pc:sldMk cId="3545230181" sldId="282"/>
            <ac:grpSpMk id="66" creationId="{49813B22-165A-27D6-F677-87A6CA190D83}"/>
          </ac:grpSpMkLst>
        </pc:grpChg>
        <pc:grpChg chg="add mod">
          <ac:chgData name="Matthew Dodds" userId="80d5a6ea92063750" providerId="LiveId" clId="{614D3421-716A-4CB0-994B-C24DF82A0F6F}" dt="2025-12-10T16:46:43.366" v="1344" actId="1038"/>
          <ac:grpSpMkLst>
            <pc:docMk/>
            <pc:sldMk cId="3545230181" sldId="282"/>
            <ac:grpSpMk id="71" creationId="{BBCB0EBE-3510-BB7E-7F27-4E852330B8B4}"/>
          </ac:grpSpMkLst>
        </pc:grpChg>
        <pc:grpChg chg="add mod">
          <ac:chgData name="Matthew Dodds" userId="80d5a6ea92063750" providerId="LiveId" clId="{614D3421-716A-4CB0-994B-C24DF82A0F6F}" dt="2025-12-10T16:45:48.074" v="1314" actId="14100"/>
          <ac:grpSpMkLst>
            <pc:docMk/>
            <pc:sldMk cId="3545230181" sldId="282"/>
            <ac:grpSpMk id="72" creationId="{CA3252AE-B203-ED8C-D1AA-56ACA7304F14}"/>
          </ac:grpSpMkLst>
        </pc:grpChg>
        <pc:grpChg chg="add mod">
          <ac:chgData name="Matthew Dodds" userId="80d5a6ea92063750" providerId="LiveId" clId="{614D3421-716A-4CB0-994B-C24DF82A0F6F}" dt="2025-12-10T16:46:25.671" v="1323" actId="1076"/>
          <ac:grpSpMkLst>
            <pc:docMk/>
            <pc:sldMk cId="3545230181" sldId="282"/>
            <ac:grpSpMk id="75" creationId="{63D4DA47-3776-C40B-DE26-E9AC86E959C8}"/>
          </ac:grpSpMkLst>
        </pc:grpChg>
        <pc:grpChg chg="add mod">
          <ac:chgData name="Matthew Dodds" userId="80d5a6ea92063750" providerId="LiveId" clId="{614D3421-716A-4CB0-994B-C24DF82A0F6F}" dt="2025-12-11T07:54:09.150" v="1906" actId="196"/>
          <ac:grpSpMkLst>
            <pc:docMk/>
            <pc:sldMk cId="3545230181" sldId="282"/>
            <ac:grpSpMk id="78" creationId="{341D770C-DD0E-F72E-BAAF-42DAFFE56180}"/>
          </ac:grpSpMkLst>
        </pc:grpChg>
        <pc:picChg chg="mod">
          <ac:chgData name="Matthew Dodds" userId="80d5a6ea92063750" providerId="LiveId" clId="{614D3421-716A-4CB0-994B-C24DF82A0F6F}" dt="2025-12-11T07:52:31.528" v="1901"/>
          <ac:picMkLst>
            <pc:docMk/>
            <pc:sldMk cId="3545230181" sldId="282"/>
            <ac:picMk id="5" creationId="{F921589F-8C95-68B8-059A-49E6FAD70992}"/>
          </ac:picMkLst>
        </pc:picChg>
        <pc:picChg chg="add del mod">
          <ac:chgData name="Matthew Dodds" userId="80d5a6ea92063750" providerId="LiveId" clId="{614D3421-716A-4CB0-994B-C24DF82A0F6F}" dt="2025-12-10T16:29:44.242" v="754" actId="478"/>
          <ac:picMkLst>
            <pc:docMk/>
            <pc:sldMk cId="3545230181" sldId="282"/>
            <ac:picMk id="8" creationId="{D3E9C441-6EB6-A9C9-0C80-BE4FD647EE05}"/>
          </ac:picMkLst>
        </pc:picChg>
        <pc:picChg chg="add del mod modCrop">
          <ac:chgData name="Matthew Dodds" userId="80d5a6ea92063750" providerId="LiveId" clId="{614D3421-716A-4CB0-994B-C24DF82A0F6F}" dt="2025-12-10T16:50:17.232" v="1480" actId="478"/>
          <ac:picMkLst>
            <pc:docMk/>
            <pc:sldMk cId="3545230181" sldId="282"/>
            <ac:picMk id="10" creationId="{946351B0-6B21-3E4E-1994-3A86A97CD885}"/>
          </ac:picMkLst>
        </pc:picChg>
        <pc:picChg chg="add del mod">
          <ac:chgData name="Matthew Dodds" userId="80d5a6ea92063750" providerId="LiveId" clId="{614D3421-716A-4CB0-994B-C24DF82A0F6F}" dt="2025-12-11T07:52:33.751" v="1902" actId="478"/>
          <ac:picMkLst>
            <pc:docMk/>
            <pc:sldMk cId="3545230181" sldId="282"/>
            <ac:picMk id="82" creationId="{3CF4A926-9248-F47F-4F65-53827F877A20}"/>
          </ac:picMkLst>
        </pc:picChg>
        <pc:cxnChg chg="mod ord">
          <ac:chgData name="Matthew Dodds" userId="80d5a6ea92063750" providerId="LiveId" clId="{614D3421-716A-4CB0-994B-C24DF82A0F6F}" dt="2025-12-10T16:30:19.597" v="773" actId="166"/>
          <ac:cxnSpMkLst>
            <pc:docMk/>
            <pc:sldMk cId="3545230181" sldId="282"/>
            <ac:cxnSpMk id="40" creationId="{E6EE514D-538A-130F-8158-786F3D44DCF3}"/>
          </ac:cxnSpMkLst>
        </pc:cxnChg>
        <pc:cxnChg chg="add mod">
          <ac:chgData name="Matthew Dodds" userId="80d5a6ea92063750" providerId="LiveId" clId="{614D3421-716A-4CB0-994B-C24DF82A0F6F}" dt="2025-12-10T16:47:24.148" v="1383" actId="1038"/>
          <ac:cxnSpMkLst>
            <pc:docMk/>
            <pc:sldMk cId="3545230181" sldId="282"/>
            <ac:cxnSpMk id="55" creationId="{03CB48E1-264A-39A5-7BC9-D8ACB54BDD76}"/>
          </ac:cxnSpMkLst>
        </pc:cxnChg>
        <pc:cxnChg chg="add mod">
          <ac:chgData name="Matthew Dodds" userId="80d5a6ea92063750" providerId="LiveId" clId="{614D3421-716A-4CB0-994B-C24DF82A0F6F}" dt="2025-12-10T16:47:14.508" v="1382" actId="1036"/>
          <ac:cxnSpMkLst>
            <pc:docMk/>
            <pc:sldMk cId="3545230181" sldId="282"/>
            <ac:cxnSpMk id="57" creationId="{FDB2678E-D5DE-2C86-1D64-5DAB068A5E5E}"/>
          </ac:cxnSpMkLst>
        </pc:cxnChg>
        <pc:cxnChg chg="mod">
          <ac:chgData name="Matthew Dodds" userId="80d5a6ea92063750" providerId="LiveId" clId="{614D3421-716A-4CB0-994B-C24DF82A0F6F}" dt="2025-12-10T16:45:53.387" v="1318" actId="1036"/>
          <ac:cxnSpMkLst>
            <pc:docMk/>
            <pc:sldMk cId="3545230181" sldId="282"/>
            <ac:cxnSpMk id="73" creationId="{3F9409EC-3301-717C-5FE7-C98814085EAC}"/>
          </ac:cxnSpMkLst>
        </pc:cxnChg>
        <pc:cxnChg chg="mod">
          <ac:chgData name="Matthew Dodds" userId="80d5a6ea92063750" providerId="LiveId" clId="{614D3421-716A-4CB0-994B-C24DF82A0F6F}" dt="2025-12-10T16:45:26.660" v="1309"/>
          <ac:cxnSpMkLst>
            <pc:docMk/>
            <pc:sldMk cId="3545230181" sldId="282"/>
            <ac:cxnSpMk id="74" creationId="{A3C7E81F-04F8-6E9E-1A26-0DF113F8469C}"/>
          </ac:cxnSpMkLst>
        </pc:cxnChg>
        <pc:cxnChg chg="mod">
          <ac:chgData name="Matthew Dodds" userId="80d5a6ea92063750" providerId="LiveId" clId="{614D3421-716A-4CB0-994B-C24DF82A0F6F}" dt="2025-12-10T16:46:01.979" v="1319"/>
          <ac:cxnSpMkLst>
            <pc:docMk/>
            <pc:sldMk cId="3545230181" sldId="282"/>
            <ac:cxnSpMk id="76" creationId="{41D4699D-2BFB-6D80-FC73-EDE927E299C8}"/>
          </ac:cxnSpMkLst>
        </pc:cxnChg>
        <pc:cxnChg chg="mod">
          <ac:chgData name="Matthew Dodds" userId="80d5a6ea92063750" providerId="LiveId" clId="{614D3421-716A-4CB0-994B-C24DF82A0F6F}" dt="2025-12-10T16:46:01.979" v="1319"/>
          <ac:cxnSpMkLst>
            <pc:docMk/>
            <pc:sldMk cId="3545230181" sldId="282"/>
            <ac:cxnSpMk id="77" creationId="{2C65239E-346A-A0F2-ACD4-8B099974DCA2}"/>
          </ac:cxnSpMkLst>
        </pc:cxnChg>
        <pc:cxnChg chg="mod">
          <ac:chgData name="Matthew Dodds" userId="80d5a6ea92063750" providerId="LiveId" clId="{614D3421-716A-4CB0-994B-C24DF82A0F6F}" dt="2025-12-10T16:47:32.798" v="1384"/>
          <ac:cxnSpMkLst>
            <pc:docMk/>
            <pc:sldMk cId="3545230181" sldId="282"/>
            <ac:cxnSpMk id="79" creationId="{B9133A8A-EBB5-4585-B6F1-8D573E34908C}"/>
          </ac:cxnSpMkLst>
        </pc:cxnChg>
        <pc:cxnChg chg="mod">
          <ac:chgData name="Matthew Dodds" userId="80d5a6ea92063750" providerId="LiveId" clId="{614D3421-716A-4CB0-994B-C24DF82A0F6F}" dt="2025-12-10T16:47:32.798" v="1384"/>
          <ac:cxnSpMkLst>
            <pc:docMk/>
            <pc:sldMk cId="3545230181" sldId="282"/>
            <ac:cxnSpMk id="80" creationId="{83C56DE5-7D20-5C44-02FB-D50D2E0AB09D}"/>
          </ac:cxnSpMkLst>
        </pc:cxnChg>
      </pc:sldChg>
      <pc:sldChg chg="add del">
        <pc:chgData name="Matthew Dodds" userId="80d5a6ea92063750" providerId="LiveId" clId="{614D3421-716A-4CB0-994B-C24DF82A0F6F}" dt="2025-12-10T16:26:03.370" v="699" actId="47"/>
        <pc:sldMkLst>
          <pc:docMk/>
          <pc:sldMk cId="4222222186" sldId="282"/>
        </pc:sldMkLst>
      </pc:sldChg>
      <pc:sldChg chg="addSp delSp modSp new mod setBg">
        <pc:chgData name="Matthew Dodds" userId="80d5a6ea92063750" providerId="LiveId" clId="{614D3421-716A-4CB0-994B-C24DF82A0F6F}" dt="2025-12-11T07:44:36.880" v="1773" actId="11529"/>
        <pc:sldMkLst>
          <pc:docMk/>
          <pc:sldMk cId="1846021431" sldId="283"/>
        </pc:sldMkLst>
        <pc:spChg chg="add mod">
          <ac:chgData name="Matthew Dodds" userId="80d5a6ea92063750" providerId="LiveId" clId="{614D3421-716A-4CB0-994B-C24DF82A0F6F}" dt="2025-12-11T07:31:23.999" v="1681" actId="692"/>
          <ac:spMkLst>
            <pc:docMk/>
            <pc:sldMk cId="1846021431" sldId="283"/>
            <ac:spMk id="2" creationId="{0A0641A9-F305-6EC7-5638-EAACFB95258F}"/>
          </ac:spMkLst>
        </pc:spChg>
        <pc:spChg chg="add del">
          <ac:chgData name="Matthew Dodds" userId="80d5a6ea92063750" providerId="LiveId" clId="{614D3421-716A-4CB0-994B-C24DF82A0F6F}" dt="2025-12-11T07:44:36.880" v="1773" actId="11529"/>
          <ac:spMkLst>
            <pc:docMk/>
            <pc:sldMk cId="1846021431" sldId="283"/>
            <ac:spMk id="4" creationId="{A73DE87E-B4D6-0CB8-DA3B-367D769BEF14}"/>
          </ac:spMkLst>
        </pc:spChg>
        <pc:grpChg chg="add mod">
          <ac:chgData name="Matthew Dodds" userId="80d5a6ea92063750" providerId="LiveId" clId="{614D3421-716A-4CB0-994B-C24DF82A0F6F}" dt="2025-12-11T07:44:15.636" v="1771" actId="1076"/>
          <ac:grpSpMkLst>
            <pc:docMk/>
            <pc:sldMk cId="1846021431" sldId="283"/>
            <ac:grpSpMk id="3" creationId="{B37D02B6-666E-7B3E-C5A7-819AFC1216C3}"/>
          </ac:grpSpMkLst>
        </pc:grpChg>
        <pc:picChg chg="add mod">
          <ac:chgData name="Matthew Dodds" userId="80d5a6ea92063750" providerId="LiveId" clId="{614D3421-716A-4CB0-994B-C24DF82A0F6F}" dt="2025-12-11T07:29:57.251" v="1674" actId="164"/>
          <ac:picMkLst>
            <pc:docMk/>
            <pc:sldMk cId="1846021431" sldId="283"/>
            <ac:picMk id="7" creationId="{D5DB8818-3AD0-9AE2-C498-FAD1766EF937}"/>
          </ac:picMkLst>
        </pc:picChg>
      </pc:sldChg>
      <pc:sldChg chg="add">
        <pc:chgData name="Matthew Dodds" userId="80d5a6ea92063750" providerId="LiveId" clId="{614D3421-716A-4CB0-994B-C24DF82A0F6F}" dt="2025-12-11T07:50:34.279" v="1899"/>
        <pc:sldMkLst>
          <pc:docMk/>
          <pc:sldMk cId="563028866" sldId="284"/>
        </pc:sldMkLst>
      </pc:sldChg>
      <pc:sldChg chg="new del">
        <pc:chgData name="Matthew Dodds" userId="80d5a6ea92063750" providerId="LiveId" clId="{614D3421-716A-4CB0-994B-C24DF82A0F6F}" dt="2025-12-11T07:49:47.793" v="1897" actId="47"/>
        <pc:sldMkLst>
          <pc:docMk/>
          <pc:sldMk cId="2048864541" sldId="284"/>
        </pc:sldMkLst>
      </pc:sldChg>
      <pc:sldChg chg="addSp modSp new del mod modAnim">
        <pc:chgData name="Matthew Dodds" userId="80d5a6ea92063750" providerId="LiveId" clId="{614D3421-716A-4CB0-994B-C24DF82A0F6F}" dt="2025-12-11T07:49:51.085" v="1898" actId="47"/>
        <pc:sldMkLst>
          <pc:docMk/>
          <pc:sldMk cId="3231715059" sldId="285"/>
        </pc:sldMkLst>
        <pc:spChg chg="add mod">
          <ac:chgData name="Matthew Dodds" userId="80d5a6ea92063750" providerId="LiveId" clId="{614D3421-716A-4CB0-994B-C24DF82A0F6F}" dt="2025-12-11T07:47:10.272" v="1892"/>
          <ac:spMkLst>
            <pc:docMk/>
            <pc:sldMk cId="3231715059" sldId="285"/>
            <ac:spMk id="2" creationId="{73E5D6B5-7088-FA3E-3769-AA54F69C5173}"/>
          </ac:spMkLst>
        </pc:spChg>
      </pc:sldChg>
      <pc:sldChg chg="addSp delSp modSp add mod">
        <pc:chgData name="Matthew Dodds" userId="80d5a6ea92063750" providerId="LiveId" clId="{614D3421-716A-4CB0-994B-C24DF82A0F6F}" dt="2025-12-11T09:32:12.814" v="2614" actId="21"/>
        <pc:sldMkLst>
          <pc:docMk/>
          <pc:sldMk cId="3882120023" sldId="285"/>
        </pc:sldMkLst>
        <pc:spChg chg="add del mod">
          <ac:chgData name="Matthew Dodds" userId="80d5a6ea92063750" providerId="LiveId" clId="{614D3421-716A-4CB0-994B-C24DF82A0F6F}" dt="2025-12-11T08:54:51.917" v="1911" actId="21"/>
          <ac:spMkLst>
            <pc:docMk/>
            <pc:sldMk cId="3882120023" sldId="285"/>
            <ac:spMk id="9" creationId="{FDE7D059-6877-F43A-D16C-BAD0DE6D8C21}"/>
          </ac:spMkLst>
        </pc:spChg>
        <pc:spChg chg="add del mod">
          <ac:chgData name="Matthew Dodds" userId="80d5a6ea92063750" providerId="LiveId" clId="{614D3421-716A-4CB0-994B-C24DF82A0F6F}" dt="2025-12-11T09:32:12.814" v="2614" actId="21"/>
          <ac:spMkLst>
            <pc:docMk/>
            <pc:sldMk cId="3882120023" sldId="285"/>
            <ac:spMk id="10" creationId="{D3069650-CA2F-4A86-D342-F0850BCD02F4}"/>
          </ac:spMkLst>
        </pc:spChg>
      </pc:sldChg>
      <pc:sldChg chg="addSp delSp modSp new mod">
        <pc:chgData name="Matthew Dodds" userId="80d5a6ea92063750" providerId="LiveId" clId="{614D3421-716A-4CB0-994B-C24DF82A0F6F}" dt="2025-12-11T09:49:37.065" v="2930" actId="1076"/>
        <pc:sldMkLst>
          <pc:docMk/>
          <pc:sldMk cId="3002903787" sldId="286"/>
        </pc:sldMkLst>
        <pc:spChg chg="add mod">
          <ac:chgData name="Matthew Dodds" userId="80d5a6ea92063750" providerId="LiveId" clId="{614D3421-716A-4CB0-994B-C24DF82A0F6F}" dt="2025-12-11T09:29:45.381" v="2581" actId="692"/>
          <ac:spMkLst>
            <pc:docMk/>
            <pc:sldMk cId="3002903787" sldId="286"/>
            <ac:spMk id="2" creationId="{2856CC2C-EC23-81D5-D1CD-AB01B1C51D15}"/>
          </ac:spMkLst>
        </pc:spChg>
        <pc:spChg chg="add mod">
          <ac:chgData name="Matthew Dodds" userId="80d5a6ea92063750" providerId="LiveId" clId="{614D3421-716A-4CB0-994B-C24DF82A0F6F}" dt="2025-12-11T08:57:57.670" v="1969" actId="1035"/>
          <ac:spMkLst>
            <pc:docMk/>
            <pc:sldMk cId="3002903787" sldId="286"/>
            <ac:spMk id="3" creationId="{3E694DA2-0EBD-0452-8B1C-4CEBF77C7E58}"/>
          </ac:spMkLst>
        </pc:spChg>
        <pc:spChg chg="add mod">
          <ac:chgData name="Matthew Dodds" userId="80d5a6ea92063750" providerId="LiveId" clId="{614D3421-716A-4CB0-994B-C24DF82A0F6F}" dt="2025-12-11T08:58:45.871" v="1973" actId="1076"/>
          <ac:spMkLst>
            <pc:docMk/>
            <pc:sldMk cId="3002903787" sldId="286"/>
            <ac:spMk id="4" creationId="{00C14F6A-8CB0-2BE4-BC0C-4CFB8760FC35}"/>
          </ac:spMkLst>
        </pc:spChg>
        <pc:spChg chg="add mod">
          <ac:chgData name="Matthew Dodds" userId="80d5a6ea92063750" providerId="LiveId" clId="{614D3421-716A-4CB0-994B-C24DF82A0F6F}" dt="2025-12-11T08:59:34.239" v="1985" actId="164"/>
          <ac:spMkLst>
            <pc:docMk/>
            <pc:sldMk cId="3002903787" sldId="286"/>
            <ac:spMk id="5" creationId="{2039B4D2-CE51-CEDF-9DC1-C145547B8E2E}"/>
          </ac:spMkLst>
        </pc:spChg>
        <pc:spChg chg="add mod">
          <ac:chgData name="Matthew Dodds" userId="80d5a6ea92063750" providerId="LiveId" clId="{614D3421-716A-4CB0-994B-C24DF82A0F6F}" dt="2025-12-11T08:59:34.239" v="1985" actId="164"/>
          <ac:spMkLst>
            <pc:docMk/>
            <pc:sldMk cId="3002903787" sldId="286"/>
            <ac:spMk id="6" creationId="{5020F189-EB5D-2FB2-F16A-5239C27C2D64}"/>
          </ac:spMkLst>
        </pc:spChg>
        <pc:spChg chg="add mod">
          <ac:chgData name="Matthew Dodds" userId="80d5a6ea92063750" providerId="LiveId" clId="{614D3421-716A-4CB0-994B-C24DF82A0F6F}" dt="2025-12-11T08:57:04.143" v="1932" actId="1036"/>
          <ac:spMkLst>
            <pc:docMk/>
            <pc:sldMk cId="3002903787" sldId="286"/>
            <ac:spMk id="9" creationId="{FDE7D059-6877-F43A-D16C-BAD0DE6D8C21}"/>
          </ac:spMkLst>
        </pc:spChg>
        <pc:spChg chg="mod">
          <ac:chgData name="Matthew Dodds" userId="80d5a6ea92063750" providerId="LiveId" clId="{614D3421-716A-4CB0-994B-C24DF82A0F6F}" dt="2025-12-11T08:59:52.720" v="1987"/>
          <ac:spMkLst>
            <pc:docMk/>
            <pc:sldMk cId="3002903787" sldId="286"/>
            <ac:spMk id="10" creationId="{E91DB9CA-5195-F8AC-07BE-E9BF34097358}"/>
          </ac:spMkLst>
        </pc:spChg>
        <pc:spChg chg="mod">
          <ac:chgData name="Matthew Dodds" userId="80d5a6ea92063750" providerId="LiveId" clId="{614D3421-716A-4CB0-994B-C24DF82A0F6F}" dt="2025-12-11T08:59:52.720" v="1987"/>
          <ac:spMkLst>
            <pc:docMk/>
            <pc:sldMk cId="3002903787" sldId="286"/>
            <ac:spMk id="11" creationId="{ABA3D15F-3AEC-651D-60FC-01279324E9C1}"/>
          </ac:spMkLst>
        </pc:spChg>
        <pc:spChg chg="mod">
          <ac:chgData name="Matthew Dodds" userId="80d5a6ea92063750" providerId="LiveId" clId="{614D3421-716A-4CB0-994B-C24DF82A0F6F}" dt="2025-12-11T09:35:08.494" v="2671" actId="21"/>
          <ac:spMkLst>
            <pc:docMk/>
            <pc:sldMk cId="3002903787" sldId="286"/>
            <ac:spMk id="14" creationId="{426A76CB-1E82-9204-C430-0827F3FE0BFD}"/>
          </ac:spMkLst>
        </pc:spChg>
        <pc:spChg chg="add mod">
          <ac:chgData name="Matthew Dodds" userId="80d5a6ea92063750" providerId="LiveId" clId="{614D3421-716A-4CB0-994B-C24DF82A0F6F}" dt="2025-12-11T09:02:24.358" v="2077" actId="1076"/>
          <ac:spMkLst>
            <pc:docMk/>
            <pc:sldMk cId="3002903787" sldId="286"/>
            <ac:spMk id="16" creationId="{2981E4E5-ECC6-ED71-B3D7-59515C4D0FF2}"/>
          </ac:spMkLst>
        </pc:spChg>
        <pc:spChg chg="add mod">
          <ac:chgData name="Matthew Dodds" userId="80d5a6ea92063750" providerId="LiveId" clId="{614D3421-716A-4CB0-994B-C24DF82A0F6F}" dt="2025-12-11T09:02:24.358" v="2077" actId="1076"/>
          <ac:spMkLst>
            <pc:docMk/>
            <pc:sldMk cId="3002903787" sldId="286"/>
            <ac:spMk id="17" creationId="{83ECEB52-CED5-99EE-C1D4-A766FAD1C578}"/>
          </ac:spMkLst>
        </pc:spChg>
        <pc:spChg chg="mod">
          <ac:chgData name="Matthew Dodds" userId="80d5a6ea92063750" providerId="LiveId" clId="{614D3421-716A-4CB0-994B-C24DF82A0F6F}" dt="2025-12-11T09:02:06.982" v="2073"/>
          <ac:spMkLst>
            <pc:docMk/>
            <pc:sldMk cId="3002903787" sldId="286"/>
            <ac:spMk id="19" creationId="{D3A11029-C012-C2C2-4BB9-8318768163E1}"/>
          </ac:spMkLst>
        </pc:spChg>
        <pc:spChg chg="mod">
          <ac:chgData name="Matthew Dodds" userId="80d5a6ea92063750" providerId="LiveId" clId="{614D3421-716A-4CB0-994B-C24DF82A0F6F}" dt="2025-12-11T09:02:06.982" v="2073"/>
          <ac:spMkLst>
            <pc:docMk/>
            <pc:sldMk cId="3002903787" sldId="286"/>
            <ac:spMk id="20" creationId="{30D479B3-6010-69A8-BE77-519EAB129355}"/>
          </ac:spMkLst>
        </pc:spChg>
        <pc:spChg chg="mod">
          <ac:chgData name="Matthew Dodds" userId="80d5a6ea92063750" providerId="LiveId" clId="{614D3421-716A-4CB0-994B-C24DF82A0F6F}" dt="2025-12-11T09:02:06.982" v="2073"/>
          <ac:spMkLst>
            <pc:docMk/>
            <pc:sldMk cId="3002903787" sldId="286"/>
            <ac:spMk id="24" creationId="{00579EC3-A39B-7904-E6CA-843D55C0B609}"/>
          </ac:spMkLst>
        </pc:spChg>
        <pc:spChg chg="mod">
          <ac:chgData name="Matthew Dodds" userId="80d5a6ea92063750" providerId="LiveId" clId="{614D3421-716A-4CB0-994B-C24DF82A0F6F}" dt="2025-12-11T09:02:06.982" v="2073"/>
          <ac:spMkLst>
            <pc:docMk/>
            <pc:sldMk cId="3002903787" sldId="286"/>
            <ac:spMk id="25" creationId="{1B007B20-E502-79D2-6B00-93E93587A7EE}"/>
          </ac:spMkLst>
        </pc:spChg>
        <pc:spChg chg="mod">
          <ac:chgData name="Matthew Dodds" userId="80d5a6ea92063750" providerId="LiveId" clId="{614D3421-716A-4CB0-994B-C24DF82A0F6F}" dt="2025-12-11T09:02:06.982" v="2073"/>
          <ac:spMkLst>
            <pc:docMk/>
            <pc:sldMk cId="3002903787" sldId="286"/>
            <ac:spMk id="27" creationId="{3EEF6518-E86D-D134-96D8-518FB7012564}"/>
          </ac:spMkLst>
        </pc:spChg>
        <pc:spChg chg="add del mod">
          <ac:chgData name="Matthew Dodds" userId="80d5a6ea92063750" providerId="LiveId" clId="{614D3421-716A-4CB0-994B-C24DF82A0F6F}" dt="2025-12-11T09:04:01.019" v="2088" actId="478"/>
          <ac:spMkLst>
            <pc:docMk/>
            <pc:sldMk cId="3002903787" sldId="286"/>
            <ac:spMk id="28" creationId="{AC920EDC-3553-1279-8008-F3C046207D68}"/>
          </ac:spMkLst>
        </pc:spChg>
        <pc:spChg chg="add del mod">
          <ac:chgData name="Matthew Dodds" userId="80d5a6ea92063750" providerId="LiveId" clId="{614D3421-716A-4CB0-994B-C24DF82A0F6F}" dt="2025-12-11T09:04:01.019" v="2088" actId="478"/>
          <ac:spMkLst>
            <pc:docMk/>
            <pc:sldMk cId="3002903787" sldId="286"/>
            <ac:spMk id="29" creationId="{47432D47-E2C4-CB69-4136-67228680519C}"/>
          </ac:spMkLst>
        </pc:spChg>
        <pc:spChg chg="add del mod">
          <ac:chgData name="Matthew Dodds" userId="80d5a6ea92063750" providerId="LiveId" clId="{614D3421-716A-4CB0-994B-C24DF82A0F6F}" dt="2025-12-11T09:04:01.019" v="2088" actId="478"/>
          <ac:spMkLst>
            <pc:docMk/>
            <pc:sldMk cId="3002903787" sldId="286"/>
            <ac:spMk id="30" creationId="{652C9F0C-8E30-B3B7-178C-5B89FD690CB7}"/>
          </ac:spMkLst>
        </pc:spChg>
        <pc:spChg chg="add del mod">
          <ac:chgData name="Matthew Dodds" userId="80d5a6ea92063750" providerId="LiveId" clId="{614D3421-716A-4CB0-994B-C24DF82A0F6F}" dt="2025-12-11T09:04:01.019" v="2088" actId="478"/>
          <ac:spMkLst>
            <pc:docMk/>
            <pc:sldMk cId="3002903787" sldId="286"/>
            <ac:spMk id="31" creationId="{BEEB358D-27A3-8DDD-144D-BFF85E72EB1F}"/>
          </ac:spMkLst>
        </pc:spChg>
        <pc:spChg chg="mod">
          <ac:chgData name="Matthew Dodds" userId="80d5a6ea92063750" providerId="LiveId" clId="{614D3421-716A-4CB0-994B-C24DF82A0F6F}" dt="2025-12-11T09:02:37.370" v="2078"/>
          <ac:spMkLst>
            <pc:docMk/>
            <pc:sldMk cId="3002903787" sldId="286"/>
            <ac:spMk id="33" creationId="{CC44C9C8-5270-1E1D-FA0C-B5584D18BB3D}"/>
          </ac:spMkLst>
        </pc:spChg>
        <pc:spChg chg="mod">
          <ac:chgData name="Matthew Dodds" userId="80d5a6ea92063750" providerId="LiveId" clId="{614D3421-716A-4CB0-994B-C24DF82A0F6F}" dt="2025-12-11T09:02:37.370" v="2078"/>
          <ac:spMkLst>
            <pc:docMk/>
            <pc:sldMk cId="3002903787" sldId="286"/>
            <ac:spMk id="34" creationId="{F2FF6E90-E8E1-D298-0DAC-6A8A2A39F4EE}"/>
          </ac:spMkLst>
        </pc:spChg>
        <pc:spChg chg="mod">
          <ac:chgData name="Matthew Dodds" userId="80d5a6ea92063750" providerId="LiveId" clId="{614D3421-716A-4CB0-994B-C24DF82A0F6F}" dt="2025-12-11T09:02:37.370" v="2078"/>
          <ac:spMkLst>
            <pc:docMk/>
            <pc:sldMk cId="3002903787" sldId="286"/>
            <ac:spMk id="38" creationId="{D792CAB8-A9A9-9B08-8B7C-8477DBEC6CF4}"/>
          </ac:spMkLst>
        </pc:spChg>
        <pc:spChg chg="mod">
          <ac:chgData name="Matthew Dodds" userId="80d5a6ea92063750" providerId="LiveId" clId="{614D3421-716A-4CB0-994B-C24DF82A0F6F}" dt="2025-12-11T09:02:37.370" v="2078"/>
          <ac:spMkLst>
            <pc:docMk/>
            <pc:sldMk cId="3002903787" sldId="286"/>
            <ac:spMk id="39" creationId="{BBB774FE-B8B7-B838-4F6A-1F0F68831E19}"/>
          </ac:spMkLst>
        </pc:spChg>
        <pc:spChg chg="mod">
          <ac:chgData name="Matthew Dodds" userId="80d5a6ea92063750" providerId="LiveId" clId="{614D3421-716A-4CB0-994B-C24DF82A0F6F}" dt="2025-12-11T09:02:37.370" v="2078"/>
          <ac:spMkLst>
            <pc:docMk/>
            <pc:sldMk cId="3002903787" sldId="286"/>
            <ac:spMk id="41" creationId="{46D306B8-3F6F-8A89-1A2C-7CC91C1A4736}"/>
          </ac:spMkLst>
        </pc:spChg>
        <pc:spChg chg="add mod">
          <ac:chgData name="Matthew Dodds" userId="80d5a6ea92063750" providerId="LiveId" clId="{614D3421-716A-4CB0-994B-C24DF82A0F6F}" dt="2025-12-11T09:06:14.575" v="2096" actId="164"/>
          <ac:spMkLst>
            <pc:docMk/>
            <pc:sldMk cId="3002903787" sldId="286"/>
            <ac:spMk id="42" creationId="{827DC29A-8B8C-6BEA-5F68-9B70DB5C39CB}"/>
          </ac:spMkLst>
        </pc:spChg>
        <pc:spChg chg="add mod">
          <ac:chgData name="Matthew Dodds" userId="80d5a6ea92063750" providerId="LiveId" clId="{614D3421-716A-4CB0-994B-C24DF82A0F6F}" dt="2025-12-11T09:06:14.575" v="2096" actId="164"/>
          <ac:spMkLst>
            <pc:docMk/>
            <pc:sldMk cId="3002903787" sldId="286"/>
            <ac:spMk id="43" creationId="{D355FD2C-30D9-1B89-6BCE-63CFF08C978F}"/>
          </ac:spMkLst>
        </pc:spChg>
        <pc:spChg chg="add mod">
          <ac:chgData name="Matthew Dodds" userId="80d5a6ea92063750" providerId="LiveId" clId="{614D3421-716A-4CB0-994B-C24DF82A0F6F}" dt="2025-12-11T09:13:59.582" v="2311" actId="164"/>
          <ac:spMkLst>
            <pc:docMk/>
            <pc:sldMk cId="3002903787" sldId="286"/>
            <ac:spMk id="45" creationId="{00E18FD6-C48A-02F7-B9C3-9EAA4767942F}"/>
          </ac:spMkLst>
        </pc:spChg>
        <pc:spChg chg="add mod">
          <ac:chgData name="Matthew Dodds" userId="80d5a6ea92063750" providerId="LiveId" clId="{614D3421-716A-4CB0-994B-C24DF82A0F6F}" dt="2025-12-11T09:13:59.582" v="2311" actId="164"/>
          <ac:spMkLst>
            <pc:docMk/>
            <pc:sldMk cId="3002903787" sldId="286"/>
            <ac:spMk id="46" creationId="{743495BA-96DD-1817-4A2E-72FDCA5B550A}"/>
          </ac:spMkLst>
        </pc:spChg>
        <pc:spChg chg="mod">
          <ac:chgData name="Matthew Dodds" userId="80d5a6ea92063750" providerId="LiveId" clId="{614D3421-716A-4CB0-994B-C24DF82A0F6F}" dt="2025-12-11T09:14:03.397" v="2312"/>
          <ac:spMkLst>
            <pc:docMk/>
            <pc:sldMk cId="3002903787" sldId="286"/>
            <ac:spMk id="51" creationId="{C95D248E-083F-D171-6BAE-3DDE4006E032}"/>
          </ac:spMkLst>
        </pc:spChg>
        <pc:spChg chg="mod">
          <ac:chgData name="Matthew Dodds" userId="80d5a6ea92063750" providerId="LiveId" clId="{614D3421-716A-4CB0-994B-C24DF82A0F6F}" dt="2025-12-11T09:14:03.397" v="2312"/>
          <ac:spMkLst>
            <pc:docMk/>
            <pc:sldMk cId="3002903787" sldId="286"/>
            <ac:spMk id="52" creationId="{8DCE9FA8-8F5A-9E70-D8FE-BD9F28012CB9}"/>
          </ac:spMkLst>
        </pc:spChg>
        <pc:spChg chg="mod">
          <ac:chgData name="Matthew Dodds" userId="80d5a6ea92063750" providerId="LiveId" clId="{614D3421-716A-4CB0-994B-C24DF82A0F6F}" dt="2025-12-11T09:22:16.936" v="2434"/>
          <ac:spMkLst>
            <pc:docMk/>
            <pc:sldMk cId="3002903787" sldId="286"/>
            <ac:spMk id="81" creationId="{C25283BB-ECC9-4FEB-00C4-81BF0BDD8CA5}"/>
          </ac:spMkLst>
        </pc:spChg>
        <pc:spChg chg="mod">
          <ac:chgData name="Matthew Dodds" userId="80d5a6ea92063750" providerId="LiveId" clId="{614D3421-716A-4CB0-994B-C24DF82A0F6F}" dt="2025-12-11T09:22:16.936" v="2434"/>
          <ac:spMkLst>
            <pc:docMk/>
            <pc:sldMk cId="3002903787" sldId="286"/>
            <ac:spMk id="82" creationId="{77F413F3-B3A0-C4CB-F026-C865FAAD1682}"/>
          </ac:spMkLst>
        </pc:spChg>
        <pc:spChg chg="mod">
          <ac:chgData name="Matthew Dodds" userId="80d5a6ea92063750" providerId="LiveId" clId="{614D3421-716A-4CB0-994B-C24DF82A0F6F}" dt="2025-12-11T09:24:41.572" v="2482" actId="1035"/>
          <ac:spMkLst>
            <pc:docMk/>
            <pc:sldMk cId="3002903787" sldId="286"/>
            <ac:spMk id="85" creationId="{9F3059DC-046F-8CE2-EF98-AEF766C7E7FC}"/>
          </ac:spMkLst>
        </pc:spChg>
        <pc:spChg chg="mod">
          <ac:chgData name="Matthew Dodds" userId="80d5a6ea92063750" providerId="LiveId" clId="{614D3421-716A-4CB0-994B-C24DF82A0F6F}" dt="2025-12-11T09:23:34.295" v="2456"/>
          <ac:spMkLst>
            <pc:docMk/>
            <pc:sldMk cId="3002903787" sldId="286"/>
            <ac:spMk id="86" creationId="{1EC0FAFF-0211-E3A0-40B7-68D6C6824CA2}"/>
          </ac:spMkLst>
        </pc:spChg>
        <pc:spChg chg="mod">
          <ac:chgData name="Matthew Dodds" userId="80d5a6ea92063750" providerId="LiveId" clId="{614D3421-716A-4CB0-994B-C24DF82A0F6F}" dt="2025-12-11T09:25:56.911" v="2487"/>
          <ac:spMkLst>
            <pc:docMk/>
            <pc:sldMk cId="3002903787" sldId="286"/>
            <ac:spMk id="89" creationId="{34EB0A16-13F1-6D8B-BAC3-E6B85C047C1F}"/>
          </ac:spMkLst>
        </pc:spChg>
        <pc:spChg chg="mod">
          <ac:chgData name="Matthew Dodds" userId="80d5a6ea92063750" providerId="LiveId" clId="{614D3421-716A-4CB0-994B-C24DF82A0F6F}" dt="2025-12-11T09:25:56.911" v="2487"/>
          <ac:spMkLst>
            <pc:docMk/>
            <pc:sldMk cId="3002903787" sldId="286"/>
            <ac:spMk id="90" creationId="{5E3B1BA8-41A5-05E3-40B7-DE6725C81A6D}"/>
          </ac:spMkLst>
        </pc:spChg>
        <pc:spChg chg="mod">
          <ac:chgData name="Matthew Dodds" userId="80d5a6ea92063750" providerId="LiveId" clId="{614D3421-716A-4CB0-994B-C24DF82A0F6F}" dt="2025-12-11T09:25:56.911" v="2487"/>
          <ac:spMkLst>
            <pc:docMk/>
            <pc:sldMk cId="3002903787" sldId="286"/>
            <ac:spMk id="93" creationId="{9E08C3F8-082A-3BC2-C206-B417818C7678}"/>
          </ac:spMkLst>
        </pc:spChg>
        <pc:spChg chg="mod">
          <ac:chgData name="Matthew Dodds" userId="80d5a6ea92063750" providerId="LiveId" clId="{614D3421-716A-4CB0-994B-C24DF82A0F6F}" dt="2025-12-11T09:25:56.911" v="2487"/>
          <ac:spMkLst>
            <pc:docMk/>
            <pc:sldMk cId="3002903787" sldId="286"/>
            <ac:spMk id="94" creationId="{4516CD37-8D06-8DD3-73BA-72D2934D3542}"/>
          </ac:spMkLst>
        </pc:spChg>
        <pc:spChg chg="add mod">
          <ac:chgData name="Matthew Dodds" userId="80d5a6ea92063750" providerId="LiveId" clId="{614D3421-716A-4CB0-994B-C24DF82A0F6F}" dt="2025-12-11T09:30:16.118" v="2601" actId="692"/>
          <ac:spMkLst>
            <pc:docMk/>
            <pc:sldMk cId="3002903787" sldId="286"/>
            <ac:spMk id="96" creationId="{B57DDE25-4D67-110E-AB7A-9C3F69F55EEB}"/>
          </ac:spMkLst>
        </pc:spChg>
        <pc:spChg chg="mod">
          <ac:chgData name="Matthew Dodds" userId="80d5a6ea92063750" providerId="LiveId" clId="{614D3421-716A-4CB0-994B-C24DF82A0F6F}" dt="2025-12-11T09:30:51.898" v="2605"/>
          <ac:spMkLst>
            <pc:docMk/>
            <pc:sldMk cId="3002903787" sldId="286"/>
            <ac:spMk id="98" creationId="{09F9C678-2568-C37A-9AAC-37759B67CF94}"/>
          </ac:spMkLst>
        </pc:spChg>
        <pc:spChg chg="mod">
          <ac:chgData name="Matthew Dodds" userId="80d5a6ea92063750" providerId="LiveId" clId="{614D3421-716A-4CB0-994B-C24DF82A0F6F}" dt="2025-12-11T09:30:51.898" v="2605"/>
          <ac:spMkLst>
            <pc:docMk/>
            <pc:sldMk cId="3002903787" sldId="286"/>
            <ac:spMk id="99" creationId="{A0CAB6D8-967D-3DED-C11B-AF8C7F748529}"/>
          </ac:spMkLst>
        </pc:spChg>
        <pc:spChg chg="add mod">
          <ac:chgData name="Matthew Dodds" userId="80d5a6ea92063750" providerId="LiveId" clId="{614D3421-716A-4CB0-994B-C24DF82A0F6F}" dt="2025-12-11T09:49:30.581" v="2928" actId="1076"/>
          <ac:spMkLst>
            <pc:docMk/>
            <pc:sldMk cId="3002903787" sldId="286"/>
            <ac:spMk id="101" creationId="{D3069650-CA2F-4A86-D342-F0850BCD02F4}"/>
          </ac:spMkLst>
        </pc:spChg>
        <pc:spChg chg="add mod">
          <ac:chgData name="Matthew Dodds" userId="80d5a6ea92063750" providerId="LiveId" clId="{614D3421-716A-4CB0-994B-C24DF82A0F6F}" dt="2025-12-11T09:49:21.613" v="2926" actId="1076"/>
          <ac:spMkLst>
            <pc:docMk/>
            <pc:sldMk cId="3002903787" sldId="286"/>
            <ac:spMk id="102" creationId="{B677DEC4-A0DF-297E-B7F2-F1155DEBA204}"/>
          </ac:spMkLst>
        </pc:spChg>
        <pc:spChg chg="add mod">
          <ac:chgData name="Matthew Dodds" userId="80d5a6ea92063750" providerId="LiveId" clId="{614D3421-716A-4CB0-994B-C24DF82A0F6F}" dt="2025-12-11T09:49:21.613" v="2926" actId="1076"/>
          <ac:spMkLst>
            <pc:docMk/>
            <pc:sldMk cId="3002903787" sldId="286"/>
            <ac:spMk id="103" creationId="{E7C36215-392D-A5ED-91EA-7D9EF828D0B7}"/>
          </ac:spMkLst>
        </pc:spChg>
        <pc:spChg chg="add mod">
          <ac:chgData name="Matthew Dodds" userId="80d5a6ea92063750" providerId="LiveId" clId="{614D3421-716A-4CB0-994B-C24DF82A0F6F}" dt="2025-12-11T09:49:37.065" v="2930" actId="1076"/>
          <ac:spMkLst>
            <pc:docMk/>
            <pc:sldMk cId="3002903787" sldId="286"/>
            <ac:spMk id="104" creationId="{48768942-2224-9DF0-690C-441A251AD4D1}"/>
          </ac:spMkLst>
        </pc:spChg>
        <pc:spChg chg="add mod">
          <ac:chgData name="Matthew Dodds" userId="80d5a6ea92063750" providerId="LiveId" clId="{614D3421-716A-4CB0-994B-C24DF82A0F6F}" dt="2025-12-11T09:49:26.580" v="2927" actId="1076"/>
          <ac:spMkLst>
            <pc:docMk/>
            <pc:sldMk cId="3002903787" sldId="286"/>
            <ac:spMk id="105" creationId="{FAA258D2-E6B3-57F5-7C7D-8ACADD72D8D8}"/>
          </ac:spMkLst>
        </pc:spChg>
        <pc:spChg chg="mod">
          <ac:chgData name="Matthew Dodds" userId="80d5a6ea92063750" providerId="LiveId" clId="{614D3421-716A-4CB0-994B-C24DF82A0F6F}" dt="2025-12-11T09:35:41.241" v="2672"/>
          <ac:spMkLst>
            <pc:docMk/>
            <pc:sldMk cId="3002903787" sldId="286"/>
            <ac:spMk id="109" creationId="{CEAC582B-6097-E16E-6136-40EC4C24293F}"/>
          </ac:spMkLst>
        </pc:spChg>
        <pc:spChg chg="add mod">
          <ac:chgData name="Matthew Dodds" userId="80d5a6ea92063750" providerId="LiveId" clId="{614D3421-716A-4CB0-994B-C24DF82A0F6F}" dt="2025-12-11T09:49:33.868" v="2929" actId="1076"/>
          <ac:spMkLst>
            <pc:docMk/>
            <pc:sldMk cId="3002903787" sldId="286"/>
            <ac:spMk id="110" creationId="{E029EC39-1B32-B4A7-E57A-6E2539BCFE7A}"/>
          </ac:spMkLst>
        </pc:spChg>
        <pc:grpChg chg="add mod">
          <ac:chgData name="Matthew Dodds" userId="80d5a6ea92063750" providerId="LiveId" clId="{614D3421-716A-4CB0-994B-C24DF82A0F6F}" dt="2025-12-11T08:59:39.117" v="1986" actId="1076"/>
          <ac:grpSpMkLst>
            <pc:docMk/>
            <pc:sldMk cId="3002903787" sldId="286"/>
            <ac:grpSpMk id="7" creationId="{A4424220-AB77-1C48-5520-832DD4B12C7D}"/>
          </ac:grpSpMkLst>
        </pc:grpChg>
        <pc:grpChg chg="add mod">
          <ac:chgData name="Matthew Dodds" userId="80d5a6ea92063750" providerId="LiveId" clId="{614D3421-716A-4CB0-994B-C24DF82A0F6F}" dt="2025-12-11T09:01:32.376" v="2072" actId="164"/>
          <ac:grpSpMkLst>
            <pc:docMk/>
            <pc:sldMk cId="3002903787" sldId="286"/>
            <ac:grpSpMk id="8" creationId="{B32D8F2C-17A1-1151-B438-315892BA61EB}"/>
          </ac:grpSpMkLst>
        </pc:grpChg>
        <pc:grpChg chg="add del mod ord">
          <ac:chgData name="Matthew Dodds" userId="80d5a6ea92063750" providerId="LiveId" clId="{614D3421-716A-4CB0-994B-C24DF82A0F6F}" dt="2025-12-11T09:35:08.494" v="2671" actId="21"/>
          <ac:grpSpMkLst>
            <pc:docMk/>
            <pc:sldMk cId="3002903787" sldId="286"/>
            <ac:grpSpMk id="12" creationId="{A034B208-2FAA-AAAD-65F9-7AA4F08BC3AF}"/>
          </ac:grpSpMkLst>
        </pc:grpChg>
        <pc:grpChg chg="add mod">
          <ac:chgData name="Matthew Dodds" userId="80d5a6ea92063750" providerId="LiveId" clId="{614D3421-716A-4CB0-994B-C24DF82A0F6F}" dt="2025-12-11T09:01:32.376" v="2072" actId="164"/>
          <ac:grpSpMkLst>
            <pc:docMk/>
            <pc:sldMk cId="3002903787" sldId="286"/>
            <ac:grpSpMk id="15" creationId="{BE3494FC-FDD8-A677-B8C9-28EC88A99BAC}"/>
          </ac:grpSpMkLst>
        </pc:grpChg>
        <pc:grpChg chg="mod">
          <ac:chgData name="Matthew Dodds" userId="80d5a6ea92063750" providerId="LiveId" clId="{614D3421-716A-4CB0-994B-C24DF82A0F6F}" dt="2025-12-11T09:02:24.358" v="2077" actId="1076"/>
          <ac:grpSpMkLst>
            <pc:docMk/>
            <pc:sldMk cId="3002903787" sldId="286"/>
            <ac:grpSpMk id="18" creationId="{72A3A7CE-AEF4-F6E4-B9D7-B3CC10020D41}"/>
          </ac:grpSpMkLst>
        </pc:grpChg>
        <pc:grpChg chg="add mod">
          <ac:chgData name="Matthew Dodds" userId="80d5a6ea92063750" providerId="LiveId" clId="{614D3421-716A-4CB0-994B-C24DF82A0F6F}" dt="2025-12-11T09:02:24.358" v="2077" actId="1076"/>
          <ac:grpSpMkLst>
            <pc:docMk/>
            <pc:sldMk cId="3002903787" sldId="286"/>
            <ac:grpSpMk id="21" creationId="{C04B1DF9-4583-6752-6B32-090188704AA9}"/>
          </ac:grpSpMkLst>
        </pc:grpChg>
        <pc:grpChg chg="mod">
          <ac:chgData name="Matthew Dodds" userId="80d5a6ea92063750" providerId="LiveId" clId="{614D3421-716A-4CB0-994B-C24DF82A0F6F}" dt="2025-12-11T09:02:06.982" v="2073"/>
          <ac:grpSpMkLst>
            <pc:docMk/>
            <pc:sldMk cId="3002903787" sldId="286"/>
            <ac:grpSpMk id="22" creationId="{047B5B66-23FC-9873-01F9-DE81782267C0}"/>
          </ac:grpSpMkLst>
        </pc:grpChg>
        <pc:grpChg chg="del mod">
          <ac:chgData name="Matthew Dodds" userId="80d5a6ea92063750" providerId="LiveId" clId="{614D3421-716A-4CB0-994B-C24DF82A0F6F}" dt="2025-12-11T09:04:01.019" v="2088" actId="478"/>
          <ac:grpSpMkLst>
            <pc:docMk/>
            <pc:sldMk cId="3002903787" sldId="286"/>
            <ac:grpSpMk id="32" creationId="{1E7B9400-A75D-2D49-6824-8B3D37B032B5}"/>
          </ac:grpSpMkLst>
        </pc:grpChg>
        <pc:grpChg chg="del mod">
          <ac:chgData name="Matthew Dodds" userId="80d5a6ea92063750" providerId="LiveId" clId="{614D3421-716A-4CB0-994B-C24DF82A0F6F}" dt="2025-12-11T09:04:01.019" v="2088" actId="478"/>
          <ac:grpSpMkLst>
            <pc:docMk/>
            <pc:sldMk cId="3002903787" sldId="286"/>
            <ac:grpSpMk id="35" creationId="{A20A3A96-A6B0-F171-37B7-C6D5E15A5F23}"/>
          </ac:grpSpMkLst>
        </pc:grpChg>
        <pc:grpChg chg="add mod">
          <ac:chgData name="Matthew Dodds" userId="80d5a6ea92063750" providerId="LiveId" clId="{614D3421-716A-4CB0-994B-C24DF82A0F6F}" dt="2025-12-11T09:06:24.831" v="2106" actId="1038"/>
          <ac:grpSpMkLst>
            <pc:docMk/>
            <pc:sldMk cId="3002903787" sldId="286"/>
            <ac:grpSpMk id="44" creationId="{623C211E-FF77-24B7-3D5E-F68965DAAB87}"/>
          </ac:grpSpMkLst>
        </pc:grpChg>
        <pc:grpChg chg="add mod ord">
          <ac:chgData name="Matthew Dodds" userId="80d5a6ea92063750" providerId="LiveId" clId="{614D3421-716A-4CB0-994B-C24DF82A0F6F}" dt="2025-12-11T09:20:35.474" v="2423" actId="688"/>
          <ac:grpSpMkLst>
            <pc:docMk/>
            <pc:sldMk cId="3002903787" sldId="286"/>
            <ac:grpSpMk id="49" creationId="{FF5492DD-2EF4-9BCC-C3E9-6E01167333B5}"/>
          </ac:grpSpMkLst>
        </pc:grpChg>
        <pc:grpChg chg="add del mod">
          <ac:chgData name="Matthew Dodds" userId="80d5a6ea92063750" providerId="LiveId" clId="{614D3421-716A-4CB0-994B-C24DF82A0F6F}" dt="2025-12-11T09:30:28.837" v="2602" actId="478"/>
          <ac:grpSpMkLst>
            <pc:docMk/>
            <pc:sldMk cId="3002903787" sldId="286"/>
            <ac:grpSpMk id="50" creationId="{C0F77681-26FD-5396-05D0-B6A3042BA13C}"/>
          </ac:grpSpMkLst>
        </pc:grpChg>
        <pc:grpChg chg="add mod ord">
          <ac:chgData name="Matthew Dodds" userId="80d5a6ea92063750" providerId="LiveId" clId="{614D3421-716A-4CB0-994B-C24DF82A0F6F}" dt="2025-12-11T09:23:11.006" v="2454" actId="1036"/>
          <ac:grpSpMkLst>
            <pc:docMk/>
            <pc:sldMk cId="3002903787" sldId="286"/>
            <ac:grpSpMk id="80" creationId="{5A708145-E3BD-E6EC-05A0-60C6307B76DF}"/>
          </ac:grpSpMkLst>
        </pc:grpChg>
        <pc:grpChg chg="add mod ord">
          <ac:chgData name="Matthew Dodds" userId="80d5a6ea92063750" providerId="LiveId" clId="{614D3421-716A-4CB0-994B-C24DF82A0F6F}" dt="2025-12-11T09:24:07.839" v="2469" actId="1035"/>
          <ac:grpSpMkLst>
            <pc:docMk/>
            <pc:sldMk cId="3002903787" sldId="286"/>
            <ac:grpSpMk id="84" creationId="{C1EF779E-9BA7-03E3-5A63-3A32C06E6593}"/>
          </ac:grpSpMkLst>
        </pc:grpChg>
        <pc:grpChg chg="add mod ord">
          <ac:chgData name="Matthew Dodds" userId="80d5a6ea92063750" providerId="LiveId" clId="{614D3421-716A-4CB0-994B-C24DF82A0F6F}" dt="2025-12-11T09:31:12.217" v="2609" actId="1076"/>
          <ac:grpSpMkLst>
            <pc:docMk/>
            <pc:sldMk cId="3002903787" sldId="286"/>
            <ac:grpSpMk id="88" creationId="{D57D04B6-7EC5-CAD1-F7EB-943FA8C0581B}"/>
          </ac:grpSpMkLst>
        </pc:grpChg>
        <pc:grpChg chg="add mod ord">
          <ac:chgData name="Matthew Dodds" userId="80d5a6ea92063750" providerId="LiveId" clId="{614D3421-716A-4CB0-994B-C24DF82A0F6F}" dt="2025-12-11T09:30:42.919" v="2604" actId="1076"/>
          <ac:grpSpMkLst>
            <pc:docMk/>
            <pc:sldMk cId="3002903787" sldId="286"/>
            <ac:grpSpMk id="92" creationId="{3F9424CA-9C70-942B-DBBD-B0BA4334FE86}"/>
          </ac:grpSpMkLst>
        </pc:grpChg>
        <pc:grpChg chg="add del mod">
          <ac:chgData name="Matthew Dodds" userId="80d5a6ea92063750" providerId="LiveId" clId="{614D3421-716A-4CB0-994B-C24DF82A0F6F}" dt="2025-12-11T09:31:36.793" v="2611" actId="478"/>
          <ac:grpSpMkLst>
            <pc:docMk/>
            <pc:sldMk cId="3002903787" sldId="286"/>
            <ac:grpSpMk id="97" creationId="{7315E0BB-EB0D-6507-C3B4-94BAD6E5FC64}"/>
          </ac:grpSpMkLst>
        </pc:grpChg>
        <pc:grpChg chg="add mod">
          <ac:chgData name="Matthew Dodds" userId="80d5a6ea92063750" providerId="LiveId" clId="{614D3421-716A-4CB0-994B-C24DF82A0F6F}" dt="2025-12-11T09:35:51.627" v="2673" actId="1076"/>
          <ac:grpSpMkLst>
            <pc:docMk/>
            <pc:sldMk cId="3002903787" sldId="286"/>
            <ac:grpSpMk id="107" creationId="{2A0C5669-6E99-4898-EECC-ABFBFB506EA4}"/>
          </ac:grpSpMkLst>
        </pc:grpChg>
        <pc:picChg chg="add del mod">
          <ac:chgData name="Matthew Dodds" userId="80d5a6ea92063750" providerId="LiveId" clId="{614D3421-716A-4CB0-994B-C24DF82A0F6F}" dt="2025-12-11T09:35:08.494" v="2671" actId="21"/>
          <ac:picMkLst>
            <pc:docMk/>
            <pc:sldMk cId="3002903787" sldId="286"/>
            <ac:picMk id="13" creationId="{0B09D758-091C-F082-C621-5152C855AA23}"/>
          </ac:picMkLst>
        </pc:picChg>
        <pc:picChg chg="mod">
          <ac:chgData name="Matthew Dodds" userId="80d5a6ea92063750" providerId="LiveId" clId="{614D3421-716A-4CB0-994B-C24DF82A0F6F}" dt="2025-12-11T09:02:06.982" v="2073"/>
          <ac:picMkLst>
            <pc:docMk/>
            <pc:sldMk cId="3002903787" sldId="286"/>
            <ac:picMk id="26" creationId="{939E0535-6E53-3AC4-D9A8-ABA35B5C6772}"/>
          </ac:picMkLst>
        </pc:picChg>
        <pc:picChg chg="mod">
          <ac:chgData name="Matthew Dodds" userId="80d5a6ea92063750" providerId="LiveId" clId="{614D3421-716A-4CB0-994B-C24DF82A0F6F}" dt="2025-12-11T09:02:37.370" v="2078"/>
          <ac:picMkLst>
            <pc:docMk/>
            <pc:sldMk cId="3002903787" sldId="286"/>
            <ac:picMk id="40" creationId="{97750433-CD4D-C2BA-AAE8-EBF30334879B}"/>
          </ac:picMkLst>
        </pc:picChg>
        <pc:picChg chg="add mod">
          <ac:chgData name="Matthew Dodds" userId="80d5a6ea92063750" providerId="LiveId" clId="{614D3421-716A-4CB0-994B-C24DF82A0F6F}" dt="2025-12-11T09:35:07.028" v="2670" actId="1076"/>
          <ac:picMkLst>
            <pc:docMk/>
            <pc:sldMk cId="3002903787" sldId="286"/>
            <ac:picMk id="106" creationId="{0B09D758-091C-F082-C621-5152C855AA23}"/>
          </ac:picMkLst>
        </pc:picChg>
        <pc:picChg chg="mod">
          <ac:chgData name="Matthew Dodds" userId="80d5a6ea92063750" providerId="LiveId" clId="{614D3421-716A-4CB0-994B-C24DF82A0F6F}" dt="2025-12-11T09:35:41.241" v="2672"/>
          <ac:picMkLst>
            <pc:docMk/>
            <pc:sldMk cId="3002903787" sldId="286"/>
            <ac:picMk id="108" creationId="{D406FAFC-57C0-11FB-29A4-92761F18416A}"/>
          </ac:picMkLst>
        </pc:picChg>
        <pc:cxnChg chg="add mod ord">
          <ac:chgData name="Matthew Dodds" userId="80d5a6ea92063750" providerId="LiveId" clId="{614D3421-716A-4CB0-994B-C24DF82A0F6F}" dt="2025-12-11T09:22:12.359" v="2433" actId="1037"/>
          <ac:cxnSpMkLst>
            <pc:docMk/>
            <pc:sldMk cId="3002903787" sldId="286"/>
            <ac:cxnSpMk id="48" creationId="{EF7E34C2-BD2B-8ACE-CFD9-EFC602E2731E}"/>
          </ac:cxnSpMkLst>
        </pc:cxnChg>
        <pc:cxnChg chg="mod">
          <ac:chgData name="Matthew Dodds" userId="80d5a6ea92063750" providerId="LiveId" clId="{614D3421-716A-4CB0-994B-C24DF82A0F6F}" dt="2025-12-11T09:14:03.397" v="2312"/>
          <ac:cxnSpMkLst>
            <pc:docMk/>
            <pc:sldMk cId="3002903787" sldId="286"/>
            <ac:cxnSpMk id="53" creationId="{BE9FC66B-8EBB-89F1-457C-B605A1AB9C1C}"/>
          </ac:cxnSpMkLst>
        </pc:cxnChg>
        <pc:cxnChg chg="add del mod">
          <ac:chgData name="Matthew Dodds" userId="80d5a6ea92063750" providerId="LiveId" clId="{614D3421-716A-4CB0-994B-C24DF82A0F6F}" dt="2025-12-11T09:28:35.474" v="2564" actId="478"/>
          <ac:cxnSpMkLst>
            <pc:docMk/>
            <pc:sldMk cId="3002903787" sldId="286"/>
            <ac:cxnSpMk id="55" creationId="{C5FDA804-7C16-1548-F7D0-5556D3034E75}"/>
          </ac:cxnSpMkLst>
        </pc:cxnChg>
        <pc:cxnChg chg="add del mod">
          <ac:chgData name="Matthew Dodds" userId="80d5a6ea92063750" providerId="LiveId" clId="{614D3421-716A-4CB0-994B-C24DF82A0F6F}" dt="2025-12-11T09:16:57.274" v="2343" actId="478"/>
          <ac:cxnSpMkLst>
            <pc:docMk/>
            <pc:sldMk cId="3002903787" sldId="286"/>
            <ac:cxnSpMk id="56" creationId="{9FFD974F-6779-1A70-8BC8-E21522447DC5}"/>
          </ac:cxnSpMkLst>
        </pc:cxnChg>
        <pc:cxnChg chg="add del mod">
          <ac:chgData name="Matthew Dodds" userId="80d5a6ea92063750" providerId="LiveId" clId="{614D3421-716A-4CB0-994B-C24DF82A0F6F}" dt="2025-12-11T09:19:01.084" v="2408" actId="478"/>
          <ac:cxnSpMkLst>
            <pc:docMk/>
            <pc:sldMk cId="3002903787" sldId="286"/>
            <ac:cxnSpMk id="60" creationId="{97084CCA-2B80-3BFA-8210-D490C03811EE}"/>
          </ac:cxnSpMkLst>
        </pc:cxnChg>
        <pc:cxnChg chg="add del mod">
          <ac:chgData name="Matthew Dodds" userId="80d5a6ea92063750" providerId="LiveId" clId="{614D3421-716A-4CB0-994B-C24DF82A0F6F}" dt="2025-12-11T09:18:59.105" v="2407" actId="478"/>
          <ac:cxnSpMkLst>
            <pc:docMk/>
            <pc:sldMk cId="3002903787" sldId="286"/>
            <ac:cxnSpMk id="65" creationId="{8042814A-8AFE-97F0-14E6-DE2CF7AC07B4}"/>
          </ac:cxnSpMkLst>
        </pc:cxnChg>
        <pc:cxnChg chg="add del mod">
          <ac:chgData name="Matthew Dodds" userId="80d5a6ea92063750" providerId="LiveId" clId="{614D3421-716A-4CB0-994B-C24DF82A0F6F}" dt="2025-12-11T09:28:37.655" v="2565" actId="478"/>
          <ac:cxnSpMkLst>
            <pc:docMk/>
            <pc:sldMk cId="3002903787" sldId="286"/>
            <ac:cxnSpMk id="66" creationId="{E246FBD1-454C-1019-9DC4-BCB630901D80}"/>
          </ac:cxnSpMkLst>
        </pc:cxnChg>
        <pc:cxnChg chg="add del mod">
          <ac:chgData name="Matthew Dodds" userId="80d5a6ea92063750" providerId="LiveId" clId="{614D3421-716A-4CB0-994B-C24DF82A0F6F}" dt="2025-12-11T09:18:57.085" v="2406" actId="478"/>
          <ac:cxnSpMkLst>
            <pc:docMk/>
            <pc:sldMk cId="3002903787" sldId="286"/>
            <ac:cxnSpMk id="68" creationId="{ACF0D04B-F644-3255-6D7B-DA2B9D3BA211}"/>
          </ac:cxnSpMkLst>
        </pc:cxnChg>
        <pc:cxnChg chg="add del mod">
          <ac:chgData name="Matthew Dodds" userId="80d5a6ea92063750" providerId="LiveId" clId="{614D3421-716A-4CB0-994B-C24DF82A0F6F}" dt="2025-12-11T09:28:33.144" v="2563" actId="478"/>
          <ac:cxnSpMkLst>
            <pc:docMk/>
            <pc:sldMk cId="3002903787" sldId="286"/>
            <ac:cxnSpMk id="75" creationId="{C809910A-E103-4D2F-916B-AABE34116DC8}"/>
          </ac:cxnSpMkLst>
        </pc:cxnChg>
        <pc:cxnChg chg="mod">
          <ac:chgData name="Matthew Dodds" userId="80d5a6ea92063750" providerId="LiveId" clId="{614D3421-716A-4CB0-994B-C24DF82A0F6F}" dt="2025-12-11T09:23:18.424" v="2455" actId="1037"/>
          <ac:cxnSpMkLst>
            <pc:docMk/>
            <pc:sldMk cId="3002903787" sldId="286"/>
            <ac:cxnSpMk id="83" creationId="{E1391332-6AD5-C433-F2D4-E4CB3B9FA1B9}"/>
          </ac:cxnSpMkLst>
        </pc:cxnChg>
        <pc:cxnChg chg="mod">
          <ac:chgData name="Matthew Dodds" userId="80d5a6ea92063750" providerId="LiveId" clId="{614D3421-716A-4CB0-994B-C24DF82A0F6F}" dt="2025-12-11T09:31:26.856" v="2610" actId="1036"/>
          <ac:cxnSpMkLst>
            <pc:docMk/>
            <pc:sldMk cId="3002903787" sldId="286"/>
            <ac:cxnSpMk id="87" creationId="{84FACDE0-D014-2775-278D-400A67E455ED}"/>
          </ac:cxnSpMkLst>
        </pc:cxnChg>
        <pc:cxnChg chg="mod">
          <ac:chgData name="Matthew Dodds" userId="80d5a6ea92063750" providerId="LiveId" clId="{614D3421-716A-4CB0-994B-C24DF82A0F6F}" dt="2025-12-11T09:25:56.911" v="2487"/>
          <ac:cxnSpMkLst>
            <pc:docMk/>
            <pc:sldMk cId="3002903787" sldId="286"/>
            <ac:cxnSpMk id="91" creationId="{2F9D31FA-D9A1-80FB-EFBA-DE5829C0B380}"/>
          </ac:cxnSpMkLst>
        </pc:cxnChg>
        <pc:cxnChg chg="mod">
          <ac:chgData name="Matthew Dodds" userId="80d5a6ea92063750" providerId="LiveId" clId="{614D3421-716A-4CB0-994B-C24DF82A0F6F}" dt="2025-12-11T09:27:14.971" v="2552" actId="1038"/>
          <ac:cxnSpMkLst>
            <pc:docMk/>
            <pc:sldMk cId="3002903787" sldId="286"/>
            <ac:cxnSpMk id="95" creationId="{FA0548D9-7070-2071-3146-3587E1B081F3}"/>
          </ac:cxnSpMkLst>
        </pc:cxnChg>
        <pc:cxnChg chg="mod">
          <ac:chgData name="Matthew Dodds" userId="80d5a6ea92063750" providerId="LiveId" clId="{614D3421-716A-4CB0-994B-C24DF82A0F6F}" dt="2025-12-11T09:30:51.898" v="2605"/>
          <ac:cxnSpMkLst>
            <pc:docMk/>
            <pc:sldMk cId="3002903787" sldId="286"/>
            <ac:cxnSpMk id="100" creationId="{D0A635AC-E787-65D4-F984-D1880B08ECAA}"/>
          </ac:cxnSpMkLst>
        </pc:cxnChg>
      </pc:sldChg>
      <pc:sldChg chg="addSp delSp modSp add mod">
        <pc:chgData name="Matthew Dodds" userId="80d5a6ea92063750" providerId="LiveId" clId="{614D3421-716A-4CB0-994B-C24DF82A0F6F}" dt="2025-12-11T09:48:58.268" v="2925" actId="1076"/>
        <pc:sldMkLst>
          <pc:docMk/>
          <pc:sldMk cId="2795855296" sldId="287"/>
        </pc:sldMkLst>
        <pc:spChg chg="mod">
          <ac:chgData name="Matthew Dodds" userId="80d5a6ea92063750" providerId="LiveId" clId="{614D3421-716A-4CB0-994B-C24DF82A0F6F}" dt="2025-12-11T09:47:47.194" v="2923" actId="1038"/>
          <ac:spMkLst>
            <pc:docMk/>
            <pc:sldMk cId="2795855296" sldId="287"/>
            <ac:spMk id="2" creationId="{84EA3A6C-3CC5-16AA-71EF-56C93EE359B4}"/>
          </ac:spMkLst>
        </pc:spChg>
        <pc:spChg chg="mod">
          <ac:chgData name="Matthew Dodds" userId="80d5a6ea92063750" providerId="LiveId" clId="{614D3421-716A-4CB0-994B-C24DF82A0F6F}" dt="2025-12-11T09:46:41" v="2893" actId="1076"/>
          <ac:spMkLst>
            <pc:docMk/>
            <pc:sldMk cId="2795855296" sldId="287"/>
            <ac:spMk id="7" creationId="{38A8D36C-0B48-957C-8EBF-27AABB13791A}"/>
          </ac:spMkLst>
        </pc:spChg>
        <pc:spChg chg="mod">
          <ac:chgData name="Matthew Dodds" userId="80d5a6ea92063750" providerId="LiveId" clId="{614D3421-716A-4CB0-994B-C24DF82A0F6F}" dt="2025-12-11T09:38:15.263" v="2690"/>
          <ac:spMkLst>
            <pc:docMk/>
            <pc:sldMk cId="2795855296" sldId="287"/>
            <ac:spMk id="14" creationId="{53D16B3B-450F-0A35-7D0D-4BD654F81BEB}"/>
          </ac:spMkLst>
        </pc:spChg>
        <pc:spChg chg="mod">
          <ac:chgData name="Matthew Dodds" userId="80d5a6ea92063750" providerId="LiveId" clId="{614D3421-716A-4CB0-994B-C24DF82A0F6F}" dt="2025-12-11T09:38:15.263" v="2690"/>
          <ac:spMkLst>
            <pc:docMk/>
            <pc:sldMk cId="2795855296" sldId="287"/>
            <ac:spMk id="18" creationId="{A80E9590-31F1-8FB8-8210-95AF1867BBF2}"/>
          </ac:spMkLst>
        </pc:spChg>
        <pc:spChg chg="mod">
          <ac:chgData name="Matthew Dodds" userId="80d5a6ea92063750" providerId="LiveId" clId="{614D3421-716A-4CB0-994B-C24DF82A0F6F}" dt="2025-12-11T09:38:42.149" v="2715" actId="164"/>
          <ac:spMkLst>
            <pc:docMk/>
            <pc:sldMk cId="2795855296" sldId="287"/>
            <ac:spMk id="33" creationId="{E9BFCAF4-6A22-25B1-EAC5-47C2F745B8EC}"/>
          </ac:spMkLst>
        </pc:spChg>
        <pc:spChg chg="del">
          <ac:chgData name="Matthew Dodds" userId="80d5a6ea92063750" providerId="LiveId" clId="{614D3421-716A-4CB0-994B-C24DF82A0F6F}" dt="2025-12-11T09:38:00.763" v="2688" actId="478"/>
          <ac:spMkLst>
            <pc:docMk/>
            <pc:sldMk cId="2795855296" sldId="287"/>
            <ac:spMk id="38" creationId="{92731EEF-E215-5862-E68E-88262E85C629}"/>
          </ac:spMkLst>
        </pc:spChg>
        <pc:spChg chg="del">
          <ac:chgData name="Matthew Dodds" userId="80d5a6ea92063750" providerId="LiveId" clId="{614D3421-716A-4CB0-994B-C24DF82A0F6F}" dt="2025-12-11T09:37:57.419" v="2687" actId="478"/>
          <ac:spMkLst>
            <pc:docMk/>
            <pc:sldMk cId="2795855296" sldId="287"/>
            <ac:spMk id="39" creationId="{118F985C-69E7-8F47-4CE2-715E9258E66C}"/>
          </ac:spMkLst>
        </pc:spChg>
        <pc:spChg chg="del">
          <ac:chgData name="Matthew Dodds" userId="80d5a6ea92063750" providerId="LiveId" clId="{614D3421-716A-4CB0-994B-C24DF82A0F6F}" dt="2025-12-11T09:38:03.614" v="2689" actId="478"/>
          <ac:spMkLst>
            <pc:docMk/>
            <pc:sldMk cId="2795855296" sldId="287"/>
            <ac:spMk id="41" creationId="{BEB09DF3-D7C1-C4CC-3D09-BFE95E4039F5}"/>
          </ac:spMkLst>
        </pc:spChg>
        <pc:spChg chg="del">
          <ac:chgData name="Matthew Dodds" userId="80d5a6ea92063750" providerId="LiveId" clId="{614D3421-716A-4CB0-994B-C24DF82A0F6F}" dt="2025-12-11T09:37:57.419" v="2687" actId="478"/>
          <ac:spMkLst>
            <pc:docMk/>
            <pc:sldMk cId="2795855296" sldId="287"/>
            <ac:spMk id="42" creationId="{3D5BFBC6-A312-B97D-DAB1-DE99D5443F2E}"/>
          </ac:spMkLst>
        </pc:spChg>
        <pc:spChg chg="del">
          <ac:chgData name="Matthew Dodds" userId="80d5a6ea92063750" providerId="LiveId" clId="{614D3421-716A-4CB0-994B-C24DF82A0F6F}" dt="2025-12-11T09:37:57.419" v="2687" actId="478"/>
          <ac:spMkLst>
            <pc:docMk/>
            <pc:sldMk cId="2795855296" sldId="287"/>
            <ac:spMk id="43" creationId="{DC3AD942-01E4-2146-3335-9298A7FEF4E6}"/>
          </ac:spMkLst>
        </pc:spChg>
        <pc:spChg chg="mod">
          <ac:chgData name="Matthew Dodds" userId="80d5a6ea92063750" providerId="LiveId" clId="{614D3421-716A-4CB0-994B-C24DF82A0F6F}" dt="2025-12-11T09:38:42.149" v="2715" actId="164"/>
          <ac:spMkLst>
            <pc:docMk/>
            <pc:sldMk cId="2795855296" sldId="287"/>
            <ac:spMk id="44" creationId="{BBE48228-5ACC-42A2-D89C-16DD0DF46098}"/>
          </ac:spMkLst>
        </pc:spChg>
        <pc:spChg chg="add mod">
          <ac:chgData name="Matthew Dodds" userId="80d5a6ea92063750" providerId="LiveId" clId="{614D3421-716A-4CB0-994B-C24DF82A0F6F}" dt="2025-12-11T09:38:42.149" v="2715" actId="164"/>
          <ac:spMkLst>
            <pc:docMk/>
            <pc:sldMk cId="2795855296" sldId="287"/>
            <ac:spMk id="46" creationId="{39213B07-788D-2583-DDE1-09FFE8FCCB86}"/>
          </ac:spMkLst>
        </pc:spChg>
        <pc:spChg chg="mod">
          <ac:chgData name="Matthew Dodds" userId="80d5a6ea92063750" providerId="LiveId" clId="{614D3421-716A-4CB0-994B-C24DF82A0F6F}" dt="2025-12-11T09:38:15.263" v="2690"/>
          <ac:spMkLst>
            <pc:docMk/>
            <pc:sldMk cId="2795855296" sldId="287"/>
            <ac:spMk id="54" creationId="{83E64B5F-07F8-9B37-4CD1-F154A2020772}"/>
          </ac:spMkLst>
        </pc:spChg>
        <pc:spChg chg="mod">
          <ac:chgData name="Matthew Dodds" userId="80d5a6ea92063750" providerId="LiveId" clId="{614D3421-716A-4CB0-994B-C24DF82A0F6F}" dt="2025-12-11T09:38:15.263" v="2690"/>
          <ac:spMkLst>
            <pc:docMk/>
            <pc:sldMk cId="2795855296" sldId="287"/>
            <ac:spMk id="58" creationId="{DA7A411D-C101-CF5E-3C5A-23B53D573892}"/>
          </ac:spMkLst>
        </pc:spChg>
        <pc:spChg chg="mod">
          <ac:chgData name="Matthew Dodds" userId="80d5a6ea92063750" providerId="LiveId" clId="{614D3421-716A-4CB0-994B-C24DF82A0F6F}" dt="2025-12-11T09:38:15.263" v="2690"/>
          <ac:spMkLst>
            <pc:docMk/>
            <pc:sldMk cId="2795855296" sldId="287"/>
            <ac:spMk id="82" creationId="{A2CEBB30-402E-6EAE-2A91-1ACC35436C14}"/>
          </ac:spMkLst>
        </pc:spChg>
        <pc:spChg chg="mod">
          <ac:chgData name="Matthew Dodds" userId="80d5a6ea92063750" providerId="LiveId" clId="{614D3421-716A-4CB0-994B-C24DF82A0F6F}" dt="2025-12-11T09:38:15.263" v="2690"/>
          <ac:spMkLst>
            <pc:docMk/>
            <pc:sldMk cId="2795855296" sldId="287"/>
            <ac:spMk id="101" creationId="{E8A05897-ADDD-A13F-9645-DCE4787917A8}"/>
          </ac:spMkLst>
        </pc:spChg>
        <pc:spChg chg="mod">
          <ac:chgData name="Matthew Dodds" userId="80d5a6ea92063750" providerId="LiveId" clId="{614D3421-716A-4CB0-994B-C24DF82A0F6F}" dt="2025-12-11T09:38:42.149" v="2715" actId="164"/>
          <ac:spMkLst>
            <pc:docMk/>
            <pc:sldMk cId="2795855296" sldId="287"/>
            <ac:spMk id="102" creationId="{6D4726C9-D019-15C5-4D95-735010450248}"/>
          </ac:spMkLst>
        </pc:spChg>
        <pc:spChg chg="mod">
          <ac:chgData name="Matthew Dodds" userId="80d5a6ea92063750" providerId="LiveId" clId="{614D3421-716A-4CB0-994B-C24DF82A0F6F}" dt="2025-12-11T09:39:06.260" v="2724" actId="1037"/>
          <ac:spMkLst>
            <pc:docMk/>
            <pc:sldMk cId="2795855296" sldId="287"/>
            <ac:spMk id="103" creationId="{229B3EA0-F952-712A-2B22-959FEECB3D1E}"/>
          </ac:spMkLst>
        </pc:spChg>
        <pc:spChg chg="add mod">
          <ac:chgData name="Matthew Dodds" userId="80d5a6ea92063750" providerId="LiveId" clId="{614D3421-716A-4CB0-994B-C24DF82A0F6F}" dt="2025-12-11T09:39:14.753" v="2726" actId="14100"/>
          <ac:spMkLst>
            <pc:docMk/>
            <pc:sldMk cId="2795855296" sldId="287"/>
            <ac:spMk id="104" creationId="{22E00394-B8EA-D379-78EC-54B56E0FBFAB}"/>
          </ac:spMkLst>
        </pc:spChg>
        <pc:spChg chg="mod">
          <ac:chgData name="Matthew Dodds" userId="80d5a6ea92063750" providerId="LiveId" clId="{614D3421-716A-4CB0-994B-C24DF82A0F6F}" dt="2025-12-11T09:38:42.149" v="2715" actId="164"/>
          <ac:spMkLst>
            <pc:docMk/>
            <pc:sldMk cId="2795855296" sldId="287"/>
            <ac:spMk id="105" creationId="{A9D9C642-D292-5B88-015C-CC1D7D608B8F}"/>
          </ac:spMkLst>
        </pc:spChg>
        <pc:spChg chg="add mod">
          <ac:chgData name="Matthew Dodds" userId="80d5a6ea92063750" providerId="LiveId" clId="{614D3421-716A-4CB0-994B-C24DF82A0F6F}" dt="2025-12-11T09:39:18.461" v="2727" actId="14100"/>
          <ac:spMkLst>
            <pc:docMk/>
            <pc:sldMk cId="2795855296" sldId="287"/>
            <ac:spMk id="106" creationId="{31D23B9A-8C27-5C23-B7B8-EC2BB5090345}"/>
          </ac:spMkLst>
        </pc:spChg>
        <pc:spChg chg="mod">
          <ac:chgData name="Matthew Dodds" userId="80d5a6ea92063750" providerId="LiveId" clId="{614D3421-716A-4CB0-994B-C24DF82A0F6F}" dt="2025-12-11T09:39:11.355" v="2725" actId="14100"/>
          <ac:spMkLst>
            <pc:docMk/>
            <pc:sldMk cId="2795855296" sldId="287"/>
            <ac:spMk id="107" creationId="{E9540534-FE38-B3CE-408B-6180ADAABD5C}"/>
          </ac:spMkLst>
        </pc:spChg>
        <pc:spChg chg="add mod">
          <ac:chgData name="Matthew Dodds" userId="80d5a6ea92063750" providerId="LiveId" clId="{614D3421-716A-4CB0-994B-C24DF82A0F6F}" dt="2025-12-11T09:48:58.268" v="2925" actId="1076"/>
          <ac:spMkLst>
            <pc:docMk/>
            <pc:sldMk cId="2795855296" sldId="287"/>
            <ac:spMk id="111" creationId="{5BE45EB5-03F2-673D-9EFF-20585741A3AC}"/>
          </ac:spMkLst>
        </pc:spChg>
        <pc:spChg chg="add mod ord">
          <ac:chgData name="Matthew Dodds" userId="80d5a6ea92063750" providerId="LiveId" clId="{614D3421-716A-4CB0-994B-C24DF82A0F6F}" dt="2025-12-11T09:43:02.059" v="2747" actId="171"/>
          <ac:spMkLst>
            <pc:docMk/>
            <pc:sldMk cId="2795855296" sldId="287"/>
            <ac:spMk id="113" creationId="{8957DA71-ABB1-C140-0325-3CB493AB07DB}"/>
          </ac:spMkLst>
        </pc:spChg>
        <pc:grpChg chg="del">
          <ac:chgData name="Matthew Dodds" userId="80d5a6ea92063750" providerId="LiveId" clId="{614D3421-716A-4CB0-994B-C24DF82A0F6F}" dt="2025-12-11T09:43:41.989" v="2748" actId="478"/>
          <ac:grpSpMkLst>
            <pc:docMk/>
            <pc:sldMk cId="2795855296" sldId="287"/>
            <ac:grpSpMk id="4" creationId="{7FE3F8FF-F636-ACCD-37FA-A80FBAC94E1F}"/>
          </ac:grpSpMkLst>
        </pc:grpChg>
        <pc:grpChg chg="del">
          <ac:chgData name="Matthew Dodds" userId="80d5a6ea92063750" providerId="LiveId" clId="{614D3421-716A-4CB0-994B-C24DF82A0F6F}" dt="2025-12-11T09:37:57.419" v="2687" actId="478"/>
          <ac:grpSpMkLst>
            <pc:docMk/>
            <pc:sldMk cId="2795855296" sldId="287"/>
            <ac:grpSpMk id="37" creationId="{68E6832B-2C08-58AC-EDFF-367137B72D73}"/>
          </ac:grpSpMkLst>
        </pc:grpChg>
        <pc:grpChg chg="del">
          <ac:chgData name="Matthew Dodds" userId="80d5a6ea92063750" providerId="LiveId" clId="{614D3421-716A-4CB0-994B-C24DF82A0F6F}" dt="2025-12-11T09:37:57.419" v="2687" actId="478"/>
          <ac:grpSpMkLst>
            <pc:docMk/>
            <pc:sldMk cId="2795855296" sldId="287"/>
            <ac:grpSpMk id="71" creationId="{E180921E-4C45-254F-3593-C6DF45EFF6A2}"/>
          </ac:grpSpMkLst>
        </pc:grpChg>
        <pc:grpChg chg="del">
          <ac:chgData name="Matthew Dodds" userId="80d5a6ea92063750" providerId="LiveId" clId="{614D3421-716A-4CB0-994B-C24DF82A0F6F}" dt="2025-12-11T09:37:57.419" v="2687" actId="478"/>
          <ac:grpSpMkLst>
            <pc:docMk/>
            <pc:sldMk cId="2795855296" sldId="287"/>
            <ac:grpSpMk id="72" creationId="{0B8A18BD-3A98-DE5A-7B12-B650D845119B}"/>
          </ac:grpSpMkLst>
        </pc:grpChg>
        <pc:grpChg chg="del">
          <ac:chgData name="Matthew Dodds" userId="80d5a6ea92063750" providerId="LiveId" clId="{614D3421-716A-4CB0-994B-C24DF82A0F6F}" dt="2025-12-11T09:37:57.419" v="2687" actId="478"/>
          <ac:grpSpMkLst>
            <pc:docMk/>
            <pc:sldMk cId="2795855296" sldId="287"/>
            <ac:grpSpMk id="75" creationId="{63931B20-EA8A-2EB4-B2AF-0635730EDC83}"/>
          </ac:grpSpMkLst>
        </pc:grpChg>
        <pc:grpChg chg="del">
          <ac:chgData name="Matthew Dodds" userId="80d5a6ea92063750" providerId="LiveId" clId="{614D3421-716A-4CB0-994B-C24DF82A0F6F}" dt="2025-12-11T09:37:57.419" v="2687" actId="478"/>
          <ac:grpSpMkLst>
            <pc:docMk/>
            <pc:sldMk cId="2795855296" sldId="287"/>
            <ac:grpSpMk id="78" creationId="{F0CA1E72-8795-8159-FB90-70F5A0A91891}"/>
          </ac:grpSpMkLst>
        </pc:grpChg>
        <pc:grpChg chg="mod">
          <ac:chgData name="Matthew Dodds" userId="80d5a6ea92063750" providerId="LiveId" clId="{614D3421-716A-4CB0-994B-C24DF82A0F6F}" dt="2025-12-11T09:38:57.741" v="2717" actId="1076"/>
          <ac:grpSpMkLst>
            <pc:docMk/>
            <pc:sldMk cId="2795855296" sldId="287"/>
            <ac:grpSpMk id="112" creationId="{165126DD-4C7C-0099-7934-768623AB5208}"/>
          </ac:grpSpMkLst>
        </pc:grpChg>
        <pc:picChg chg="mod">
          <ac:chgData name="Matthew Dodds" userId="80d5a6ea92063750" providerId="LiveId" clId="{614D3421-716A-4CB0-994B-C24DF82A0F6F}" dt="2025-12-11T09:40:44.057" v="2739" actId="1076"/>
          <ac:picMkLst>
            <pc:docMk/>
            <pc:sldMk cId="2795855296" sldId="287"/>
            <ac:picMk id="109" creationId="{BCA09620-5626-A15C-31FB-E100F8D18C74}"/>
          </ac:picMkLst>
        </pc:picChg>
        <pc:cxnChg chg="mod">
          <ac:chgData name="Matthew Dodds" userId="80d5a6ea92063750" providerId="LiveId" clId="{614D3421-716A-4CB0-994B-C24DF82A0F6F}" dt="2025-12-11T09:44:12.802" v="2810" actId="1035"/>
          <ac:cxnSpMkLst>
            <pc:docMk/>
            <pc:sldMk cId="2795855296" sldId="287"/>
            <ac:cxnSpMk id="40" creationId="{9EC9A120-2029-EC09-DB25-8A41C7633D2F}"/>
          </ac:cxnSpMkLst>
        </pc:cxnChg>
      </pc:sldChg>
      <pc:sldChg chg="addSp delSp modSp add mod">
        <pc:chgData name="Matthew Dodds" userId="80d5a6ea92063750" providerId="LiveId" clId="{614D3421-716A-4CB0-994B-C24DF82A0F6F}" dt="2025-12-11T09:54:50.079" v="2935" actId="1076"/>
        <pc:sldMkLst>
          <pc:docMk/>
          <pc:sldMk cId="2895963385" sldId="288"/>
        </pc:sldMkLst>
        <pc:spChg chg="del">
          <ac:chgData name="Matthew Dodds" userId="80d5a6ea92063750" providerId="LiveId" clId="{614D3421-716A-4CB0-994B-C24DF82A0F6F}" dt="2025-12-11T09:54:30.909" v="2932" actId="478"/>
          <ac:spMkLst>
            <pc:docMk/>
            <pc:sldMk cId="2895963385" sldId="288"/>
            <ac:spMk id="113" creationId="{9818151E-6F52-EC35-9CD6-EFC95FE3414E}"/>
          </ac:spMkLst>
        </pc:spChg>
        <pc:grpChg chg="del">
          <ac:chgData name="Matthew Dodds" userId="80d5a6ea92063750" providerId="LiveId" clId="{614D3421-716A-4CB0-994B-C24DF82A0F6F}" dt="2025-12-11T09:54:30.909" v="2932" actId="478"/>
          <ac:grpSpMkLst>
            <pc:docMk/>
            <pc:sldMk cId="2895963385" sldId="288"/>
            <ac:grpSpMk id="112" creationId="{FF1618BD-FD59-7E17-B870-52562BC56D31}"/>
          </ac:grpSpMkLst>
        </pc:grpChg>
        <pc:picChg chg="add mod">
          <ac:chgData name="Matthew Dodds" userId="80d5a6ea92063750" providerId="LiveId" clId="{614D3421-716A-4CB0-994B-C24DF82A0F6F}" dt="2025-12-11T09:54:50.079" v="2935" actId="1076"/>
          <ac:picMkLst>
            <pc:docMk/>
            <pc:sldMk cId="2895963385" sldId="288"/>
            <ac:picMk id="5" creationId="{780BC586-A5E1-2682-B838-F5E238456C9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365F73-B955-40D2-92DF-82FFF6800FF1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062B1B-8ACF-4076-9214-A8D53603C1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2486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593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6FB50-C17B-A91F-1BFE-8E1BBFA17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2019CB-D3C8-2520-9E57-1F06807A6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945E07-F385-08DA-3F36-8A9581945A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18FEA4-30C9-045E-D068-BA0A92FAFB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34656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6B109-98D6-3FCC-83B6-15AA3ABBA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1B774-C722-5D8D-5AC5-623477F612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DFCE59-4776-A41E-F737-BAFFD53DF8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E007D-2DFE-9A05-C2E6-ACBB81BD0A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9482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C1C9F-4EC1-4C6B-3502-230F09583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27536A-6F3C-EC9B-8766-01F61115E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9680AC-0346-ADC8-A7EE-AD2CE0503F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2C271-DE87-9E88-3C5E-2E299BBB1F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03714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9264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3806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3908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71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7459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711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426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6730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393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17843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187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110D0D"/>
            </a:gs>
            <a:gs pos="14000">
              <a:srgbClr val="2D2626"/>
            </a:gs>
            <a:gs pos="0">
              <a:schemeClr val="bg2">
                <a:lumMod val="25000"/>
              </a:schemeClr>
            </a:gs>
          </a:gsLst>
          <a:path path="rect">
            <a:fillToRect l="100000" t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844EAE-78C4-45F3-83C5-DF449BFC3B16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0873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08461-F6F4-567F-E232-BFA99D7E6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EAEE44-A988-9902-12A5-AF84E2BF0B61}"/>
              </a:ext>
            </a:extLst>
          </p:cNvPr>
          <p:cNvSpPr txBox="1"/>
          <p:nvPr/>
        </p:nvSpPr>
        <p:spPr>
          <a:xfrm>
            <a:off x="2167089" y="1900454"/>
            <a:ext cx="39354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C461C13-75C0-DA41-F556-7E87F17199B5}"/>
              </a:ext>
            </a:extLst>
          </p:cNvPr>
          <p:cNvSpPr/>
          <p:nvPr/>
        </p:nvSpPr>
        <p:spPr>
          <a:xfrm>
            <a:off x="936000" y="1289792"/>
            <a:ext cx="1231089" cy="1214536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74B01D-8AA5-0F52-ACED-BFD4BD6F3DD3}"/>
              </a:ext>
            </a:extLst>
          </p:cNvPr>
          <p:cNvSpPr txBox="1"/>
          <p:nvPr/>
        </p:nvSpPr>
        <p:spPr>
          <a:xfrm>
            <a:off x="2167089" y="4071794"/>
            <a:ext cx="3223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D65700">
                      <a:alpha val="43000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LOGIN</a:t>
            </a:r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D65700">
                      <a:alpha val="43000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: 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1D13D3B-03C3-660E-3B9B-364754BFB2E6}"/>
              </a:ext>
            </a:extLst>
          </p:cNvPr>
          <p:cNvCxnSpPr>
            <a:cxnSpLocks/>
          </p:cNvCxnSpPr>
          <p:nvPr/>
        </p:nvCxnSpPr>
        <p:spPr>
          <a:xfrm>
            <a:off x="936000" y="2589090"/>
            <a:ext cx="10333062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8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46774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B9404-181B-B956-EAEB-342BC7431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3AFC69-F7A5-5694-E479-4D623FD269ED}"/>
              </a:ext>
            </a:extLst>
          </p:cNvPr>
          <p:cNvSpPr txBox="1"/>
          <p:nvPr/>
        </p:nvSpPr>
        <p:spPr>
          <a:xfrm>
            <a:off x="2692168" y="1309001"/>
            <a:ext cx="72512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6556E3C-89EC-6FCC-7743-75E1D26DA8A0}"/>
              </a:ext>
            </a:extLst>
          </p:cNvPr>
          <p:cNvCxnSpPr>
            <a:cxnSpLocks/>
          </p:cNvCxnSpPr>
          <p:nvPr/>
        </p:nvCxnSpPr>
        <p:spPr>
          <a:xfrm>
            <a:off x="936000" y="1703265"/>
            <a:ext cx="10333062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8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C46B815-0B03-6C89-DAB0-79B76DFDBBFE}"/>
              </a:ext>
            </a:extLst>
          </p:cNvPr>
          <p:cNvGrpSpPr/>
          <p:nvPr/>
        </p:nvGrpSpPr>
        <p:grpSpPr>
          <a:xfrm>
            <a:off x="5630369" y="4735635"/>
            <a:ext cx="829662" cy="797864"/>
            <a:chOff x="3923641" y="1771650"/>
            <a:chExt cx="3072140" cy="312090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96FAF3F-6D72-73D6-3F0D-9997647BC4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B779573-301F-867B-6038-14068B96D9FD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164517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11AF3-ECE7-F0F4-FE56-2686FA03B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F206F0-5F02-2C6F-DDF9-128422AF103E}"/>
              </a:ext>
            </a:extLst>
          </p:cNvPr>
          <p:cNvSpPr txBox="1"/>
          <p:nvPr/>
        </p:nvSpPr>
        <p:spPr>
          <a:xfrm>
            <a:off x="2692168" y="1309001"/>
            <a:ext cx="72512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3552B-A6D9-3B0F-F627-807919FEF43F}"/>
              </a:ext>
            </a:extLst>
          </p:cNvPr>
          <p:cNvSpPr txBox="1"/>
          <p:nvPr/>
        </p:nvSpPr>
        <p:spPr>
          <a:xfrm>
            <a:off x="4490743" y="3126738"/>
            <a:ext cx="3223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LOGIN</a:t>
            </a:r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: 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129432B-73DE-8B7B-BA7C-85989DFE63E4}"/>
              </a:ext>
            </a:extLst>
          </p:cNvPr>
          <p:cNvCxnSpPr>
            <a:cxnSpLocks/>
          </p:cNvCxnSpPr>
          <p:nvPr/>
        </p:nvCxnSpPr>
        <p:spPr>
          <a:xfrm>
            <a:off x="936000" y="1703265"/>
            <a:ext cx="10333062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8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46F7237-F824-2944-CD6B-9B742A875645}"/>
              </a:ext>
            </a:extLst>
          </p:cNvPr>
          <p:cNvSpPr txBox="1"/>
          <p:nvPr/>
        </p:nvSpPr>
        <p:spPr>
          <a:xfrm>
            <a:off x="3703341" y="3745171"/>
            <a:ext cx="873005" cy="21544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USERNAME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70101D-392D-7DA2-3818-3023B24AE1F2}"/>
              </a:ext>
            </a:extLst>
          </p:cNvPr>
          <p:cNvSpPr txBox="1"/>
          <p:nvPr/>
        </p:nvSpPr>
        <p:spPr>
          <a:xfrm>
            <a:off x="3703341" y="4176703"/>
            <a:ext cx="873005" cy="21544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PASSWORD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08DDFB-872F-24E4-4CF1-43B71F7D6004}"/>
              </a:ext>
            </a:extLst>
          </p:cNvPr>
          <p:cNvSpPr txBox="1"/>
          <p:nvPr/>
        </p:nvSpPr>
        <p:spPr>
          <a:xfrm>
            <a:off x="6592021" y="4408229"/>
            <a:ext cx="1302375" cy="1692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5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Forgot Password? </a:t>
            </a:r>
            <a:endParaRPr lang="en-GB" sz="800" spc="150" dirty="0">
              <a:solidFill>
                <a:schemeClr val="bg1">
                  <a:lumMod val="95000"/>
                </a:schemeClr>
              </a:solidFill>
              <a:effectLst/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6B9698-5081-8C69-BD5F-F6E1EB0A2DD3}"/>
              </a:ext>
            </a:extLst>
          </p:cNvPr>
          <p:cNvSpPr txBox="1"/>
          <p:nvPr/>
        </p:nvSpPr>
        <p:spPr>
          <a:xfrm>
            <a:off x="6915871" y="3985203"/>
            <a:ext cx="802717" cy="16927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5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Remember Me </a:t>
            </a:r>
            <a:endParaRPr lang="en-GB" sz="800" spc="150" dirty="0">
              <a:solidFill>
                <a:schemeClr val="bg1">
                  <a:lumMod val="95000"/>
                </a:schemeClr>
              </a:solidFill>
              <a:effectLst/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EDC6602-A70B-B871-F8A1-987CADDD80B8}"/>
              </a:ext>
            </a:extLst>
          </p:cNvPr>
          <p:cNvGrpSpPr/>
          <p:nvPr/>
        </p:nvGrpSpPr>
        <p:grpSpPr>
          <a:xfrm>
            <a:off x="5630369" y="4735635"/>
            <a:ext cx="829662" cy="797864"/>
            <a:chOff x="3923641" y="1771650"/>
            <a:chExt cx="3072140" cy="312090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7F6D1BAC-3B13-9ABC-851C-15BAFD141F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5645E46-C797-BA30-17BB-C64C5CA0D18D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CACA712-6FE9-7287-449B-0E4E78020D62}"/>
              </a:ext>
            </a:extLst>
          </p:cNvPr>
          <p:cNvCxnSpPr>
            <a:cxnSpLocks/>
          </p:cNvCxnSpPr>
          <p:nvPr/>
        </p:nvCxnSpPr>
        <p:spPr>
          <a:xfrm>
            <a:off x="4576346" y="3960615"/>
            <a:ext cx="30393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60000">
                  <a:schemeClr val="bg2">
                    <a:lumMod val="2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3B35D5D-20C1-689F-C14A-88B4C63A75E7}"/>
              </a:ext>
            </a:extLst>
          </p:cNvPr>
          <p:cNvCxnSpPr>
            <a:cxnSpLocks/>
          </p:cNvCxnSpPr>
          <p:nvPr/>
        </p:nvCxnSpPr>
        <p:spPr>
          <a:xfrm>
            <a:off x="4576346" y="4392147"/>
            <a:ext cx="30393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60000">
                  <a:schemeClr val="bg2">
                    <a:lumMod val="2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3028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2515-6162-3FF9-537A-7B8D4D1AE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82BA84-7D4F-ECD7-BDB8-993EF659248B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52AD8C-936B-268E-CF01-D59F53074710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00F588-4AFA-6C93-2BA1-7966A47F8F78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9ACCA35-F1AC-B368-30BB-47468CB2AC61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28113C23-7941-8738-9C28-8AD93494A2A9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FD812B9-D0DB-42ED-58DD-46215DDC0DE8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C3668CD-0BAA-F7E1-86E8-E79C82B28D3D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1380FDF0-555B-B8D4-3905-C62FF9D451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0A97979-A908-7E1D-6EB4-76C2D87654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72E340E4-7448-3689-75FC-CA3815E34F31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2F5DA251-C80A-C5B9-3CB0-39B3B8DBA7CC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E3AC1B75-E493-71B4-4F92-42BEB1C537E6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FFB83BD-11EB-670D-E5F4-06358B095E8C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25EA9FB5-C55B-F067-968B-B955EAE1CE8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0BDBFA1-6FD7-73AA-FFDA-93AE97B32922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9813B22-165A-27D6-F677-87A6CA190D83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F71A35E1-B364-2BC0-4FEF-48E5B8B60D85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C8A44D7-B276-3950-A19B-BF73DFEDDE56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11C4D4D1-88EE-48DE-0DD6-D4422B751B05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2B71F660-3A22-FCF4-FF28-FF8FC9584EEC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AB564BF8-196E-090E-573E-CC7E9F734F39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FA41E93B-4492-BA4A-4096-E2BC87D19FCE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ADB833F9-08DA-0BF2-1F89-EF7A62B59900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557E4492-4EF0-1022-816B-818DEB66A976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D869C75-7696-2F8C-4DE5-BE8324DF8595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EADF9F25-A1F7-515F-0F7D-58163D37B268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6470FA77-4B4D-08DE-1127-1176FCCDDB34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1569E23F-BB9A-B70E-2D04-76273B991E14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A384700D-532E-2278-F3B7-B528E1759534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05158944-EAE4-A30B-C4F3-658138AEA86E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28FF590-B7A3-BFEA-3F0A-A3E7B97B60C6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3641B932-B608-4132-315C-E1051A3A3B5C}"/>
              </a:ext>
            </a:extLst>
          </p:cNvPr>
          <p:cNvSpPr/>
          <p:nvPr/>
        </p:nvSpPr>
        <p:spPr>
          <a:xfrm>
            <a:off x="3536632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33B319F-A085-4C00-8965-756DD5C30B8D}"/>
              </a:ext>
            </a:extLst>
          </p:cNvPr>
          <p:cNvSpPr txBox="1"/>
          <p:nvPr/>
        </p:nvSpPr>
        <p:spPr>
          <a:xfrm>
            <a:off x="4848551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05C6D771-626C-817B-A1BE-0B93F385329B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6A1BA8E-6ED4-F21B-4136-CC78F33597B6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6A65DE-2125-7E2A-3A37-C80B57D38D4A}"/>
              </a:ext>
            </a:extLst>
          </p:cNvPr>
          <p:cNvSpPr txBox="1"/>
          <p:nvPr/>
        </p:nvSpPr>
        <p:spPr>
          <a:xfrm>
            <a:off x="2605002" y="563077"/>
            <a:ext cx="6981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6EE514D-538A-130F-8158-786F3D44DCF3}"/>
              </a:ext>
            </a:extLst>
          </p:cNvPr>
          <p:cNvCxnSpPr/>
          <p:nvPr/>
        </p:nvCxnSpPr>
        <p:spPr>
          <a:xfrm>
            <a:off x="243232" y="92939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74AA4DD-CF51-9128-2322-BF438183648A}"/>
              </a:ext>
            </a:extLst>
          </p:cNvPr>
          <p:cNvGrpSpPr/>
          <p:nvPr/>
        </p:nvGrpSpPr>
        <p:grpSpPr>
          <a:xfrm>
            <a:off x="3873761" y="1419470"/>
            <a:ext cx="4580014" cy="4019060"/>
            <a:chOff x="3430511" y="1067290"/>
            <a:chExt cx="5466513" cy="4990025"/>
          </a:xfrm>
        </p:grpSpPr>
        <p:sp>
          <p:nvSpPr>
            <p:cNvPr id="23" name="Circle: Hollow 22">
              <a:extLst>
                <a:ext uri="{FF2B5EF4-FFF2-40B4-BE49-F238E27FC236}">
                  <a16:creationId xmlns:a16="http://schemas.microsoft.com/office/drawing/2014/main" id="{676050FD-96D7-BD38-7510-98DCFC416032}"/>
                </a:ext>
              </a:extLst>
            </p:cNvPr>
            <p:cNvSpPr/>
            <p:nvPr/>
          </p:nvSpPr>
          <p:spPr>
            <a:xfrm>
              <a:off x="3943082" y="1512700"/>
              <a:ext cx="4441371" cy="4085929"/>
            </a:xfrm>
            <a:prstGeom prst="donut">
              <a:avLst>
                <a:gd name="adj" fmla="val 3672"/>
              </a:avLst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69000">
                  <a:srgbClr val="D65700"/>
                </a:gs>
                <a:gs pos="13000">
                  <a:srgbClr val="957D3B"/>
                </a:gs>
                <a:gs pos="31000">
                  <a:schemeClr val="bg1">
                    <a:lumMod val="85000"/>
                  </a:schemeClr>
                </a:gs>
              </a:gsLst>
              <a:path path="rect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86AD214C-BED7-C456-A2F5-35434FE493B6}"/>
                </a:ext>
              </a:extLst>
            </p:cNvPr>
            <p:cNvSpPr/>
            <p:nvPr/>
          </p:nvSpPr>
          <p:spPr>
            <a:xfrm>
              <a:off x="6024571" y="1067290"/>
              <a:ext cx="209550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Isosceles Triangle 33">
              <a:extLst>
                <a:ext uri="{FF2B5EF4-FFF2-40B4-BE49-F238E27FC236}">
                  <a16:creationId xmlns:a16="http://schemas.microsoft.com/office/drawing/2014/main" id="{3876A8B6-134A-2953-C5E2-2D8771335846}"/>
                </a:ext>
              </a:extLst>
            </p:cNvPr>
            <p:cNvSpPr/>
            <p:nvPr/>
          </p:nvSpPr>
          <p:spPr>
            <a:xfrm rot="16200000">
              <a:off x="3520999" y="3307692"/>
              <a:ext cx="209550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Isosceles Triangle 34">
              <a:extLst>
                <a:ext uri="{FF2B5EF4-FFF2-40B4-BE49-F238E27FC236}">
                  <a16:creationId xmlns:a16="http://schemas.microsoft.com/office/drawing/2014/main" id="{5C63B15F-3740-4671-1F29-253F9EE2D1F1}"/>
                </a:ext>
              </a:extLst>
            </p:cNvPr>
            <p:cNvSpPr/>
            <p:nvPr/>
          </p:nvSpPr>
          <p:spPr>
            <a:xfrm rot="10800000">
              <a:off x="6070046" y="5666790"/>
              <a:ext cx="209549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Isosceles Triangle 35">
              <a:extLst>
                <a:ext uri="{FF2B5EF4-FFF2-40B4-BE49-F238E27FC236}">
                  <a16:creationId xmlns:a16="http://schemas.microsoft.com/office/drawing/2014/main" id="{52E114A1-524B-492E-BD5B-A5FD93E1FCF9}"/>
                </a:ext>
              </a:extLst>
            </p:cNvPr>
            <p:cNvSpPr/>
            <p:nvPr/>
          </p:nvSpPr>
          <p:spPr>
            <a:xfrm rot="5400000" flipH="1">
              <a:off x="8596987" y="3309546"/>
              <a:ext cx="209550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FAC9B525-6846-2EA8-E593-74A836FA6A06}"/>
              </a:ext>
            </a:extLst>
          </p:cNvPr>
          <p:cNvSpPr txBox="1"/>
          <p:nvPr/>
        </p:nvSpPr>
        <p:spPr>
          <a:xfrm>
            <a:off x="5778772" y="1211205"/>
            <a:ext cx="7649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DEFINE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389553-0537-6AA4-B843-FDE82DF0D843}"/>
              </a:ext>
            </a:extLst>
          </p:cNvPr>
          <p:cNvSpPr txBox="1"/>
          <p:nvPr/>
        </p:nvSpPr>
        <p:spPr>
          <a:xfrm>
            <a:off x="8453776" y="3253958"/>
            <a:ext cx="7759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BE6BC12-40F7-0C1D-C24D-C079BDE29461}"/>
              </a:ext>
            </a:extLst>
          </p:cNvPr>
          <p:cNvSpPr txBox="1"/>
          <p:nvPr/>
        </p:nvSpPr>
        <p:spPr>
          <a:xfrm>
            <a:off x="5808046" y="5445165"/>
            <a:ext cx="7759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BUILD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9F6C1F-2DBB-C5D9-A18D-E8BE6614867A}"/>
              </a:ext>
            </a:extLst>
          </p:cNvPr>
          <p:cNvSpPr txBox="1"/>
          <p:nvPr/>
        </p:nvSpPr>
        <p:spPr>
          <a:xfrm>
            <a:off x="2962275" y="3253958"/>
            <a:ext cx="946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47E8E84-E07C-5279-4162-69AC741954A9}"/>
              </a:ext>
            </a:extLst>
          </p:cNvPr>
          <p:cNvSpPr txBox="1"/>
          <p:nvPr/>
        </p:nvSpPr>
        <p:spPr>
          <a:xfrm>
            <a:off x="5618120" y="3262947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GENERATE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BCB0EBE-3510-BB7E-7F27-4E852330B8B4}"/>
              </a:ext>
            </a:extLst>
          </p:cNvPr>
          <p:cNvGrpSpPr/>
          <p:nvPr/>
        </p:nvGrpSpPr>
        <p:grpSpPr>
          <a:xfrm>
            <a:off x="6126173" y="2002372"/>
            <a:ext cx="42282" cy="1260053"/>
            <a:chOff x="6151571" y="2061636"/>
            <a:chExt cx="42282" cy="1260053"/>
          </a:xfrm>
        </p:grpSpPr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3CB48E1-264A-39A5-7BC9-D8ACB54BDD76}"/>
                </a:ext>
              </a:extLst>
            </p:cNvPr>
            <p:cNvCxnSpPr>
              <a:cxnSpLocks/>
            </p:cNvCxnSpPr>
            <p:nvPr/>
          </p:nvCxnSpPr>
          <p:spPr>
            <a:xfrm>
              <a:off x="6193853" y="2061636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DB2678E-D5DE-2C86-1D64-5DAB068A5E5E}"/>
                </a:ext>
              </a:extLst>
            </p:cNvPr>
            <p:cNvCxnSpPr/>
            <p:nvPr/>
          </p:nvCxnSpPr>
          <p:spPr>
            <a:xfrm>
              <a:off x="6151571" y="2120378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A3252AE-B203-ED8C-D1AA-56ACA7304F14}"/>
              </a:ext>
            </a:extLst>
          </p:cNvPr>
          <p:cNvGrpSpPr/>
          <p:nvPr/>
        </p:nvGrpSpPr>
        <p:grpSpPr>
          <a:xfrm rot="5400000">
            <a:off x="7238918" y="2848753"/>
            <a:ext cx="33798" cy="1109945"/>
            <a:chOff x="6143827" y="2052647"/>
            <a:chExt cx="28909" cy="1244165"/>
          </a:xfrm>
        </p:grpSpPr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F9409EC-3301-717C-5FE7-C98814085EAC}"/>
                </a:ext>
              </a:extLst>
            </p:cNvPr>
            <p:cNvCxnSpPr/>
            <p:nvPr/>
          </p:nvCxnSpPr>
          <p:spPr>
            <a:xfrm>
              <a:off x="6143827" y="2095501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3C7E81F-04F8-6E9E-1A26-0DF113F8469C}"/>
                </a:ext>
              </a:extLst>
            </p:cNvPr>
            <p:cNvCxnSpPr/>
            <p:nvPr/>
          </p:nvCxnSpPr>
          <p:spPr>
            <a:xfrm>
              <a:off x="6172736" y="2052647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3D4DA47-3776-C40B-DE26-E9AC86E959C8}"/>
              </a:ext>
            </a:extLst>
          </p:cNvPr>
          <p:cNvGrpSpPr/>
          <p:nvPr/>
        </p:nvGrpSpPr>
        <p:grpSpPr>
          <a:xfrm rot="5400000" flipH="1" flipV="1">
            <a:off x="5002502" y="2831853"/>
            <a:ext cx="33798" cy="1109945"/>
            <a:chOff x="6143827" y="2052647"/>
            <a:chExt cx="28909" cy="1244165"/>
          </a:xfrm>
        </p:grpSpPr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1D4699D-2BFB-6D80-FC73-EDE927E299C8}"/>
                </a:ext>
              </a:extLst>
            </p:cNvPr>
            <p:cNvCxnSpPr/>
            <p:nvPr/>
          </p:nvCxnSpPr>
          <p:spPr>
            <a:xfrm>
              <a:off x="6143827" y="2095501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C65239E-346A-A0F2-ACD4-8B099974DCA2}"/>
                </a:ext>
              </a:extLst>
            </p:cNvPr>
            <p:cNvCxnSpPr/>
            <p:nvPr/>
          </p:nvCxnSpPr>
          <p:spPr>
            <a:xfrm>
              <a:off x="6172736" y="2052647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41D770C-DD0E-F72E-BAAF-42DAFFE56180}"/>
              </a:ext>
            </a:extLst>
          </p:cNvPr>
          <p:cNvGrpSpPr/>
          <p:nvPr/>
        </p:nvGrpSpPr>
        <p:grpSpPr>
          <a:xfrm flipH="1" flipV="1">
            <a:off x="6138873" y="3583522"/>
            <a:ext cx="42282" cy="1260053"/>
            <a:chOff x="6151571" y="2061636"/>
            <a:chExt cx="42282" cy="1260053"/>
          </a:xfrm>
        </p:grpSpPr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9133A8A-EBB5-4585-B6F1-8D573E34908C}"/>
                </a:ext>
              </a:extLst>
            </p:cNvPr>
            <p:cNvCxnSpPr>
              <a:cxnSpLocks/>
            </p:cNvCxnSpPr>
            <p:nvPr/>
          </p:nvCxnSpPr>
          <p:spPr>
            <a:xfrm>
              <a:off x="6193853" y="2061636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83C56DE5-7D20-5C44-02FB-D50D2E0AB09D}"/>
                </a:ext>
              </a:extLst>
            </p:cNvPr>
            <p:cNvCxnSpPr/>
            <p:nvPr/>
          </p:nvCxnSpPr>
          <p:spPr>
            <a:xfrm>
              <a:off x="6151571" y="2120378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B7AA33D-32EB-7644-4D4A-D3CE797266B5}"/>
              </a:ext>
            </a:extLst>
          </p:cNvPr>
          <p:cNvGrpSpPr/>
          <p:nvPr/>
        </p:nvGrpSpPr>
        <p:grpSpPr>
          <a:xfrm>
            <a:off x="5906895" y="134958"/>
            <a:ext cx="438555" cy="386164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21589F-8C95-68B8-059A-49E6FAD709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79B82DD-70AB-9C87-BAFE-59309E6CC29F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545230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4DD11-BD5C-ACF8-4102-82BEF2ABB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65F136A-C1C0-CBE3-C331-9CB2F8A370F8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A8D36C-0B48-957C-8EBF-27AABB13791A}"/>
              </a:ext>
            </a:extLst>
          </p:cNvPr>
          <p:cNvSpPr txBox="1"/>
          <p:nvPr/>
        </p:nvSpPr>
        <p:spPr>
          <a:xfrm>
            <a:off x="199842" y="439392"/>
            <a:ext cx="9642335" cy="1955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     </a:t>
            </a: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3 DAYS     </a:t>
            </a: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      </a:t>
            </a: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4FF4E9-60CE-E850-A31E-92C8EF47DBE3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49FB6A6-7A80-62FC-A873-DFD7A0CEF36C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29D794DD-2EEA-CA3D-657E-57FA2555ABF3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4AA4A4-F473-3932-D141-61E59D9E225B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1AFE5B5-92F1-9DCA-BFCA-B7CD02D316C6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A388E29-653F-CF2A-C66C-ACDAD4B5A0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D51422EF-AEA1-2D5F-3581-8A58F328A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F91618B1-8417-DB87-A564-1F00F812C128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39839742-BD4F-6FBC-3C33-2BDD4B19A694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D037428-B500-596E-3EA6-A997810211C1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B666B5A-5AF1-EDA3-2F21-34EFA935FFD0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1E1C92A3-0C1A-8418-4687-4835AE4A9C31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5539A40-2EB6-57FE-7B49-8CFF932F4F98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10D71CE5-CA23-29C2-B32F-5EB36A2FCA52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603048F0-2563-44FB-D746-78150789618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2A746C2-3DBF-2B53-1941-AA6DE9FC372E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AA8B40DF-0C9C-B824-B809-6C45AEC9E6F6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BA123576-BC2D-2FDD-1FF6-272FB771251E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35992FE2-C8E8-E3FD-1B0C-EB5837DD70EE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5ED2B06-A91D-E6DE-0E99-064B2CDCE36E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1D5B9C5E-EDFF-5F32-8CC7-F0A5906C0167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81128DC5-2495-5462-46FE-650F1B929E15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E9521B02-222A-5A94-8E49-6AE4464729B2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7FF963FB-BFB3-02D9-0032-2DAD413ABF8E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012B347D-D809-19AB-3A4B-A9DAE1E52D5E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91D920D8-93ED-2397-18AD-D03B7B45F18F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2C4A74A0-D644-ADD7-D2C0-960F08D23B99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2573B8F7-2F6D-6CF1-B947-0379581B5E3B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1FB78665-C000-D8D9-E474-690A607F2B93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AA1DAFE9-DA75-C233-C6AE-70D3E8636A5A}"/>
              </a:ext>
            </a:extLst>
          </p:cNvPr>
          <p:cNvSpPr/>
          <p:nvPr/>
        </p:nvSpPr>
        <p:spPr>
          <a:xfrm>
            <a:off x="3536632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B07EFFA-5CA2-95F4-8538-14C100B881F9}"/>
              </a:ext>
            </a:extLst>
          </p:cNvPr>
          <p:cNvSpPr txBox="1"/>
          <p:nvPr/>
        </p:nvSpPr>
        <p:spPr>
          <a:xfrm>
            <a:off x="4848551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49724F23-2C08-3FD8-E1CD-7CDBBD588307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023A848-5286-9716-2A9D-FCAC26D05765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EA3A6C-3CC5-16AA-71EF-56C93EE359B4}"/>
              </a:ext>
            </a:extLst>
          </p:cNvPr>
          <p:cNvSpPr txBox="1"/>
          <p:nvPr/>
        </p:nvSpPr>
        <p:spPr>
          <a:xfrm>
            <a:off x="2708783" y="94991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EC9A120-2029-EC09-DB25-8A41C7633D2F}"/>
              </a:ext>
            </a:extLst>
          </p:cNvPr>
          <p:cNvCxnSpPr/>
          <p:nvPr/>
        </p:nvCxnSpPr>
        <p:spPr>
          <a:xfrm>
            <a:off x="243232" y="461304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165126DD-4C7C-0099-7934-768623AB5208}"/>
              </a:ext>
            </a:extLst>
          </p:cNvPr>
          <p:cNvGrpSpPr/>
          <p:nvPr/>
        </p:nvGrpSpPr>
        <p:grpSpPr>
          <a:xfrm>
            <a:off x="3091544" y="1093580"/>
            <a:ext cx="6041570" cy="4651588"/>
            <a:chOff x="2594577" y="620845"/>
            <a:chExt cx="6845273" cy="5524309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29BD7B3-EEF3-3A5B-EA5A-718CBD53590D}"/>
                </a:ext>
              </a:extLst>
            </p:cNvPr>
            <p:cNvGrpSpPr/>
            <p:nvPr/>
          </p:nvGrpSpPr>
          <p:grpSpPr>
            <a:xfrm rot="19188692" flipH="1" flipV="1">
              <a:off x="7356939" y="5197037"/>
              <a:ext cx="444830" cy="686665"/>
              <a:chOff x="2720934" y="1607505"/>
              <a:chExt cx="444830" cy="686665"/>
            </a:xfrm>
          </p:grpSpPr>
          <p:sp>
            <p:nvSpPr>
              <p:cNvPr id="10" name="Isosceles Triangle 9">
                <a:extLst>
                  <a:ext uri="{FF2B5EF4-FFF2-40B4-BE49-F238E27FC236}">
                    <a16:creationId xmlns:a16="http://schemas.microsoft.com/office/drawing/2014/main" id="{1965DDCE-4311-C410-D398-AB31E1F4A7D2}"/>
                  </a:ext>
                </a:extLst>
              </p:cNvPr>
              <p:cNvSpPr/>
              <p:nvPr/>
            </p:nvSpPr>
            <p:spPr>
              <a:xfrm>
                <a:off x="2722418" y="1607505"/>
                <a:ext cx="443346" cy="616150"/>
              </a:xfrm>
              <a:prstGeom prst="triangle">
                <a:avLst/>
              </a:prstGeom>
              <a:gradFill flip="none" rotWithShape="1">
                <a:gsLst>
                  <a:gs pos="0">
                    <a:srgbClr val="FCE9DC"/>
                  </a:gs>
                  <a:gs pos="33000">
                    <a:schemeClr val="accent2">
                      <a:lumMod val="89000"/>
                    </a:schemeClr>
                  </a:gs>
                  <a:gs pos="65000">
                    <a:srgbClr val="91420D"/>
                  </a:gs>
                  <a:gs pos="97000">
                    <a:srgbClr val="4A2206"/>
                  </a:gs>
                </a:gsLst>
                <a:lin ang="2700000" scaled="1"/>
                <a:tileRect/>
              </a:gradFill>
              <a:ln w="6350">
                <a:gradFill flip="none" rotWithShape="1"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5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Isosceles Triangle 10">
                <a:extLst>
                  <a:ext uri="{FF2B5EF4-FFF2-40B4-BE49-F238E27FC236}">
                    <a16:creationId xmlns:a16="http://schemas.microsoft.com/office/drawing/2014/main" id="{4DF78FCA-41F2-6F8F-1149-021D578F1422}"/>
                  </a:ext>
                </a:extLst>
              </p:cNvPr>
              <p:cNvSpPr/>
              <p:nvPr/>
            </p:nvSpPr>
            <p:spPr>
              <a:xfrm>
                <a:off x="2720934" y="1913162"/>
                <a:ext cx="443346" cy="311756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23000">
                    <a:schemeClr val="accent3">
                      <a:lumMod val="89000"/>
                    </a:schemeClr>
                  </a:gs>
                  <a:gs pos="43000">
                    <a:schemeClr val="bg2">
                      <a:lumMod val="10000"/>
                    </a:schemeClr>
                  </a:gs>
                  <a:gs pos="97000">
                    <a:schemeClr val="tx1"/>
                  </a:gs>
                </a:gsLst>
                <a:lin ang="2700000" scaled="1"/>
                <a:tileRect/>
              </a:gradFill>
              <a:ln w="6350">
                <a:gradFill flip="none" rotWithShape="1"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5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D49031F3-45EA-C81D-7B58-9CC8D09C42C5}"/>
                  </a:ext>
                </a:extLst>
              </p:cNvPr>
              <p:cNvCxnSpPr>
                <a:cxnSpLocks/>
              </p:cNvCxnSpPr>
              <p:nvPr/>
            </p:nvCxnSpPr>
            <p:spPr>
              <a:xfrm rot="4309687" flipV="1">
                <a:off x="2873417" y="2014381"/>
                <a:ext cx="138381" cy="421197"/>
              </a:xfrm>
              <a:prstGeom prst="line">
                <a:avLst/>
              </a:prstGeom>
              <a:ln w="9525">
                <a:gradFill flip="none" rotWithShape="1">
                  <a:gsLst>
                    <a:gs pos="33000">
                      <a:schemeClr val="bg2">
                        <a:lumMod val="10000"/>
                      </a:schemeClr>
                    </a:gs>
                    <a:gs pos="80000">
                      <a:schemeClr val="tx1">
                        <a:lumMod val="95000"/>
                        <a:lumOff val="5000"/>
                      </a:schemeClr>
                    </a:gs>
                    <a:gs pos="97000">
                      <a:schemeClr val="tx1"/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401BD39-E678-B7B7-0900-07173C81FFE8}"/>
                </a:ext>
              </a:extLst>
            </p:cNvPr>
            <p:cNvGrpSpPr/>
            <p:nvPr/>
          </p:nvGrpSpPr>
          <p:grpSpPr>
            <a:xfrm rot="2413099" flipV="1">
              <a:off x="4394739" y="5199716"/>
              <a:ext cx="444830" cy="687827"/>
              <a:chOff x="2720934" y="1607505"/>
              <a:chExt cx="444830" cy="687827"/>
            </a:xfrm>
          </p:grpSpPr>
          <p:sp>
            <p:nvSpPr>
              <p:cNvPr id="14" name="Isosceles Triangle 13">
                <a:extLst>
                  <a:ext uri="{FF2B5EF4-FFF2-40B4-BE49-F238E27FC236}">
                    <a16:creationId xmlns:a16="http://schemas.microsoft.com/office/drawing/2014/main" id="{53D16B3B-450F-0A35-7D0D-4BD654F81BEB}"/>
                  </a:ext>
                </a:extLst>
              </p:cNvPr>
              <p:cNvSpPr/>
              <p:nvPr/>
            </p:nvSpPr>
            <p:spPr>
              <a:xfrm>
                <a:off x="2722418" y="1607505"/>
                <a:ext cx="443346" cy="616150"/>
              </a:xfrm>
              <a:prstGeom prst="triangle">
                <a:avLst/>
              </a:prstGeom>
              <a:gradFill flip="none" rotWithShape="1">
                <a:gsLst>
                  <a:gs pos="0">
                    <a:srgbClr val="FCE9DC"/>
                  </a:gs>
                  <a:gs pos="33000">
                    <a:schemeClr val="accent2">
                      <a:lumMod val="89000"/>
                    </a:schemeClr>
                  </a:gs>
                  <a:gs pos="65000">
                    <a:srgbClr val="91420D"/>
                  </a:gs>
                  <a:gs pos="97000">
                    <a:srgbClr val="4A2206"/>
                  </a:gs>
                </a:gsLst>
                <a:lin ang="2700000" scaled="1"/>
                <a:tileRect/>
              </a:gradFill>
              <a:ln w="6350">
                <a:gradFill flip="none" rotWithShape="1"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5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Isosceles Triangle 14">
                <a:extLst>
                  <a:ext uri="{FF2B5EF4-FFF2-40B4-BE49-F238E27FC236}">
                    <a16:creationId xmlns:a16="http://schemas.microsoft.com/office/drawing/2014/main" id="{E4577DAD-BEC0-203F-87CA-08AAB4CB09AE}"/>
                  </a:ext>
                </a:extLst>
              </p:cNvPr>
              <p:cNvSpPr/>
              <p:nvPr/>
            </p:nvSpPr>
            <p:spPr>
              <a:xfrm>
                <a:off x="2720934" y="1913162"/>
                <a:ext cx="443346" cy="311756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23000">
                    <a:schemeClr val="accent3">
                      <a:lumMod val="89000"/>
                    </a:schemeClr>
                  </a:gs>
                  <a:gs pos="43000">
                    <a:schemeClr val="bg2">
                      <a:lumMod val="10000"/>
                    </a:schemeClr>
                  </a:gs>
                  <a:gs pos="97000">
                    <a:schemeClr val="tx1"/>
                  </a:gs>
                </a:gsLst>
                <a:lin ang="2700000" scaled="1"/>
                <a:tileRect/>
              </a:gradFill>
              <a:ln w="6350">
                <a:gradFill flip="none" rotWithShape="1"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5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1329E10-48E2-6642-7413-6F23A4D110B9}"/>
                  </a:ext>
                </a:extLst>
              </p:cNvPr>
              <p:cNvCxnSpPr>
                <a:cxnSpLocks/>
              </p:cNvCxnSpPr>
              <p:nvPr/>
            </p:nvCxnSpPr>
            <p:spPr>
              <a:xfrm rot="4309687" flipV="1">
                <a:off x="2877550" y="2015543"/>
                <a:ext cx="138381" cy="421197"/>
              </a:xfrm>
              <a:prstGeom prst="line">
                <a:avLst/>
              </a:prstGeom>
              <a:ln w="9525">
                <a:gradFill flip="none" rotWithShape="1">
                  <a:gsLst>
                    <a:gs pos="33000">
                      <a:schemeClr val="bg2">
                        <a:lumMod val="10000"/>
                      </a:schemeClr>
                    </a:gs>
                    <a:gs pos="80000">
                      <a:schemeClr val="tx1">
                        <a:lumMod val="95000"/>
                        <a:lumOff val="5000"/>
                      </a:schemeClr>
                    </a:gs>
                    <a:gs pos="97000">
                      <a:schemeClr val="tx1"/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1CFDB5D-239E-6290-5C04-EDD0F0325B3E}"/>
                </a:ext>
              </a:extLst>
            </p:cNvPr>
            <p:cNvGrpSpPr/>
            <p:nvPr/>
          </p:nvGrpSpPr>
          <p:grpSpPr>
            <a:xfrm>
              <a:off x="5865087" y="870234"/>
              <a:ext cx="444830" cy="699031"/>
              <a:chOff x="2720934" y="1605600"/>
              <a:chExt cx="444830" cy="699031"/>
            </a:xfrm>
          </p:grpSpPr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A80E9590-31F1-8FB8-8210-95AF1867BBF2}"/>
                  </a:ext>
                </a:extLst>
              </p:cNvPr>
              <p:cNvSpPr/>
              <p:nvPr/>
            </p:nvSpPr>
            <p:spPr>
              <a:xfrm>
                <a:off x="2722418" y="1605600"/>
                <a:ext cx="443346" cy="616150"/>
              </a:xfrm>
              <a:prstGeom prst="triangle">
                <a:avLst/>
              </a:prstGeom>
              <a:gradFill flip="none" rotWithShape="1">
                <a:gsLst>
                  <a:gs pos="0">
                    <a:srgbClr val="FCE9DC"/>
                  </a:gs>
                  <a:gs pos="33000">
                    <a:schemeClr val="accent2">
                      <a:lumMod val="89000"/>
                    </a:schemeClr>
                  </a:gs>
                  <a:gs pos="65000">
                    <a:srgbClr val="91420D"/>
                  </a:gs>
                  <a:gs pos="97000">
                    <a:srgbClr val="4A2206"/>
                  </a:gs>
                </a:gsLst>
                <a:lin ang="2700000" scaled="1"/>
                <a:tileRect/>
              </a:gradFill>
              <a:ln w="6350">
                <a:gradFill flip="none" rotWithShape="1"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5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Isosceles Triangle 18">
                <a:extLst>
                  <a:ext uri="{FF2B5EF4-FFF2-40B4-BE49-F238E27FC236}">
                    <a16:creationId xmlns:a16="http://schemas.microsoft.com/office/drawing/2014/main" id="{C34FE331-7EB1-2116-B11A-D0CCEA530930}"/>
                  </a:ext>
                </a:extLst>
              </p:cNvPr>
              <p:cNvSpPr/>
              <p:nvPr/>
            </p:nvSpPr>
            <p:spPr>
              <a:xfrm>
                <a:off x="2720934" y="1913162"/>
                <a:ext cx="443346" cy="311756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23000">
                    <a:schemeClr val="accent3">
                      <a:lumMod val="89000"/>
                    </a:schemeClr>
                  </a:gs>
                  <a:gs pos="43000">
                    <a:schemeClr val="bg2">
                      <a:lumMod val="10000"/>
                    </a:schemeClr>
                  </a:gs>
                  <a:gs pos="97000">
                    <a:schemeClr val="tx1"/>
                  </a:gs>
                </a:gsLst>
                <a:lin ang="2700000" scaled="1"/>
                <a:tileRect/>
              </a:gradFill>
              <a:ln w="6350">
                <a:gradFill flip="none" rotWithShape="1"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5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86B8734B-F713-414D-0A2E-7F173D2A99C6}"/>
                  </a:ext>
                </a:extLst>
              </p:cNvPr>
              <p:cNvCxnSpPr>
                <a:cxnSpLocks/>
              </p:cNvCxnSpPr>
              <p:nvPr/>
            </p:nvCxnSpPr>
            <p:spPr>
              <a:xfrm rot="4309687" flipV="1">
                <a:off x="2870776" y="2024842"/>
                <a:ext cx="138381" cy="421197"/>
              </a:xfrm>
              <a:prstGeom prst="line">
                <a:avLst/>
              </a:prstGeom>
              <a:ln w="9525">
                <a:gradFill flip="none" rotWithShape="1">
                  <a:gsLst>
                    <a:gs pos="33000">
                      <a:schemeClr val="bg2">
                        <a:lumMod val="10000"/>
                      </a:schemeClr>
                    </a:gs>
                    <a:gs pos="80000">
                      <a:schemeClr val="tx1">
                        <a:lumMod val="95000"/>
                        <a:lumOff val="5000"/>
                      </a:schemeClr>
                    </a:gs>
                    <a:gs pos="97000">
                      <a:schemeClr val="tx1"/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0708794-F75C-C11F-5DB5-6C5BEBD9AF04}"/>
                </a:ext>
              </a:extLst>
            </p:cNvPr>
            <p:cNvGrpSpPr/>
            <p:nvPr/>
          </p:nvGrpSpPr>
          <p:grpSpPr>
            <a:xfrm rot="4309687" flipH="1">
              <a:off x="8109819" y="2541392"/>
              <a:ext cx="444830" cy="686665"/>
              <a:chOff x="2720934" y="1607505"/>
              <a:chExt cx="444830" cy="686665"/>
            </a:xfrm>
          </p:grpSpPr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7E5C698A-91FE-983E-5263-1BAC5268FDD9}"/>
                  </a:ext>
                </a:extLst>
              </p:cNvPr>
              <p:cNvSpPr/>
              <p:nvPr/>
            </p:nvSpPr>
            <p:spPr>
              <a:xfrm>
                <a:off x="2722418" y="1607505"/>
                <a:ext cx="443346" cy="616150"/>
              </a:xfrm>
              <a:prstGeom prst="triangle">
                <a:avLst/>
              </a:prstGeom>
              <a:gradFill flip="none" rotWithShape="1">
                <a:gsLst>
                  <a:gs pos="0">
                    <a:srgbClr val="FCE9DC"/>
                  </a:gs>
                  <a:gs pos="33000">
                    <a:schemeClr val="accent2">
                      <a:lumMod val="89000"/>
                    </a:schemeClr>
                  </a:gs>
                  <a:gs pos="65000">
                    <a:srgbClr val="91420D"/>
                  </a:gs>
                  <a:gs pos="97000">
                    <a:srgbClr val="4A2206"/>
                  </a:gs>
                </a:gsLst>
                <a:lin ang="2700000" scaled="1"/>
                <a:tileRect/>
              </a:gradFill>
              <a:ln w="6350">
                <a:gradFill flip="none" rotWithShape="1"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5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Isosceles Triangle 23">
                <a:extLst>
                  <a:ext uri="{FF2B5EF4-FFF2-40B4-BE49-F238E27FC236}">
                    <a16:creationId xmlns:a16="http://schemas.microsoft.com/office/drawing/2014/main" id="{8CB03041-5A6D-00E2-97AB-F4DAF66323A0}"/>
                  </a:ext>
                </a:extLst>
              </p:cNvPr>
              <p:cNvSpPr/>
              <p:nvPr/>
            </p:nvSpPr>
            <p:spPr>
              <a:xfrm>
                <a:off x="2720934" y="1913162"/>
                <a:ext cx="443346" cy="311756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23000">
                    <a:schemeClr val="accent3">
                      <a:lumMod val="89000"/>
                    </a:schemeClr>
                  </a:gs>
                  <a:gs pos="43000">
                    <a:schemeClr val="bg2">
                      <a:lumMod val="10000"/>
                    </a:schemeClr>
                  </a:gs>
                  <a:gs pos="97000">
                    <a:schemeClr val="tx1"/>
                  </a:gs>
                </a:gsLst>
                <a:lin ang="2700000" scaled="1"/>
                <a:tileRect/>
              </a:gradFill>
              <a:ln w="6350">
                <a:gradFill flip="none" rotWithShape="1"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5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82DD4F50-83E0-FF36-44BB-0849373EF7B5}"/>
                  </a:ext>
                </a:extLst>
              </p:cNvPr>
              <p:cNvCxnSpPr>
                <a:cxnSpLocks/>
              </p:cNvCxnSpPr>
              <p:nvPr/>
            </p:nvCxnSpPr>
            <p:spPr>
              <a:xfrm rot="4309687" flipV="1">
                <a:off x="2873417" y="2014381"/>
                <a:ext cx="138381" cy="421197"/>
              </a:xfrm>
              <a:prstGeom prst="line">
                <a:avLst/>
              </a:prstGeom>
              <a:ln w="9525">
                <a:gradFill flip="none" rotWithShape="1">
                  <a:gsLst>
                    <a:gs pos="33000">
                      <a:schemeClr val="bg2">
                        <a:lumMod val="10000"/>
                      </a:schemeClr>
                    </a:gs>
                    <a:gs pos="80000">
                      <a:schemeClr val="tx1">
                        <a:lumMod val="95000"/>
                        <a:lumOff val="5000"/>
                      </a:schemeClr>
                    </a:gs>
                    <a:gs pos="97000">
                      <a:schemeClr val="tx1"/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E9BFCAF4-6A22-25B1-EAC5-47C2F745B8EC}"/>
                </a:ext>
              </a:extLst>
            </p:cNvPr>
            <p:cNvSpPr/>
            <p:nvPr/>
          </p:nvSpPr>
          <p:spPr>
            <a:xfrm>
              <a:off x="4403816" y="1856886"/>
              <a:ext cx="3384367" cy="3186601"/>
            </a:xfrm>
            <a:prstGeom prst="pentagon">
              <a:avLst/>
            </a:prstGeom>
            <a:noFill/>
            <a:ln w="285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2">
                      <a:lumMod val="50000"/>
                    </a:schemeClr>
                  </a:gs>
                  <a:gs pos="83000">
                    <a:srgbClr val="D65700"/>
                  </a:gs>
                  <a:gs pos="100000">
                    <a:schemeClr val="accent2">
                      <a:lumMod val="40000"/>
                      <a:lumOff val="60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BBE48228-5ACC-42A2-D89C-16DD0DF46098}"/>
                </a:ext>
              </a:extLst>
            </p:cNvPr>
            <p:cNvSpPr/>
            <p:nvPr/>
          </p:nvSpPr>
          <p:spPr>
            <a:xfrm>
              <a:off x="4309358" y="1836105"/>
              <a:ext cx="3573284" cy="3573284"/>
            </a:xfrm>
            <a:prstGeom prst="ellipse">
              <a:avLst/>
            </a:prstGeom>
            <a:noFill/>
            <a:ln w="50800" cmpd="dbl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2">
                      <a:lumMod val="50000"/>
                    </a:schemeClr>
                  </a:gs>
                  <a:gs pos="83000">
                    <a:srgbClr val="D65700"/>
                  </a:gs>
                  <a:gs pos="100000">
                    <a:schemeClr val="accent2">
                      <a:lumMod val="40000"/>
                      <a:lumOff val="60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5D61C3D4-705D-66FF-C093-75C3107E88E5}"/>
                </a:ext>
              </a:extLst>
            </p:cNvPr>
            <p:cNvSpPr/>
            <p:nvPr/>
          </p:nvSpPr>
          <p:spPr>
            <a:xfrm>
              <a:off x="5902628" y="1407859"/>
              <a:ext cx="386683" cy="386683"/>
            </a:xfrm>
            <a:prstGeom prst="ellipse">
              <a:avLst/>
            </a:prstGeom>
            <a:noFill/>
            <a:ln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2">
                      <a:lumMod val="50000"/>
                    </a:schemeClr>
                  </a:gs>
                  <a:gs pos="83000">
                    <a:srgbClr val="D65700"/>
                  </a:gs>
                  <a:gs pos="100000">
                    <a:schemeClr val="accent2">
                      <a:lumMod val="40000"/>
                      <a:lumOff val="60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entagon 45">
              <a:extLst>
                <a:ext uri="{FF2B5EF4-FFF2-40B4-BE49-F238E27FC236}">
                  <a16:creationId xmlns:a16="http://schemas.microsoft.com/office/drawing/2014/main" id="{39213B07-788D-2583-DDE1-09FFE8FCCB86}"/>
                </a:ext>
              </a:extLst>
            </p:cNvPr>
            <p:cNvSpPr/>
            <p:nvPr/>
          </p:nvSpPr>
          <p:spPr>
            <a:xfrm>
              <a:off x="7811548" y="2833228"/>
              <a:ext cx="331104" cy="311756"/>
            </a:xfrm>
            <a:prstGeom prst="pentagon">
              <a:avLst/>
            </a:prstGeom>
            <a:noFill/>
            <a:ln w="285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2">
                      <a:lumMod val="50000"/>
                    </a:schemeClr>
                  </a:gs>
                  <a:gs pos="83000">
                    <a:srgbClr val="D65700"/>
                  </a:gs>
                  <a:gs pos="100000">
                    <a:schemeClr val="accent2">
                      <a:lumMod val="40000"/>
                      <a:lumOff val="60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3ECA2F2E-BC9A-1228-25FB-D452502FBFB7}"/>
                </a:ext>
              </a:extLst>
            </p:cNvPr>
            <p:cNvGrpSpPr/>
            <p:nvPr/>
          </p:nvGrpSpPr>
          <p:grpSpPr>
            <a:xfrm>
              <a:off x="7135682" y="5043487"/>
              <a:ext cx="386683" cy="386683"/>
              <a:chOff x="8756664" y="2017459"/>
              <a:chExt cx="386683" cy="386683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F30A2AA-C784-C038-D291-BAA0C014A9FA}"/>
                  </a:ext>
                </a:extLst>
              </p:cNvPr>
              <p:cNvSpPr/>
              <p:nvPr/>
            </p:nvSpPr>
            <p:spPr>
              <a:xfrm>
                <a:off x="8756664" y="2017459"/>
                <a:ext cx="386683" cy="386683"/>
              </a:xfrm>
              <a:prstGeom prst="ellipse">
                <a:avLst/>
              </a:prstGeom>
              <a:noFill/>
              <a:ln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tx2">
                        <a:lumMod val="50000"/>
                      </a:schemeClr>
                    </a:gs>
                    <a:gs pos="83000">
                      <a:srgbClr val="D65700"/>
                    </a:gs>
                    <a:gs pos="100000">
                      <a:schemeClr val="accent2">
                        <a:lumMod val="40000"/>
                        <a:lumOff val="60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9" name="Pentagon 48">
                <a:extLst>
                  <a:ext uri="{FF2B5EF4-FFF2-40B4-BE49-F238E27FC236}">
                    <a16:creationId xmlns:a16="http://schemas.microsoft.com/office/drawing/2014/main" id="{15C91B34-24E3-11A9-6C24-30C556663699}"/>
                  </a:ext>
                </a:extLst>
              </p:cNvPr>
              <p:cNvSpPr/>
              <p:nvPr/>
            </p:nvSpPr>
            <p:spPr>
              <a:xfrm>
                <a:off x="8784453" y="2036969"/>
                <a:ext cx="331104" cy="311756"/>
              </a:xfrm>
              <a:prstGeom prst="pentagon">
                <a:avLst/>
              </a:prstGeom>
              <a:noFill/>
              <a:ln w="28575"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tx2">
                        <a:lumMod val="50000"/>
                      </a:schemeClr>
                    </a:gs>
                    <a:gs pos="83000">
                      <a:srgbClr val="D65700"/>
                    </a:gs>
                    <a:gs pos="100000">
                      <a:schemeClr val="accent2">
                        <a:lumMod val="40000"/>
                        <a:lumOff val="60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7BC468E2-3DC1-BF37-4F6D-F62434F6772D}"/>
                </a:ext>
              </a:extLst>
            </p:cNvPr>
            <p:cNvGrpSpPr/>
            <p:nvPr/>
          </p:nvGrpSpPr>
          <p:grpSpPr>
            <a:xfrm>
              <a:off x="4669636" y="5043487"/>
              <a:ext cx="386683" cy="386683"/>
              <a:chOff x="4669636" y="4814887"/>
              <a:chExt cx="386683" cy="386683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01430340-3E53-B753-49C8-BD4BB03AE2AD}"/>
                  </a:ext>
                </a:extLst>
              </p:cNvPr>
              <p:cNvGrpSpPr/>
              <p:nvPr/>
            </p:nvGrpSpPr>
            <p:grpSpPr>
              <a:xfrm>
                <a:off x="4711020" y="4834859"/>
                <a:ext cx="294283" cy="283004"/>
                <a:chOff x="3923641" y="1771650"/>
                <a:chExt cx="3072140" cy="3120906"/>
              </a:xfrm>
            </p:grpSpPr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26C91345-0574-813B-56DB-03B24EEB7F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23641" y="1771650"/>
                  <a:ext cx="3072140" cy="3120906"/>
                </a:xfrm>
                <a:prstGeom prst="ellipse">
                  <a:avLst/>
                </a:prstGeom>
              </p:spPr>
            </p:pic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DA7A411D-C101-CF5E-3C5A-23B53D573892}"/>
                    </a:ext>
                  </a:extLst>
                </p:cNvPr>
                <p:cNvSpPr/>
                <p:nvPr/>
              </p:nvSpPr>
              <p:spPr>
                <a:xfrm>
                  <a:off x="3923641" y="1790699"/>
                  <a:ext cx="3072140" cy="3092329"/>
                </a:xfrm>
                <a:prstGeom prst="ellipse">
                  <a:avLst/>
                </a:prstGeom>
                <a:noFill/>
                <a:ln w="53975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74000">
                        <a:schemeClr val="tx1"/>
                      </a:gs>
                      <a:gs pos="83000">
                        <a:schemeClr val="bg2">
                          <a:lumMod val="10000"/>
                        </a:schemeClr>
                      </a:gs>
                      <a:gs pos="100000">
                        <a:schemeClr val="bg2">
                          <a:lumMod val="25000"/>
                        </a:schemeClr>
                      </a:gs>
                    </a:gsLst>
                    <a:path path="rect">
                      <a:fillToRect l="100000" t="100000"/>
                    </a:path>
                    <a:tileRect r="-100000" b="-100000"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89914F9B-6F60-1D61-4FC3-569DB4C2DFDE}"/>
                  </a:ext>
                </a:extLst>
              </p:cNvPr>
              <p:cNvGrpSpPr/>
              <p:nvPr/>
            </p:nvGrpSpPr>
            <p:grpSpPr>
              <a:xfrm>
                <a:off x="4669636" y="4814887"/>
                <a:ext cx="386683" cy="386683"/>
                <a:chOff x="8756664" y="2017459"/>
                <a:chExt cx="386683" cy="386683"/>
              </a:xfrm>
            </p:grpSpPr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971FD821-465D-8245-D513-A99E852908EF}"/>
                    </a:ext>
                  </a:extLst>
                </p:cNvPr>
                <p:cNvSpPr/>
                <p:nvPr/>
              </p:nvSpPr>
              <p:spPr>
                <a:xfrm>
                  <a:off x="8756664" y="2017459"/>
                  <a:ext cx="386683" cy="386683"/>
                </a:xfrm>
                <a:prstGeom prst="ellipse">
                  <a:avLst/>
                </a:prstGeom>
                <a:noFill/>
                <a:ln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74000">
                        <a:schemeClr val="tx2">
                          <a:lumMod val="50000"/>
                        </a:schemeClr>
                      </a:gs>
                      <a:gs pos="83000">
                        <a:srgbClr val="D65700"/>
                      </a:gs>
                      <a:gs pos="100000">
                        <a:schemeClr val="accent2">
                          <a:lumMod val="40000"/>
                          <a:lumOff val="60000"/>
                        </a:schemeClr>
                      </a:gs>
                    </a:gsLst>
                    <a:path path="rect">
                      <a:fillToRect l="100000" t="100000"/>
                    </a:path>
                    <a:tileRect r="-100000" b="-100000"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54" name="Pentagon 53">
                  <a:extLst>
                    <a:ext uri="{FF2B5EF4-FFF2-40B4-BE49-F238E27FC236}">
                      <a16:creationId xmlns:a16="http://schemas.microsoft.com/office/drawing/2014/main" id="{83E64B5F-07F8-9B37-4CD1-F154A2020772}"/>
                    </a:ext>
                  </a:extLst>
                </p:cNvPr>
                <p:cNvSpPr/>
                <p:nvPr/>
              </p:nvSpPr>
              <p:spPr>
                <a:xfrm>
                  <a:off x="8784453" y="2036969"/>
                  <a:ext cx="331104" cy="311756"/>
                </a:xfrm>
                <a:prstGeom prst="pentagon">
                  <a:avLst/>
                </a:prstGeom>
                <a:noFill/>
                <a:ln w="28575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74000">
                        <a:schemeClr val="tx2">
                          <a:lumMod val="50000"/>
                        </a:schemeClr>
                      </a:gs>
                      <a:gs pos="83000">
                        <a:srgbClr val="D65700"/>
                      </a:gs>
                      <a:gs pos="100000">
                        <a:schemeClr val="accent2">
                          <a:lumMod val="40000"/>
                          <a:lumOff val="60000"/>
                        </a:schemeClr>
                      </a:gs>
                    </a:gsLst>
                    <a:path path="rect">
                      <a:fillToRect l="100000" t="100000"/>
                    </a:path>
                    <a:tileRect r="-100000" b="-100000"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E691E806-762F-68AF-4222-779CCA1668FC}"/>
                </a:ext>
              </a:extLst>
            </p:cNvPr>
            <p:cNvGrpSpPr/>
            <p:nvPr/>
          </p:nvGrpSpPr>
          <p:grpSpPr>
            <a:xfrm rot="17290313">
              <a:off x="3610438" y="2569562"/>
              <a:ext cx="444830" cy="678620"/>
              <a:chOff x="2720934" y="1607505"/>
              <a:chExt cx="444830" cy="678620"/>
            </a:xfrm>
          </p:grpSpPr>
          <p:sp>
            <p:nvSpPr>
              <p:cNvPr id="81" name="Isosceles Triangle 80">
                <a:extLst>
                  <a:ext uri="{FF2B5EF4-FFF2-40B4-BE49-F238E27FC236}">
                    <a16:creationId xmlns:a16="http://schemas.microsoft.com/office/drawing/2014/main" id="{5B6F0002-30F8-EA77-74E8-B2F91F457229}"/>
                  </a:ext>
                </a:extLst>
              </p:cNvPr>
              <p:cNvSpPr/>
              <p:nvPr/>
            </p:nvSpPr>
            <p:spPr>
              <a:xfrm>
                <a:off x="2722418" y="1607505"/>
                <a:ext cx="443346" cy="616150"/>
              </a:xfrm>
              <a:prstGeom prst="triangle">
                <a:avLst/>
              </a:prstGeom>
              <a:gradFill flip="none" rotWithShape="1">
                <a:gsLst>
                  <a:gs pos="0">
                    <a:srgbClr val="FCE9DC"/>
                  </a:gs>
                  <a:gs pos="33000">
                    <a:schemeClr val="accent2">
                      <a:lumMod val="89000"/>
                    </a:schemeClr>
                  </a:gs>
                  <a:gs pos="65000">
                    <a:srgbClr val="91420D"/>
                  </a:gs>
                  <a:gs pos="97000">
                    <a:srgbClr val="4A2206"/>
                  </a:gs>
                </a:gsLst>
                <a:lin ang="2700000" scaled="1"/>
                <a:tileRect/>
              </a:gradFill>
              <a:ln w="6350">
                <a:gradFill flip="none" rotWithShape="1"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5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2" name="Isosceles Triangle 81">
                <a:extLst>
                  <a:ext uri="{FF2B5EF4-FFF2-40B4-BE49-F238E27FC236}">
                    <a16:creationId xmlns:a16="http://schemas.microsoft.com/office/drawing/2014/main" id="{A2CEBB30-402E-6EAE-2A91-1ACC35436C14}"/>
                  </a:ext>
                </a:extLst>
              </p:cNvPr>
              <p:cNvSpPr/>
              <p:nvPr/>
            </p:nvSpPr>
            <p:spPr>
              <a:xfrm>
                <a:off x="2720934" y="1913162"/>
                <a:ext cx="443346" cy="311756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23000">
                    <a:schemeClr val="accent3">
                      <a:lumMod val="89000"/>
                    </a:schemeClr>
                  </a:gs>
                  <a:gs pos="43000">
                    <a:schemeClr val="bg2">
                      <a:lumMod val="10000"/>
                    </a:schemeClr>
                  </a:gs>
                  <a:gs pos="97000">
                    <a:schemeClr val="tx1"/>
                  </a:gs>
                </a:gsLst>
                <a:lin ang="2700000" scaled="1"/>
                <a:tileRect/>
              </a:gradFill>
              <a:ln w="6350">
                <a:gradFill flip="none" rotWithShape="1"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5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7E729019-F7F0-D87E-8785-3298308EFEDE}"/>
                  </a:ext>
                </a:extLst>
              </p:cNvPr>
              <p:cNvCxnSpPr>
                <a:cxnSpLocks/>
              </p:cNvCxnSpPr>
              <p:nvPr/>
            </p:nvCxnSpPr>
            <p:spPr>
              <a:xfrm rot="4309687" flipV="1">
                <a:off x="2870776" y="2006336"/>
                <a:ext cx="138381" cy="421197"/>
              </a:xfrm>
              <a:prstGeom prst="line">
                <a:avLst/>
              </a:prstGeom>
              <a:ln w="9525">
                <a:gradFill flip="none" rotWithShape="1">
                  <a:gsLst>
                    <a:gs pos="33000">
                      <a:schemeClr val="bg2">
                        <a:lumMod val="10000"/>
                      </a:schemeClr>
                    </a:gs>
                    <a:gs pos="80000">
                      <a:schemeClr val="tx1">
                        <a:lumMod val="95000"/>
                        <a:lumOff val="5000"/>
                      </a:schemeClr>
                    </a:gs>
                    <a:gs pos="97000">
                      <a:schemeClr val="tx1"/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88369FCD-B1DC-4978-CFC4-2722EC8F690D}"/>
                </a:ext>
              </a:extLst>
            </p:cNvPr>
            <p:cNvGrpSpPr/>
            <p:nvPr/>
          </p:nvGrpSpPr>
          <p:grpSpPr>
            <a:xfrm>
              <a:off x="4040596" y="2833228"/>
              <a:ext cx="331104" cy="311756"/>
              <a:chOff x="9134657" y="2611555"/>
              <a:chExt cx="331104" cy="311756"/>
            </a:xfrm>
          </p:grpSpPr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8965C048-C556-8926-6411-6DC95DFA617B}"/>
                  </a:ext>
                </a:extLst>
              </p:cNvPr>
              <p:cNvSpPr/>
              <p:nvPr/>
            </p:nvSpPr>
            <p:spPr>
              <a:xfrm>
                <a:off x="9196595" y="2677673"/>
                <a:ext cx="207227" cy="207227"/>
              </a:xfrm>
              <a:prstGeom prst="ellipse">
                <a:avLst/>
              </a:prstGeom>
              <a:noFill/>
              <a:ln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tx2">
                        <a:lumMod val="50000"/>
                      </a:schemeClr>
                    </a:gs>
                    <a:gs pos="83000">
                      <a:srgbClr val="D65700"/>
                    </a:gs>
                    <a:gs pos="100000">
                      <a:schemeClr val="accent2">
                        <a:lumMod val="40000"/>
                        <a:lumOff val="60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1" name="Pentagon 100">
                <a:extLst>
                  <a:ext uri="{FF2B5EF4-FFF2-40B4-BE49-F238E27FC236}">
                    <a16:creationId xmlns:a16="http://schemas.microsoft.com/office/drawing/2014/main" id="{E8A05897-ADDD-A13F-9645-DCE4787917A8}"/>
                  </a:ext>
                </a:extLst>
              </p:cNvPr>
              <p:cNvSpPr/>
              <p:nvPr/>
            </p:nvSpPr>
            <p:spPr>
              <a:xfrm>
                <a:off x="9134657" y="2611555"/>
                <a:ext cx="331104" cy="311756"/>
              </a:xfrm>
              <a:prstGeom prst="pentagon">
                <a:avLst/>
              </a:prstGeom>
              <a:noFill/>
              <a:ln w="28575"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tx2">
                        <a:lumMod val="50000"/>
                      </a:schemeClr>
                    </a:gs>
                    <a:gs pos="83000">
                      <a:srgbClr val="D65700"/>
                    </a:gs>
                    <a:gs pos="100000">
                      <a:schemeClr val="accent2">
                        <a:lumMod val="40000"/>
                        <a:lumOff val="60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6D4726C9-D019-15C5-4D95-735010450248}"/>
                </a:ext>
              </a:extLst>
            </p:cNvPr>
            <p:cNvSpPr/>
            <p:nvPr/>
          </p:nvSpPr>
          <p:spPr>
            <a:xfrm>
              <a:off x="4610939" y="2131776"/>
              <a:ext cx="2970060" cy="2970060"/>
            </a:xfrm>
            <a:prstGeom prst="ellipse">
              <a:avLst/>
            </a:prstGeom>
            <a:noFill/>
            <a:ln w="73025" cmpd="thinThick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2">
                      <a:lumMod val="50000"/>
                    </a:schemeClr>
                  </a:gs>
                  <a:gs pos="83000">
                    <a:srgbClr val="D65700"/>
                  </a:gs>
                  <a:gs pos="100000">
                    <a:schemeClr val="accent2">
                      <a:lumMod val="40000"/>
                      <a:lumOff val="60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229B3EA0-F952-712A-2B22-959FEECB3D1E}"/>
                </a:ext>
              </a:extLst>
            </p:cNvPr>
            <p:cNvSpPr txBox="1"/>
            <p:nvPr/>
          </p:nvSpPr>
          <p:spPr>
            <a:xfrm>
              <a:off x="5639512" y="620845"/>
              <a:ext cx="917923" cy="2924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 spc="200" dirty="0">
                  <a:gradFill flip="none" rotWithShape="1">
                    <a:gsLst>
                      <a:gs pos="0">
                        <a:schemeClr val="accent3">
                          <a:lumMod val="5000"/>
                          <a:lumOff val="95000"/>
                        </a:schemeClr>
                      </a:gs>
                      <a:gs pos="74000">
                        <a:schemeClr val="accent3">
                          <a:lumMod val="45000"/>
                          <a:lumOff val="55000"/>
                        </a:schemeClr>
                      </a:gs>
                      <a:gs pos="83000">
                        <a:schemeClr val="accent3">
                          <a:lumMod val="45000"/>
                          <a:lumOff val="55000"/>
                        </a:schemeClr>
                      </a:gs>
                      <a:gs pos="100000">
                        <a:schemeClr val="accent3">
                          <a:lumMod val="30000"/>
                          <a:lumOff val="70000"/>
                        </a:schemeClr>
                      </a:gs>
                    </a:gsLst>
                    <a:lin ang="5400000" scaled="1"/>
                    <a:tileRect/>
                  </a:gra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DEFINE</a:t>
              </a:r>
              <a:endParaRPr lang="en-GB" sz="14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22E00394-B8EA-D379-78EC-54B56E0FBFAB}"/>
                </a:ext>
              </a:extLst>
            </p:cNvPr>
            <p:cNvSpPr txBox="1"/>
            <p:nvPr/>
          </p:nvSpPr>
          <p:spPr>
            <a:xfrm>
              <a:off x="8590332" y="2615446"/>
              <a:ext cx="849518" cy="2924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 spc="200" dirty="0">
                  <a:gradFill flip="none" rotWithShape="1">
                    <a:gsLst>
                      <a:gs pos="0">
                        <a:schemeClr val="accent3">
                          <a:lumMod val="5000"/>
                          <a:lumOff val="95000"/>
                        </a:schemeClr>
                      </a:gs>
                      <a:gs pos="74000">
                        <a:schemeClr val="accent3">
                          <a:lumMod val="45000"/>
                          <a:lumOff val="55000"/>
                        </a:schemeClr>
                      </a:gs>
                      <a:gs pos="83000">
                        <a:schemeClr val="accent3">
                          <a:lumMod val="45000"/>
                          <a:lumOff val="55000"/>
                        </a:schemeClr>
                      </a:gs>
                      <a:gs pos="100000">
                        <a:schemeClr val="accent3">
                          <a:lumMod val="30000"/>
                          <a:lumOff val="70000"/>
                        </a:schemeClr>
                      </a:gs>
                    </a:gsLst>
                    <a:lin ang="5400000" scaled="1"/>
                    <a:tileRect/>
                  </a:gra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DESIGN</a:t>
              </a:r>
              <a:endParaRPr lang="en-GB" sz="14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9D9C642-D292-5B88-015C-CC1D7D608B8F}"/>
                </a:ext>
              </a:extLst>
            </p:cNvPr>
            <p:cNvSpPr txBox="1"/>
            <p:nvPr/>
          </p:nvSpPr>
          <p:spPr>
            <a:xfrm>
              <a:off x="7572397" y="5855699"/>
              <a:ext cx="7649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 b="1" spc="200" dirty="0">
                  <a:gradFill flip="none" rotWithShape="1">
                    <a:gsLst>
                      <a:gs pos="0">
                        <a:schemeClr val="accent3">
                          <a:lumMod val="5000"/>
                          <a:lumOff val="95000"/>
                        </a:schemeClr>
                      </a:gs>
                      <a:gs pos="74000">
                        <a:schemeClr val="accent3">
                          <a:lumMod val="45000"/>
                          <a:lumOff val="55000"/>
                        </a:schemeClr>
                      </a:gs>
                      <a:gs pos="83000">
                        <a:schemeClr val="accent3">
                          <a:lumMod val="45000"/>
                          <a:lumOff val="55000"/>
                        </a:schemeClr>
                      </a:gs>
                      <a:gs pos="100000">
                        <a:schemeClr val="accent3">
                          <a:lumMod val="30000"/>
                          <a:lumOff val="70000"/>
                        </a:schemeClr>
                      </a:gs>
                    </a:gsLst>
                    <a:lin ang="5400000" scaled="1"/>
                    <a:tileRect/>
                  </a:gra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BUILD</a:t>
              </a:r>
              <a:endParaRPr lang="en-GB" sz="1400" b="1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31D23B9A-8C27-5C23-B7B8-EC2BB5090345}"/>
                </a:ext>
              </a:extLst>
            </p:cNvPr>
            <p:cNvSpPr txBox="1"/>
            <p:nvPr/>
          </p:nvSpPr>
          <p:spPr>
            <a:xfrm>
              <a:off x="3524333" y="5852738"/>
              <a:ext cx="1089323" cy="2924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 b="1" spc="200" dirty="0">
                  <a:gradFill flip="none" rotWithShape="1">
                    <a:gsLst>
                      <a:gs pos="0">
                        <a:schemeClr val="accent3">
                          <a:lumMod val="5000"/>
                          <a:lumOff val="95000"/>
                        </a:schemeClr>
                      </a:gs>
                      <a:gs pos="74000">
                        <a:schemeClr val="accent3">
                          <a:lumMod val="45000"/>
                          <a:lumOff val="55000"/>
                        </a:schemeClr>
                      </a:gs>
                      <a:gs pos="83000">
                        <a:schemeClr val="accent3">
                          <a:lumMod val="45000"/>
                          <a:lumOff val="55000"/>
                        </a:schemeClr>
                      </a:gs>
                      <a:gs pos="100000">
                        <a:schemeClr val="accent3">
                          <a:lumMod val="30000"/>
                          <a:lumOff val="70000"/>
                        </a:schemeClr>
                      </a:gs>
                    </a:gsLst>
                    <a:lin ang="5400000" scaled="1"/>
                    <a:tileRect/>
                  </a:gra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ANALYSE</a:t>
              </a:r>
              <a:endParaRPr lang="en-GB" sz="1400" b="1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E9540534-FE38-B3CE-408B-6180ADAABD5C}"/>
                </a:ext>
              </a:extLst>
            </p:cNvPr>
            <p:cNvSpPr txBox="1"/>
            <p:nvPr/>
          </p:nvSpPr>
          <p:spPr>
            <a:xfrm>
              <a:off x="2594577" y="2615446"/>
              <a:ext cx="929754" cy="2924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 b="1" spc="200" dirty="0">
                  <a:gradFill flip="none" rotWithShape="1">
                    <a:gsLst>
                      <a:gs pos="0">
                        <a:schemeClr val="accent3">
                          <a:lumMod val="5000"/>
                          <a:lumOff val="95000"/>
                        </a:schemeClr>
                      </a:gs>
                      <a:gs pos="74000">
                        <a:schemeClr val="accent3">
                          <a:lumMod val="45000"/>
                          <a:lumOff val="55000"/>
                        </a:schemeClr>
                      </a:gs>
                      <a:gs pos="83000">
                        <a:schemeClr val="accent3">
                          <a:lumMod val="45000"/>
                          <a:lumOff val="55000"/>
                        </a:schemeClr>
                      </a:gs>
                      <a:gs pos="100000">
                        <a:schemeClr val="accent3">
                          <a:lumMod val="30000"/>
                          <a:lumOff val="70000"/>
                        </a:schemeClr>
                      </a:gs>
                    </a:gsLst>
                    <a:lin ang="5400000" scaled="1"/>
                    <a:tileRect/>
                  </a:gra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FORMAT</a:t>
              </a:r>
              <a:endParaRPr lang="en-GB" sz="1400" b="1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32E0C42C-83D7-6EA7-878D-14589F98B2EB}"/>
                </a:ext>
              </a:extLst>
            </p:cNvPr>
            <p:cNvGrpSpPr/>
            <p:nvPr/>
          </p:nvGrpSpPr>
          <p:grpSpPr>
            <a:xfrm>
              <a:off x="5681137" y="3258668"/>
              <a:ext cx="829662" cy="797865"/>
              <a:chOff x="3923641" y="1771646"/>
              <a:chExt cx="3072140" cy="3120906"/>
            </a:xfrm>
          </p:grpSpPr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BCA09620-5626-A15C-31FB-E100F8D18C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23641" y="1771646"/>
                <a:ext cx="3072140" cy="3120906"/>
              </a:xfrm>
              <a:prstGeom prst="ellipse">
                <a:avLst/>
              </a:prstGeom>
            </p:spPr>
          </p:pic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97FBAE2F-7C48-91A5-F00D-1F84B8F0BAAF}"/>
                  </a:ext>
                </a:extLst>
              </p:cNvPr>
              <p:cNvSpPr/>
              <p:nvPr/>
            </p:nvSpPr>
            <p:spPr>
              <a:xfrm>
                <a:off x="3923641" y="1790699"/>
                <a:ext cx="3072140" cy="3092329"/>
              </a:xfrm>
              <a:prstGeom prst="ellipse">
                <a:avLst/>
              </a:prstGeom>
              <a:noFill/>
              <a:ln w="53975"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tx1"/>
                    </a:gs>
                    <a:gs pos="83000">
                      <a:schemeClr val="bg2">
                        <a:lumMod val="10000"/>
                      </a:schemeClr>
                    </a:gs>
                    <a:gs pos="100000">
                      <a:schemeClr val="bg2">
                        <a:lumMod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5BE45EB5-03F2-673D-9EFF-20585741A3AC}"/>
                </a:ext>
              </a:extLst>
            </p:cNvPr>
            <p:cNvSpPr txBox="1"/>
            <p:nvPr/>
          </p:nvSpPr>
          <p:spPr>
            <a:xfrm>
              <a:off x="5493027" y="4061404"/>
              <a:ext cx="1138415" cy="2924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 b="1" spc="200" dirty="0">
                  <a:gradFill flip="none" rotWithShape="1">
                    <a:gsLst>
                      <a:gs pos="0">
                        <a:schemeClr val="accent3">
                          <a:lumMod val="5000"/>
                          <a:lumOff val="95000"/>
                        </a:schemeClr>
                      </a:gs>
                      <a:gs pos="74000">
                        <a:schemeClr val="accent3">
                          <a:lumMod val="45000"/>
                          <a:lumOff val="55000"/>
                        </a:schemeClr>
                      </a:gs>
                      <a:gs pos="83000">
                        <a:schemeClr val="accent3">
                          <a:lumMod val="45000"/>
                          <a:lumOff val="55000"/>
                        </a:schemeClr>
                      </a:gs>
                      <a:gs pos="100000">
                        <a:schemeClr val="accent3">
                          <a:lumMod val="30000"/>
                          <a:lumOff val="70000"/>
                        </a:schemeClr>
                      </a:gs>
                    </a:gsLst>
                    <a:lin ang="5400000" scaled="1"/>
                    <a:tileRect/>
                  </a:gra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GENERATE</a:t>
              </a:r>
              <a:endParaRPr lang="en-GB" sz="1400" b="1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13" name="Oval 112">
            <a:extLst>
              <a:ext uri="{FF2B5EF4-FFF2-40B4-BE49-F238E27FC236}">
                <a16:creationId xmlns:a16="http://schemas.microsoft.com/office/drawing/2014/main" id="{8957DA71-ABB1-C140-0325-3CB493AB07DB}"/>
              </a:ext>
            </a:extLst>
          </p:cNvPr>
          <p:cNvSpPr/>
          <p:nvPr/>
        </p:nvSpPr>
        <p:spPr>
          <a:xfrm>
            <a:off x="5844421" y="3348862"/>
            <a:ext cx="681769" cy="645230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5855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B9BB5-8B7E-7B60-D414-FD01932A5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23FCC9-36B5-073F-E3D2-AF81D4C8F927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FE0BC8-ACB0-E4D1-9DE2-9EA776949A81}"/>
              </a:ext>
            </a:extLst>
          </p:cNvPr>
          <p:cNvSpPr txBox="1"/>
          <p:nvPr/>
        </p:nvSpPr>
        <p:spPr>
          <a:xfrm>
            <a:off x="199842" y="439392"/>
            <a:ext cx="9642335" cy="1955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     </a:t>
            </a: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3 DAYS     </a:t>
            </a: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      </a:t>
            </a: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2C4DE6-30A8-85F3-B759-4E8112DADD6B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540ADC2-32B6-2BDC-35BA-A56578086B8E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FB18A-E186-2591-1449-46513765C584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A0B5364-CF69-2AD1-51B7-97B4EC33D45F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E85CE9-BD5C-B66B-FCEE-91BFB5ECFFF2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FC273182-34A9-3C76-9BBF-12A40D0309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6D183395-389E-BF98-BA2A-B79DB0C13C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CDC1A89-C083-02ED-C90E-B5995E5E7F98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E74122F7-5E90-ECD2-0F7F-4DBB48A69CE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57C493E-413E-8BDE-7DF0-575992FC3F39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52C057A-B47F-90FA-9D4B-890DEE238512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AF456BD-CDE3-F134-28F7-FAE67201DB9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C955ADFF-D57D-B23D-B127-44268AE8F6F5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AEEF41AE-0C8E-6F29-C8A4-A7791B4CF4A5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51E51F17-F39B-A37B-E69F-CEA08003DCA8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057ADB-03A0-4EEB-85BA-D8721AE809A9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4101B42-8165-D4FC-56D8-F9C4DCE282D1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D968E366-8CF5-7888-43A1-9F004B894A00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73089A98-8010-1D28-7794-12D5595400B3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0F3F0804-E9A3-4EE1-7A53-384E14AE30C9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46E9B553-73A5-87B5-AECB-77AA75885C91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F489BF4E-B2E6-7629-E2E5-4018AFB0478A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72D658A-9C52-17C7-7E5A-8D7614E78392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CBD3C57C-8DC0-C7E5-71B0-4E0EE98B8DB0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4FBBDD24-E383-7012-904E-1EDCB6750C1C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10FB205B-86AB-2DEB-CB73-63FB50F4493F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33E22396-0831-D8A1-5103-1A1E536155A3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875EF323-8887-E5D5-3719-EC3599884E74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E7D256B7-39CF-7528-5E6C-DFDCC6DB7530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0752126D-1E25-AAF3-EFAF-69D201324D61}"/>
              </a:ext>
            </a:extLst>
          </p:cNvPr>
          <p:cNvSpPr/>
          <p:nvPr/>
        </p:nvSpPr>
        <p:spPr>
          <a:xfrm>
            <a:off x="3536632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17575FC-9007-2FCB-2547-3BA2B9DB70E3}"/>
              </a:ext>
            </a:extLst>
          </p:cNvPr>
          <p:cNvSpPr txBox="1"/>
          <p:nvPr/>
        </p:nvSpPr>
        <p:spPr>
          <a:xfrm>
            <a:off x="4848551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7D108780-29FB-41AC-C9F9-1CC70F4D33EF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D960EE3-17D6-1DF7-71A8-4F801319E9A1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A96B38-8B32-A259-618A-73A42AE0E404}"/>
              </a:ext>
            </a:extLst>
          </p:cNvPr>
          <p:cNvSpPr txBox="1"/>
          <p:nvPr/>
        </p:nvSpPr>
        <p:spPr>
          <a:xfrm>
            <a:off x="2708783" y="94991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E375163-898F-AFF9-69E4-CCAEB6B57D68}"/>
              </a:ext>
            </a:extLst>
          </p:cNvPr>
          <p:cNvCxnSpPr/>
          <p:nvPr/>
        </p:nvCxnSpPr>
        <p:spPr>
          <a:xfrm>
            <a:off x="243232" y="461304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780BC586-A5E1-2682-B838-F5E238456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1802" y="1225538"/>
            <a:ext cx="4043931" cy="398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963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8EFADC-4993-8BE9-C8C2-66FAA87D9225}"/>
              </a:ext>
            </a:extLst>
          </p:cNvPr>
          <p:cNvSpPr txBox="1"/>
          <p:nvPr/>
        </p:nvSpPr>
        <p:spPr>
          <a:xfrm>
            <a:off x="710394" y="182652"/>
            <a:ext cx="3223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FE0C1E6-40C9-3EED-6FD8-5FE922350899}"/>
              </a:ext>
            </a:extLst>
          </p:cNvPr>
          <p:cNvSpPr/>
          <p:nvPr/>
        </p:nvSpPr>
        <p:spPr>
          <a:xfrm>
            <a:off x="276225" y="176543"/>
            <a:ext cx="434169" cy="450375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AA74E7-8287-FB84-F0B5-0870B01E332A}"/>
              </a:ext>
            </a:extLst>
          </p:cNvPr>
          <p:cNvSpPr txBox="1"/>
          <p:nvPr/>
        </p:nvSpPr>
        <p:spPr>
          <a:xfrm>
            <a:off x="5201053" y="6510071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B00601-96AD-1CBE-81AA-02ED2B4AEEA4}"/>
              </a:ext>
            </a:extLst>
          </p:cNvPr>
          <p:cNvSpPr txBox="1"/>
          <p:nvPr/>
        </p:nvSpPr>
        <p:spPr>
          <a:xfrm>
            <a:off x="8935229" y="13868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8B0354-273E-5FD3-8977-9FA23727B4E3}"/>
              </a:ext>
            </a:extLst>
          </p:cNvPr>
          <p:cNvSpPr txBox="1"/>
          <p:nvPr/>
        </p:nvSpPr>
        <p:spPr>
          <a:xfrm>
            <a:off x="4887762" y="1287226"/>
            <a:ext cx="25699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INFORMATION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58FADB-0C69-C514-AA34-3D3165DC8AE7}"/>
              </a:ext>
            </a:extLst>
          </p:cNvPr>
          <p:cNvSpPr txBox="1"/>
          <p:nvPr/>
        </p:nvSpPr>
        <p:spPr>
          <a:xfrm>
            <a:off x="1653564" y="1868783"/>
            <a:ext cx="873005" cy="21544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Title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B7CDE5-11A3-82C7-812E-3516608B77D5}"/>
              </a:ext>
            </a:extLst>
          </p:cNvPr>
          <p:cNvSpPr txBox="1"/>
          <p:nvPr/>
        </p:nvSpPr>
        <p:spPr>
          <a:xfrm>
            <a:off x="1653563" y="2246030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549973-8356-4CA4-FB4F-D22A80F168E2}"/>
              </a:ext>
            </a:extLst>
          </p:cNvPr>
          <p:cNvSpPr txBox="1"/>
          <p:nvPr/>
        </p:nvSpPr>
        <p:spPr>
          <a:xfrm>
            <a:off x="1653563" y="2664007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E275A9-C2BB-CBA0-CDF9-DACF303EE098}"/>
              </a:ext>
            </a:extLst>
          </p:cNvPr>
          <p:cNvSpPr txBox="1"/>
          <p:nvPr/>
        </p:nvSpPr>
        <p:spPr>
          <a:xfrm>
            <a:off x="3480130" y="3085804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Code: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9E80F1-FBD0-86DF-01C4-7012B31DBB52}"/>
              </a:ext>
            </a:extLst>
          </p:cNvPr>
          <p:cNvSpPr txBox="1"/>
          <p:nvPr/>
        </p:nvSpPr>
        <p:spPr>
          <a:xfrm>
            <a:off x="1653562" y="3085804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9911A5-BFEF-F54D-51B4-3363DA266E99}"/>
              </a:ext>
            </a:extLst>
          </p:cNvPr>
          <p:cNvSpPr txBox="1"/>
          <p:nvPr/>
        </p:nvSpPr>
        <p:spPr>
          <a:xfrm>
            <a:off x="1653562" y="3530119"/>
            <a:ext cx="956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Developer: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98A6843-FB84-8783-6046-213E49E00B8C}"/>
              </a:ext>
            </a:extLst>
          </p:cNvPr>
          <p:cNvSpPr/>
          <p:nvPr/>
        </p:nvSpPr>
        <p:spPr>
          <a:xfrm>
            <a:off x="2526569" y="1855822"/>
            <a:ext cx="3039308" cy="261609"/>
          </a:xfrm>
          <a:prstGeom prst="roundRect">
            <a:avLst>
              <a:gd name="adj" fmla="val 6336"/>
            </a:avLst>
          </a:prstGeom>
          <a:noFill/>
          <a:ln w="1270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52F8FA-2D86-D539-B5B7-FD365C570246}"/>
              </a:ext>
            </a:extLst>
          </p:cNvPr>
          <p:cNvSpPr/>
          <p:nvPr/>
        </p:nvSpPr>
        <p:spPr>
          <a:xfrm>
            <a:off x="2526569" y="2231391"/>
            <a:ext cx="3039308" cy="261609"/>
          </a:xfrm>
          <a:prstGeom prst="roundRect">
            <a:avLst>
              <a:gd name="adj" fmla="val 6336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13CFE17-A4EC-42B1-EDFE-D59BAB9F4175}"/>
              </a:ext>
            </a:extLst>
          </p:cNvPr>
          <p:cNvSpPr/>
          <p:nvPr/>
        </p:nvSpPr>
        <p:spPr>
          <a:xfrm>
            <a:off x="2526569" y="2660125"/>
            <a:ext cx="3039308" cy="261609"/>
          </a:xfrm>
          <a:prstGeom prst="roundRect">
            <a:avLst>
              <a:gd name="adj" fmla="val 6336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53FEBD3-0088-6E84-BB01-7C83E7A2A4D1}"/>
              </a:ext>
            </a:extLst>
          </p:cNvPr>
          <p:cNvSpPr/>
          <p:nvPr/>
        </p:nvSpPr>
        <p:spPr>
          <a:xfrm>
            <a:off x="2526567" y="3067594"/>
            <a:ext cx="1038627" cy="273180"/>
          </a:xfrm>
          <a:prstGeom prst="roundRect">
            <a:avLst>
              <a:gd name="adj" fmla="val 6336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A2C0724-E7F2-7501-5657-E635E9E4D0EC}"/>
              </a:ext>
            </a:extLst>
          </p:cNvPr>
          <p:cNvSpPr/>
          <p:nvPr/>
        </p:nvSpPr>
        <p:spPr>
          <a:xfrm>
            <a:off x="2526569" y="3507845"/>
            <a:ext cx="3039308" cy="261609"/>
          </a:xfrm>
          <a:prstGeom prst="roundRect">
            <a:avLst>
              <a:gd name="adj" fmla="val 6336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995F44B-9C12-54EB-EFF6-28D3E7473D96}"/>
              </a:ext>
            </a:extLst>
          </p:cNvPr>
          <p:cNvSpPr/>
          <p:nvPr/>
        </p:nvSpPr>
        <p:spPr>
          <a:xfrm>
            <a:off x="4167318" y="3063191"/>
            <a:ext cx="1398559" cy="273180"/>
          </a:xfrm>
          <a:prstGeom prst="roundRect">
            <a:avLst>
              <a:gd name="adj" fmla="val 6336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DE510C1-DB08-9E4E-3B85-5F2BB45902FD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38DBC25-9202-230C-42EF-7854F955F91F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4E5F1594-B012-25CA-4983-3D809FED4C5F}"/>
              </a:ext>
            </a:extLst>
          </p:cNvPr>
          <p:cNvGrpSpPr/>
          <p:nvPr/>
        </p:nvGrpSpPr>
        <p:grpSpPr>
          <a:xfrm>
            <a:off x="124618" y="666365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8997FA6-D161-C276-ABC1-C1083E5A76AA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78CE5DE-E50C-639F-54C9-F510E1D54B32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CAD7DB08-D882-8A04-4242-5146CB2DDC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19D88B7-3CC7-C445-5305-99EDEE2E5A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2ECF532-D626-22B6-9208-B7D4237D62BB}"/>
              </a:ext>
            </a:extLst>
          </p:cNvPr>
          <p:cNvCxnSpPr/>
          <p:nvPr/>
        </p:nvCxnSpPr>
        <p:spPr>
          <a:xfrm>
            <a:off x="243232" y="70587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FB7B701-8371-BA43-5F8E-F0C75BD362EB}"/>
              </a:ext>
            </a:extLst>
          </p:cNvPr>
          <p:cNvGrpSpPr/>
          <p:nvPr/>
        </p:nvGrpSpPr>
        <p:grpSpPr>
          <a:xfrm>
            <a:off x="1653563" y="4170715"/>
            <a:ext cx="3912314" cy="338554"/>
            <a:chOff x="3780074" y="3851999"/>
            <a:chExt cx="3912314" cy="338554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1B7DA2E-BDAF-C93E-AEF9-C2EBBA34272A}"/>
                </a:ext>
              </a:extLst>
            </p:cNvPr>
            <p:cNvSpPr txBox="1"/>
            <p:nvPr/>
          </p:nvSpPr>
          <p:spPr>
            <a:xfrm>
              <a:off x="3780074" y="3851999"/>
              <a:ext cx="84633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Select Course:</a:t>
              </a:r>
            </a:p>
          </p:txBody>
        </p: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68F2DDD1-A5AB-FCA7-08B7-A94FDB86146E}"/>
                </a:ext>
              </a:extLst>
            </p:cNvPr>
            <p:cNvSpPr/>
            <p:nvPr/>
          </p:nvSpPr>
          <p:spPr>
            <a:xfrm>
              <a:off x="4653080" y="3905680"/>
              <a:ext cx="3039308" cy="261609"/>
            </a:xfrm>
            <a:prstGeom prst="roundRect">
              <a:avLst>
                <a:gd name="adj" fmla="val 6336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DB43A00E-5BC3-D7E4-B5CF-31FED862D98C}"/>
                </a:ext>
              </a:extLst>
            </p:cNvPr>
            <p:cNvSpPr/>
            <p:nvPr/>
          </p:nvSpPr>
          <p:spPr>
            <a:xfrm rot="17976276">
              <a:off x="7575133" y="3996978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65BE4071-ACB0-68EC-6442-1E39DEDF6F87}"/>
              </a:ext>
            </a:extLst>
          </p:cNvPr>
          <p:cNvSpPr txBox="1"/>
          <p:nvPr/>
        </p:nvSpPr>
        <p:spPr>
          <a:xfrm>
            <a:off x="6486141" y="3388999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Description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57EC3CB-A0BC-3321-0ECA-F47AE7F4532D}"/>
              </a:ext>
            </a:extLst>
          </p:cNvPr>
          <p:cNvGrpSpPr/>
          <p:nvPr/>
        </p:nvGrpSpPr>
        <p:grpSpPr>
          <a:xfrm>
            <a:off x="6626125" y="1851730"/>
            <a:ext cx="3476305" cy="1525099"/>
            <a:chOff x="6587519" y="1926047"/>
            <a:chExt cx="3039308" cy="152509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91A2EF61-9FE9-6265-9CFC-90F892CC807D}"/>
                </a:ext>
              </a:extLst>
            </p:cNvPr>
            <p:cNvSpPr/>
            <p:nvPr/>
          </p:nvSpPr>
          <p:spPr>
            <a:xfrm>
              <a:off x="6587519" y="1926047"/>
              <a:ext cx="3039308" cy="1525099"/>
            </a:xfrm>
            <a:prstGeom prst="roundRect">
              <a:avLst>
                <a:gd name="adj" fmla="val 6336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E2348F36-8302-A025-9706-2B3CEAC538EC}"/>
                </a:ext>
              </a:extLst>
            </p:cNvPr>
            <p:cNvSpPr/>
            <p:nvPr/>
          </p:nvSpPr>
          <p:spPr>
            <a:xfrm>
              <a:off x="9507966" y="2896880"/>
              <a:ext cx="76200" cy="419952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3">
                    <a:lumMod val="40000"/>
                    <a:lumOff val="60000"/>
                  </a:schemeClr>
                </a:gs>
                <a:gs pos="46000">
                  <a:schemeClr val="accent3">
                    <a:lumMod val="95000"/>
                    <a:lumOff val="5000"/>
                  </a:schemeClr>
                </a:gs>
                <a:gs pos="100000">
                  <a:schemeClr val="accent3">
                    <a:lumMod val="6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Isosceles Triangle 51">
              <a:extLst>
                <a:ext uri="{FF2B5EF4-FFF2-40B4-BE49-F238E27FC236}">
                  <a16:creationId xmlns:a16="http://schemas.microsoft.com/office/drawing/2014/main" id="{7EAC8404-93F0-A9DB-1216-A39B9B703F2D}"/>
                </a:ext>
              </a:extLst>
            </p:cNvPr>
            <p:cNvSpPr/>
            <p:nvPr/>
          </p:nvSpPr>
          <p:spPr>
            <a:xfrm rot="10800000">
              <a:off x="9507966" y="3355220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Isosceles Triangle 52">
              <a:extLst>
                <a:ext uri="{FF2B5EF4-FFF2-40B4-BE49-F238E27FC236}">
                  <a16:creationId xmlns:a16="http://schemas.microsoft.com/office/drawing/2014/main" id="{07A5A72D-9522-81F9-4B39-36937639B0EC}"/>
                </a:ext>
              </a:extLst>
            </p:cNvPr>
            <p:cNvSpPr/>
            <p:nvPr/>
          </p:nvSpPr>
          <p:spPr>
            <a:xfrm rot="14465891">
              <a:off x="9506042" y="1982939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E172402-A550-9056-AC96-3C329D09879F}"/>
              </a:ext>
            </a:extLst>
          </p:cNvPr>
          <p:cNvGrpSpPr/>
          <p:nvPr/>
        </p:nvGrpSpPr>
        <p:grpSpPr>
          <a:xfrm>
            <a:off x="4903180" y="4602083"/>
            <a:ext cx="662697" cy="206688"/>
            <a:chOff x="4451258" y="4629033"/>
            <a:chExt cx="662697" cy="275797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B4F74054-8F71-9B07-7107-9CE92D55897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1AAFA8F-4A33-68E9-16F8-DC2C52001554}"/>
                </a:ext>
              </a:extLst>
            </p:cNvPr>
            <p:cNvSpPr txBox="1"/>
            <p:nvPr/>
          </p:nvSpPr>
          <p:spPr>
            <a:xfrm>
              <a:off x="4536013" y="4629033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LOAD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450209-85B8-369E-6A6D-B60F442BB948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D973BF55-9528-A523-7963-E9781CDF28EF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0D74D08-4448-09A4-B041-947837F11650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33185885-D9EE-D21D-A9AF-1EEA0F56B1C1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B754B144-FDA0-E36B-AEAF-EEB597FB5517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EEF6DF0-C7BD-5CAD-D889-99A349766A2D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D51E72D8-12A4-D769-AA83-4ACE7E302F42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F48AE97B-0EC1-7BA6-A1B2-7A7318645610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03B746A-D46B-71AE-4A9E-DA70FBAEFB02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2A370A75-E84F-81CE-E102-7D7E2EAB497E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EF8EA633-CE13-A8E5-A1B3-1F848C07E86B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66DAB77-F183-22CB-4C9D-62737FEA1E43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8100CBE-B2B1-5A8B-B87E-A5748D550FAC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7B198DC-71F8-849A-E63B-2DC9B554F7E3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77C3842D-482D-7CC9-0A91-3E3C6E7BAC0E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86F3DBF-724F-C57E-2C68-51B7AD0B3F79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144A10A-D25D-D64E-B58B-209B151CFBFD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6B6086EB-2972-27B0-25A1-308A02A0B581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2AA312E-0EC7-6E3E-4ADB-C64A1E74565F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C8040C02-664C-7D7D-8CFA-FA0F3B81F654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C505C60E-7286-1F05-3D14-E3FDE1A005FA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D1C46E54-3B44-9728-F5B3-2F758DE6F3B7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5" name="Oval 94">
            <a:extLst>
              <a:ext uri="{FF2B5EF4-FFF2-40B4-BE49-F238E27FC236}">
                <a16:creationId xmlns:a16="http://schemas.microsoft.com/office/drawing/2014/main" id="{A99A1CC4-6C50-C8A1-351D-F2F5ADE8743F}"/>
              </a:ext>
            </a:extLst>
          </p:cNvPr>
          <p:cNvSpPr/>
          <p:nvPr/>
        </p:nvSpPr>
        <p:spPr>
          <a:xfrm>
            <a:off x="7355633" y="1319719"/>
            <a:ext cx="204148" cy="1932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331B5719-FF29-87A3-BDC8-02286547D2C3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accent4">
                    <a:lumMod val="60000"/>
                    <a:lumOff val="40000"/>
                  </a:schemeClr>
                </a:gs>
                <a:gs pos="100000">
                  <a:schemeClr val="accent4">
                    <a:lumMod val="7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51991A-54B6-BC99-1C6B-351DBDD51FA6}"/>
              </a:ext>
            </a:extLst>
          </p:cNvPr>
          <p:cNvSpPr txBox="1"/>
          <p:nvPr/>
        </p:nvSpPr>
        <p:spPr>
          <a:xfrm>
            <a:off x="4853993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6BA0DE86-8C0B-EAA7-9193-60746516F6CA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014B74E-1029-AF6B-DD60-D1E832CB15E1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062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89656-EF07-720B-DD5E-80FD16737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53F51D6-0D37-4F50-01C2-91020CF13E89}"/>
              </a:ext>
            </a:extLst>
          </p:cNvPr>
          <p:cNvSpPr txBox="1"/>
          <p:nvPr/>
        </p:nvSpPr>
        <p:spPr>
          <a:xfrm>
            <a:off x="710394" y="182652"/>
            <a:ext cx="3223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C66393-ADE7-2FDA-BE40-15CF7019B007}"/>
              </a:ext>
            </a:extLst>
          </p:cNvPr>
          <p:cNvSpPr/>
          <p:nvPr/>
        </p:nvSpPr>
        <p:spPr>
          <a:xfrm>
            <a:off x="276225" y="176543"/>
            <a:ext cx="434169" cy="450375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F10BFE-34D7-8AAC-0B8F-E2ACE0759117}"/>
              </a:ext>
            </a:extLst>
          </p:cNvPr>
          <p:cNvSpPr txBox="1"/>
          <p:nvPr/>
        </p:nvSpPr>
        <p:spPr>
          <a:xfrm>
            <a:off x="10063824" y="171652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C9BB47-C05E-651B-E035-5A78F4808DD3}"/>
              </a:ext>
            </a:extLst>
          </p:cNvPr>
          <p:cNvSpPr txBox="1"/>
          <p:nvPr/>
        </p:nvSpPr>
        <p:spPr>
          <a:xfrm>
            <a:off x="8935229" y="13868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F1294-8053-F648-EB4E-6D4C89110AB0}"/>
              </a:ext>
            </a:extLst>
          </p:cNvPr>
          <p:cNvSpPr txBox="1"/>
          <p:nvPr/>
        </p:nvSpPr>
        <p:spPr>
          <a:xfrm>
            <a:off x="4781006" y="1287226"/>
            <a:ext cx="26767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CONTENT SCALAR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A2249D-BEFD-1291-D80F-ADD591588B56}"/>
              </a:ext>
            </a:extLst>
          </p:cNvPr>
          <p:cNvSpPr txBox="1"/>
          <p:nvPr/>
        </p:nvSpPr>
        <p:spPr>
          <a:xfrm>
            <a:off x="189342" y="2063638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40DA38-4F0B-CC29-C437-B8F463CB5857}"/>
              </a:ext>
            </a:extLst>
          </p:cNvPr>
          <p:cNvSpPr txBox="1"/>
          <p:nvPr/>
        </p:nvSpPr>
        <p:spPr>
          <a:xfrm>
            <a:off x="124618" y="6578595"/>
            <a:ext cx="7567772" cy="1692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OWNER: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MATTHEW DODDS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START DATE: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24/11/25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STATUS: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DEVELOPMENT 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PROGRESS: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CCB93C-AD7B-DDE4-B9EE-E995B2291A7C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70B1EA1-46CA-D572-C997-9AEC128AE6AB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2F44D3-C245-C3A8-3C52-1A976555E327}"/>
              </a:ext>
            </a:extLst>
          </p:cNvPr>
          <p:cNvGrpSpPr/>
          <p:nvPr/>
        </p:nvGrpSpPr>
        <p:grpSpPr>
          <a:xfrm>
            <a:off x="5190691" y="6654350"/>
            <a:ext cx="3327635" cy="5247"/>
            <a:chOff x="6736189" y="6654350"/>
            <a:chExt cx="3327635" cy="5247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686AFEB-2572-B6D0-B2F4-326DC88065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4209" y="6654350"/>
              <a:ext cx="3319615" cy="5247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4849D3D-5340-DF03-98CB-CF0798DDA468}"/>
                </a:ext>
              </a:extLst>
            </p:cNvPr>
            <p:cNvCxnSpPr>
              <a:cxnSpLocks/>
            </p:cNvCxnSpPr>
            <p:nvPr/>
          </p:nvCxnSpPr>
          <p:spPr>
            <a:xfrm>
              <a:off x="6736189" y="6657218"/>
              <a:ext cx="566045" cy="0"/>
            </a:xfrm>
            <a:prstGeom prst="line">
              <a:avLst/>
            </a:prstGeom>
            <a:ln w="6350">
              <a:solidFill>
                <a:schemeClr val="accent2">
                  <a:lumMod val="75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B535986-F195-95EF-E774-5EC24F2C779F}"/>
              </a:ext>
            </a:extLst>
          </p:cNvPr>
          <p:cNvCxnSpPr>
            <a:cxnSpLocks/>
          </p:cNvCxnSpPr>
          <p:nvPr/>
        </p:nvCxnSpPr>
        <p:spPr>
          <a:xfrm>
            <a:off x="243232" y="705872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927B929-0FF1-2FAB-3477-8F22328C04A2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91937267-3570-A3DD-50B8-504DC07F1C55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79C51F5-5E49-AEFB-EB0C-EE99AE613E97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1D8CD30B-CDFD-1B78-F016-49C1C5CD4363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C8394DE5-70E3-63B2-25E0-054E5C7F8E57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BBBE9D26-6806-9DF6-CC3B-7A1B4888ADCC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rgbClr val="FF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5D967E7-BE39-CA3E-E0BB-64128BEA5329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DE26E05C-4434-B110-0920-6F7A6AEB8CBD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2114A5A6-6A82-57EB-0411-C41D6AF7BFD1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E415BFC3-809D-6A6F-273B-4D49B7C3ED78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8E27BE41-1417-3125-DD6E-05672BC04885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0FDF13D-26F7-3D41-6C5E-C5A3294A6FDA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9CF4B44-6819-3125-4BA1-22E7A0453C3B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39BF3EB7-F075-F87D-41DE-216EB88BF7C6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F9A568-1FF7-ABB4-2A26-0DD39102A771}"/>
              </a:ext>
            </a:extLst>
          </p:cNvPr>
          <p:cNvSpPr txBox="1"/>
          <p:nvPr/>
        </p:nvSpPr>
        <p:spPr>
          <a:xfrm>
            <a:off x="2576258" y="2072347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08ED02-86DA-0426-BE83-D741EEF4173D}"/>
              </a:ext>
            </a:extLst>
          </p:cNvPr>
          <p:cNvSpPr txBox="1"/>
          <p:nvPr/>
        </p:nvSpPr>
        <p:spPr>
          <a:xfrm>
            <a:off x="4932459" y="2072347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	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9876D7-460C-C3C9-4203-318CB24FE124}"/>
              </a:ext>
            </a:extLst>
          </p:cNvPr>
          <p:cNvSpPr txBox="1"/>
          <p:nvPr/>
        </p:nvSpPr>
        <p:spPr>
          <a:xfrm>
            <a:off x="7325185" y="2073249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Subtopic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98B99B0-4235-2FB1-E44B-EEEE47FD5055}"/>
              </a:ext>
            </a:extLst>
          </p:cNvPr>
          <p:cNvSpPr txBox="1"/>
          <p:nvPr/>
        </p:nvSpPr>
        <p:spPr>
          <a:xfrm>
            <a:off x="9615742" y="2075611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Performance Criteria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C60C2C7-88A2-9BC4-1B43-A04D21D8A9D7}"/>
              </a:ext>
            </a:extLst>
          </p:cNvPr>
          <p:cNvCxnSpPr>
            <a:cxnSpLocks/>
          </p:cNvCxnSpPr>
          <p:nvPr/>
        </p:nvCxnSpPr>
        <p:spPr>
          <a:xfrm>
            <a:off x="243232" y="1841860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F6D2B49-459B-48ED-871D-8BEFA262D91F}"/>
              </a:ext>
            </a:extLst>
          </p:cNvPr>
          <p:cNvCxnSpPr>
            <a:cxnSpLocks/>
          </p:cNvCxnSpPr>
          <p:nvPr/>
        </p:nvCxnSpPr>
        <p:spPr>
          <a:xfrm>
            <a:off x="243232" y="2637550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FDA524D-7B64-C468-06B1-6DDBE34538A5}"/>
              </a:ext>
            </a:extLst>
          </p:cNvPr>
          <p:cNvGrpSpPr/>
          <p:nvPr/>
        </p:nvGrpSpPr>
        <p:grpSpPr>
          <a:xfrm>
            <a:off x="180482" y="2784334"/>
            <a:ext cx="11884276" cy="570477"/>
            <a:chOff x="191274" y="2719775"/>
            <a:chExt cx="11884276" cy="57047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3870A2F-4EAA-A604-9EF1-461B750BB729}"/>
                </a:ext>
              </a:extLst>
            </p:cNvPr>
            <p:cNvSpPr txBox="1"/>
            <p:nvPr/>
          </p:nvSpPr>
          <p:spPr>
            <a:xfrm>
              <a:off x="191274" y="2767336"/>
              <a:ext cx="1103562" cy="36933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Explain…</a:t>
              </a: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Describe…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Analyse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9F344F4-F034-417D-2A51-89CF65D025BE}"/>
                </a:ext>
              </a:extLst>
            </p:cNvPr>
            <p:cNvSpPr txBox="1"/>
            <p:nvPr/>
          </p:nvSpPr>
          <p:spPr>
            <a:xfrm>
              <a:off x="2587050" y="2765176"/>
              <a:ext cx="1103562" cy="36933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Introduction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History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Case Study 1 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D4E3955-545D-9537-AF9A-053CA28BD880}"/>
                </a:ext>
              </a:extLst>
            </p:cNvPr>
            <p:cNvSpPr txBox="1"/>
            <p:nvPr/>
          </p:nvSpPr>
          <p:spPr>
            <a:xfrm>
              <a:off x="4982826" y="2719775"/>
              <a:ext cx="1439795" cy="46166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   Overview</a:t>
              </a:r>
            </a:p>
            <a:p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   Relevance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2.1   The beginnings 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2.2   Famous Cases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A2C0417-B8A2-55A9-C8EC-07D0A9DBFE62}"/>
                </a:ext>
              </a:extLst>
            </p:cNvPr>
            <p:cNvSpPr txBox="1"/>
            <p:nvPr/>
          </p:nvSpPr>
          <p:spPr>
            <a:xfrm>
              <a:off x="7335977" y="2736254"/>
              <a:ext cx="1912502" cy="553998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1.1.1   Example 1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1.1.2   Example 2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1.1.3   Example 3</a:t>
              </a:r>
            </a:p>
            <a:p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1.2.1   Example 4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1.2.2   Example 5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D4345AB-AD21-E9AD-25A8-3877A5BF3852}"/>
                </a:ext>
              </a:extLst>
            </p:cNvPr>
            <p:cNvSpPr txBox="1"/>
            <p:nvPr/>
          </p:nvSpPr>
          <p:spPr>
            <a:xfrm>
              <a:off x="9689375" y="2719775"/>
              <a:ext cx="2386175" cy="276999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   Can explain concepts</a:t>
              </a:r>
            </a:p>
            <a:p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   Understands relevance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21E7767-A87A-0A40-5B24-53084442D649}"/>
              </a:ext>
            </a:extLst>
          </p:cNvPr>
          <p:cNvGrpSpPr/>
          <p:nvPr/>
        </p:nvGrpSpPr>
        <p:grpSpPr>
          <a:xfrm>
            <a:off x="199842" y="1895965"/>
            <a:ext cx="1301073" cy="215444"/>
            <a:chOff x="199842" y="2261729"/>
            <a:chExt cx="1301073" cy="21544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D44D6C8-40A7-EECF-7121-D02AE8D8D947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60DFF689-39AB-EBE7-83CC-BF78DF317019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0E39BE95-2142-EE05-88CD-4F80B0B4483C}"/>
              </a:ext>
            </a:extLst>
          </p:cNvPr>
          <p:cNvGrpSpPr/>
          <p:nvPr/>
        </p:nvGrpSpPr>
        <p:grpSpPr>
          <a:xfrm>
            <a:off x="250913" y="2208917"/>
            <a:ext cx="11736886" cy="291871"/>
            <a:chOff x="282542" y="2758708"/>
            <a:chExt cx="11736886" cy="291871"/>
          </a:xfrm>
        </p:grpSpPr>
        <p:sp>
          <p:nvSpPr>
            <p:cNvPr id="76" name="Rectangle: Rounded Corners 75">
              <a:extLst>
                <a:ext uri="{FF2B5EF4-FFF2-40B4-BE49-F238E27FC236}">
                  <a16:creationId xmlns:a16="http://schemas.microsoft.com/office/drawing/2014/main" id="{A8764CF3-69E7-94F5-9CA2-2121BE813BC3}"/>
                </a:ext>
              </a:extLst>
            </p:cNvPr>
            <p:cNvSpPr/>
            <p:nvPr/>
          </p:nvSpPr>
          <p:spPr>
            <a:xfrm>
              <a:off x="2643909" y="2763574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77" name="Rectangle: Rounded Corners 76">
              <a:extLst>
                <a:ext uri="{FF2B5EF4-FFF2-40B4-BE49-F238E27FC236}">
                  <a16:creationId xmlns:a16="http://schemas.microsoft.com/office/drawing/2014/main" id="{057EA7CE-32C9-DD92-302F-4E6FC9EF67CF}"/>
                </a:ext>
              </a:extLst>
            </p:cNvPr>
            <p:cNvSpPr/>
            <p:nvPr/>
          </p:nvSpPr>
          <p:spPr>
            <a:xfrm>
              <a:off x="282542" y="2758708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ADA1306-D988-F040-ABCA-665339886007}"/>
                </a:ext>
              </a:extLst>
            </p:cNvPr>
            <p:cNvSpPr/>
            <p:nvPr/>
          </p:nvSpPr>
          <p:spPr>
            <a:xfrm>
              <a:off x="7366643" y="2771579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4C6AEF2-51D5-EDDB-A93E-B03A9652B01F}"/>
                </a:ext>
              </a:extLst>
            </p:cNvPr>
            <p:cNvSpPr/>
            <p:nvPr/>
          </p:nvSpPr>
          <p:spPr>
            <a:xfrm>
              <a:off x="5005276" y="2771579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80" name="Rectangle: Rounded Corners 79">
              <a:extLst>
                <a:ext uri="{FF2B5EF4-FFF2-40B4-BE49-F238E27FC236}">
                  <a16:creationId xmlns:a16="http://schemas.microsoft.com/office/drawing/2014/main" id="{A1182CEA-2B04-446F-1C24-73AE1333683F}"/>
                </a:ext>
              </a:extLst>
            </p:cNvPr>
            <p:cNvSpPr/>
            <p:nvPr/>
          </p:nvSpPr>
          <p:spPr>
            <a:xfrm>
              <a:off x="9716063" y="2773580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6BCD107-B4D1-8A4B-8892-D1A16E9C68CF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592B5557-97B3-EE91-2566-95F521774672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530BD97B-5CE6-B620-6F90-295B805E5705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D82828FD-F8B9-67E6-980C-D2E78DDDF855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12DAA68D-21AB-4672-0D50-9B94E1160061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101F24F8-A4B6-732E-5D74-E29C3CE633C8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F9CFC98-23CE-54D0-AE7E-1C2DFC84A4CD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165E1DD-D95E-5D02-2C8C-C2CBB9B47E2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4393241A-8FB1-69D9-FD5A-20FF194BEC76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118" name="TextBox 117">
            <a:extLst>
              <a:ext uri="{FF2B5EF4-FFF2-40B4-BE49-F238E27FC236}">
                <a16:creationId xmlns:a16="http://schemas.microsoft.com/office/drawing/2014/main" id="{6E3128D9-E785-3E75-D32F-17D9007EF4AC}"/>
              </a:ext>
            </a:extLst>
          </p:cNvPr>
          <p:cNvSpPr txBox="1"/>
          <p:nvPr/>
        </p:nvSpPr>
        <p:spPr>
          <a:xfrm>
            <a:off x="5445463" y="1526316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 Scalar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FFC750B-9C9B-0DCE-B111-07E11DEEDC08}"/>
              </a:ext>
            </a:extLst>
          </p:cNvPr>
          <p:cNvSpPr txBox="1"/>
          <p:nvPr/>
        </p:nvSpPr>
        <p:spPr>
          <a:xfrm>
            <a:off x="4958768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2D6A382-466B-9ECF-1E72-1F6014E7685E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8F80CFD-449B-85BE-AEDA-85D04DAA1DF1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31A8A6F-23DF-99DE-5881-D88ECE8C0FC6}"/>
              </a:ext>
            </a:extLst>
          </p:cNvPr>
          <p:cNvSpPr/>
          <p:nvPr/>
        </p:nvSpPr>
        <p:spPr>
          <a:xfrm>
            <a:off x="7401898" y="1321427"/>
            <a:ext cx="204148" cy="1932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8873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C9C65-7E10-51D9-D459-48A53C797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9A58686-9153-95AC-6E44-55EC6B87FD3E}"/>
              </a:ext>
            </a:extLst>
          </p:cNvPr>
          <p:cNvSpPr txBox="1"/>
          <p:nvPr/>
        </p:nvSpPr>
        <p:spPr>
          <a:xfrm>
            <a:off x="710394" y="182652"/>
            <a:ext cx="3223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B3DD453-D2C7-5165-758F-1848FBE4DCAE}"/>
              </a:ext>
            </a:extLst>
          </p:cNvPr>
          <p:cNvSpPr/>
          <p:nvPr/>
        </p:nvSpPr>
        <p:spPr>
          <a:xfrm>
            <a:off x="276225" y="176543"/>
            <a:ext cx="434169" cy="450375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396084-D424-ACEE-70F2-EA806417E8DF}"/>
              </a:ext>
            </a:extLst>
          </p:cNvPr>
          <p:cNvSpPr txBox="1"/>
          <p:nvPr/>
        </p:nvSpPr>
        <p:spPr>
          <a:xfrm>
            <a:off x="10063824" y="171652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AC8DC3-DA49-875D-43C5-811FFD832E17}"/>
              </a:ext>
            </a:extLst>
          </p:cNvPr>
          <p:cNvSpPr txBox="1"/>
          <p:nvPr/>
        </p:nvSpPr>
        <p:spPr>
          <a:xfrm>
            <a:off x="8935229" y="13868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0C5175-6A41-E2FD-F2D9-55AA65CDB398}"/>
              </a:ext>
            </a:extLst>
          </p:cNvPr>
          <p:cNvSpPr txBox="1"/>
          <p:nvPr/>
        </p:nvSpPr>
        <p:spPr>
          <a:xfrm>
            <a:off x="4781006" y="1287226"/>
            <a:ext cx="26767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u="sng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LESSONS</a:t>
            </a:r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&amp; TIMETABLE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D1DDC6-0FCE-54F3-EBDE-ED8DE53DAF54}"/>
              </a:ext>
            </a:extLst>
          </p:cNvPr>
          <p:cNvSpPr txBox="1"/>
          <p:nvPr/>
        </p:nvSpPr>
        <p:spPr>
          <a:xfrm>
            <a:off x="124618" y="6578595"/>
            <a:ext cx="7567772" cy="1692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OWNER: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MATTHEW DODDS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START DATE: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24/11/25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STATUS: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DEVELOPMENT 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PROGRESS: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521C15-A756-A0E2-A2C4-F14A19DB1012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0CD054-EF7B-4564-BAD6-5C90FE90AD9F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D91A61B-0F9F-755C-5CF1-FEAAFF5028FF}"/>
              </a:ext>
            </a:extLst>
          </p:cNvPr>
          <p:cNvGrpSpPr/>
          <p:nvPr/>
        </p:nvGrpSpPr>
        <p:grpSpPr>
          <a:xfrm>
            <a:off x="5190691" y="6654350"/>
            <a:ext cx="3327635" cy="5247"/>
            <a:chOff x="6736189" y="6654350"/>
            <a:chExt cx="3327635" cy="5247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D94D292-C6E7-24DD-55F7-49E17CBD4A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4209" y="6654350"/>
              <a:ext cx="3319615" cy="5247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F3C5FA-8228-99CE-0F41-A7AA985CF21F}"/>
                </a:ext>
              </a:extLst>
            </p:cNvPr>
            <p:cNvCxnSpPr>
              <a:cxnSpLocks/>
            </p:cNvCxnSpPr>
            <p:nvPr/>
          </p:nvCxnSpPr>
          <p:spPr>
            <a:xfrm>
              <a:off x="6736189" y="6657218"/>
              <a:ext cx="566045" cy="0"/>
            </a:xfrm>
            <a:prstGeom prst="line">
              <a:avLst/>
            </a:prstGeom>
            <a:ln w="6350">
              <a:solidFill>
                <a:schemeClr val="accent2">
                  <a:lumMod val="75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6E76BA5-A1C8-6EB6-5389-38B1BB913885}"/>
              </a:ext>
            </a:extLst>
          </p:cNvPr>
          <p:cNvCxnSpPr>
            <a:cxnSpLocks/>
          </p:cNvCxnSpPr>
          <p:nvPr/>
        </p:nvCxnSpPr>
        <p:spPr>
          <a:xfrm>
            <a:off x="243232" y="705872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4" name="Group 93">
            <a:extLst>
              <a:ext uri="{FF2B5EF4-FFF2-40B4-BE49-F238E27FC236}">
                <a16:creationId xmlns:a16="http://schemas.microsoft.com/office/drawing/2014/main" id="{994AD615-6F57-164B-1868-3986BE79A082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A980677E-B5B7-0380-68D2-DCEA44C1D0E3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4F185EE0-4272-D608-DE4A-2C4B8F5B9F73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935E31B-4E32-617B-1320-5CA519C32068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73B69945-C847-CD89-3CB9-F337C8D3995D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BB68A35-4212-CBCB-5099-F0A3DE86AB20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BF6AE28A-E111-AAB2-B788-71A9E3FF9192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2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3236D875-93B0-7BE3-FA43-49C9F552E599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F017DA65-D6BB-8C4F-0E78-873AFC97C4BB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rgbClr val="FF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DFF767B1-CEAA-38DC-206B-335E33A93675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9A834CD1-8F20-5B76-D74E-50F7429B461C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A327A74E-273C-1C61-9FD1-F200BAA4DFD2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1AF308D-2FAC-52A4-9762-78DE7D6FE2D9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D931E55F-877D-857C-4D43-2BCFFF938A1C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3161E9C-EB7C-73BC-2908-9920C5885E7D}"/>
              </a:ext>
            </a:extLst>
          </p:cNvPr>
          <p:cNvCxnSpPr>
            <a:cxnSpLocks/>
          </p:cNvCxnSpPr>
          <p:nvPr/>
        </p:nvCxnSpPr>
        <p:spPr>
          <a:xfrm>
            <a:off x="272893" y="22612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E4A9C635-081A-817E-05B1-4B8B13132B78}"/>
              </a:ext>
            </a:extLst>
          </p:cNvPr>
          <p:cNvGrpSpPr/>
          <p:nvPr/>
        </p:nvGrpSpPr>
        <p:grpSpPr>
          <a:xfrm>
            <a:off x="2832476" y="1810218"/>
            <a:ext cx="1301073" cy="215444"/>
            <a:chOff x="199842" y="2261729"/>
            <a:chExt cx="1301073" cy="21544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42EB3E7-20F0-8263-3C51-10E7E907B4EA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79B99663-F628-57F4-2C63-97AE3DAC0FD1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75C56BE-9304-E80A-7FE1-4D3C17DDD224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0FCA4415-55EC-1383-B17F-7CD153A2D2C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EE9776F2-783E-D216-B71B-0CB1F0BC4EBC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A43AC318-F354-5578-E075-62A113CE65ED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7829DAB4-C754-BEE7-AB1A-E09B660F3FF9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A8E56AD0-9B8E-7CBF-507F-59024E32E23E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98C7571-59F9-FC0A-20D8-A3C83CA77594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17E669FE-411D-4BFC-B236-B3E947E5E3C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3C541F1-9738-E411-7C6B-868AAAD22E1F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FF33B93-7FBC-2CE3-EAB0-88ECB0582B5A}"/>
              </a:ext>
            </a:extLst>
          </p:cNvPr>
          <p:cNvGrpSpPr/>
          <p:nvPr/>
        </p:nvGrpSpPr>
        <p:grpSpPr>
          <a:xfrm>
            <a:off x="4203450" y="1671517"/>
            <a:ext cx="4726303" cy="357735"/>
            <a:chOff x="1570816" y="1756262"/>
            <a:chExt cx="4726303" cy="357735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9101DB3-0BA3-B936-4D3A-3297019222C4}"/>
                </a:ext>
              </a:extLst>
            </p:cNvPr>
            <p:cNvSpPr txBox="1"/>
            <p:nvPr/>
          </p:nvSpPr>
          <p:spPr>
            <a:xfrm>
              <a:off x="1590239" y="1925899"/>
              <a:ext cx="1103562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Introduction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881F2C2-9BF0-CF5B-1FCB-FA882D7A8D46}"/>
                </a:ext>
              </a:extLst>
            </p:cNvPr>
            <p:cNvSpPr txBox="1"/>
            <p:nvPr/>
          </p:nvSpPr>
          <p:spPr>
            <a:xfrm>
              <a:off x="3957732" y="1923945"/>
              <a:ext cx="1439795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   Overview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77E3005-1886-3479-48EB-76313C8F4141}"/>
                </a:ext>
              </a:extLst>
            </p:cNvPr>
            <p:cNvGrpSpPr/>
            <p:nvPr/>
          </p:nvGrpSpPr>
          <p:grpSpPr>
            <a:xfrm>
              <a:off x="1570816" y="1756262"/>
              <a:ext cx="4726303" cy="357735"/>
              <a:chOff x="189342" y="2063638"/>
              <a:chExt cx="4726303" cy="350546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4314D1-54A5-8EA6-1CE0-1BDE49FCEB11}"/>
                  </a:ext>
                </a:extLst>
              </p:cNvPr>
              <p:cNvSpPr txBox="1"/>
              <p:nvPr/>
            </p:nvSpPr>
            <p:spPr>
              <a:xfrm>
                <a:off x="189342" y="2063638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rgbClr val="FF6600"/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Lesson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0D02D47-D392-29AA-6FDD-B945FD9A5CA5}"/>
                  </a:ext>
                </a:extLst>
              </p:cNvPr>
              <p:cNvSpPr txBox="1"/>
              <p:nvPr/>
            </p:nvSpPr>
            <p:spPr>
              <a:xfrm>
                <a:off x="2576258" y="2072347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Topic</a:t>
                </a: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862ADE97-A675-1412-BD32-DE2BD1C56FEB}"/>
                  </a:ext>
                </a:extLst>
              </p:cNvPr>
              <p:cNvSpPr/>
              <p:nvPr/>
            </p:nvSpPr>
            <p:spPr>
              <a:xfrm>
                <a:off x="2612280" y="2213783"/>
                <a:ext cx="2303365" cy="200401"/>
              </a:xfrm>
              <a:prstGeom prst="roundRect">
                <a:avLst>
                  <a:gd name="adj" fmla="val 18131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77" name="Rectangle: Rounded Corners 76">
                <a:extLst>
                  <a:ext uri="{FF2B5EF4-FFF2-40B4-BE49-F238E27FC236}">
                    <a16:creationId xmlns:a16="http://schemas.microsoft.com/office/drawing/2014/main" id="{10D52759-3500-1BF4-652D-54460E5DB3C0}"/>
                  </a:ext>
                </a:extLst>
              </p:cNvPr>
              <p:cNvSpPr/>
              <p:nvPr/>
            </p:nvSpPr>
            <p:spPr>
              <a:xfrm>
                <a:off x="250913" y="2208917"/>
                <a:ext cx="2303365" cy="200401"/>
              </a:xfrm>
              <a:prstGeom prst="roundRect">
                <a:avLst>
                  <a:gd name="adj" fmla="val 18131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3" name="Isosceles Triangle 2">
                <a:extLst>
                  <a:ext uri="{FF2B5EF4-FFF2-40B4-BE49-F238E27FC236}">
                    <a16:creationId xmlns:a16="http://schemas.microsoft.com/office/drawing/2014/main" id="{5DCA82D2-4F6C-2278-76D0-CE9EBB41BA66}"/>
                  </a:ext>
                </a:extLst>
              </p:cNvPr>
              <p:cNvSpPr/>
              <p:nvPr/>
            </p:nvSpPr>
            <p:spPr>
              <a:xfrm rot="17976276">
                <a:off x="2442145" y="2263930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  <p:sp>
            <p:nvSpPr>
              <p:cNvPr id="5" name="Isosceles Triangle 4">
                <a:extLst>
                  <a:ext uri="{FF2B5EF4-FFF2-40B4-BE49-F238E27FC236}">
                    <a16:creationId xmlns:a16="http://schemas.microsoft.com/office/drawing/2014/main" id="{3E8D3B76-A040-FE54-D8C1-36BA4F5750E2}"/>
                  </a:ext>
                </a:extLst>
              </p:cNvPr>
              <p:cNvSpPr/>
              <p:nvPr/>
            </p:nvSpPr>
            <p:spPr>
              <a:xfrm rot="17976276">
                <a:off x="4801792" y="2273711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A41D08D-B6D0-1250-5BC6-9DDCD7902A71}"/>
              </a:ext>
            </a:extLst>
          </p:cNvPr>
          <p:cNvGrpSpPr/>
          <p:nvPr/>
        </p:nvGrpSpPr>
        <p:grpSpPr>
          <a:xfrm>
            <a:off x="60233" y="2506965"/>
            <a:ext cx="2303365" cy="3115492"/>
            <a:chOff x="272893" y="2421901"/>
            <a:chExt cx="2303365" cy="3115492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3E4A65C-F073-625C-9842-33E3A259DF06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1.1.1   Example 1 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A7C6FD0-97F2-2BA4-42CB-2A90FF563B0F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C88384D-D056-12B3-C2B5-F7AAD2E898CC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515A849-6A2C-2D33-8B69-505749C95B83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79" name="Rectangle: Rounded Corners 78">
                <a:extLst>
                  <a:ext uri="{FF2B5EF4-FFF2-40B4-BE49-F238E27FC236}">
                    <a16:creationId xmlns:a16="http://schemas.microsoft.com/office/drawing/2014/main" id="{1D61596A-8317-AAC3-771F-A970CF669658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80" name="Rectangle: Rounded Corners 79">
                <a:extLst>
                  <a:ext uri="{FF2B5EF4-FFF2-40B4-BE49-F238E27FC236}">
                    <a16:creationId xmlns:a16="http://schemas.microsoft.com/office/drawing/2014/main" id="{07893292-F5A7-6DA5-4AFD-4E6E2BF6DEB2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36692DA0-20BE-679C-50B1-E253C27AF423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0" name="Isosceles Triangle 9">
                <a:extLst>
                  <a:ext uri="{FF2B5EF4-FFF2-40B4-BE49-F238E27FC236}">
                    <a16:creationId xmlns:a16="http://schemas.microsoft.com/office/drawing/2014/main" id="{B7178F32-DDE4-818D-9E68-FD9C0804BC1A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1ADAE90-4685-8087-0259-A5B7C369F002}"/>
              </a:ext>
            </a:extLst>
          </p:cNvPr>
          <p:cNvGrpSpPr/>
          <p:nvPr/>
        </p:nvGrpSpPr>
        <p:grpSpPr>
          <a:xfrm>
            <a:off x="2544161" y="2499879"/>
            <a:ext cx="2303365" cy="3115492"/>
            <a:chOff x="272893" y="2421901"/>
            <a:chExt cx="2303365" cy="311549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5E2D282-9AFF-9AF8-8E73-A7918582D726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1.1.2   Example 2 </a:t>
              </a: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53A7091E-9A32-870B-2FDB-E9683AC62EDF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8A50FB4-F9B2-452D-FE43-F9F11E9E3E08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3E0D805-994A-4A31-C462-06D09941959E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F0DD9FEA-0D05-A939-0294-3EED31EF0EB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647E5D00-F524-5011-747E-23F996FA7076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E74F0F35-BBAE-5D50-9487-A4544A0D6288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53" name="Isosceles Triangle 52">
                <a:extLst>
                  <a:ext uri="{FF2B5EF4-FFF2-40B4-BE49-F238E27FC236}">
                    <a16:creationId xmlns:a16="http://schemas.microsoft.com/office/drawing/2014/main" id="{AA90E145-5481-7D45-33A6-CBA7C3A765BA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A1A4114-E9B3-5DE7-6B5D-0FA76F970CAB}"/>
              </a:ext>
            </a:extLst>
          </p:cNvPr>
          <p:cNvGrpSpPr/>
          <p:nvPr/>
        </p:nvGrpSpPr>
        <p:grpSpPr>
          <a:xfrm>
            <a:off x="4986051" y="2499879"/>
            <a:ext cx="2303365" cy="3115492"/>
            <a:chOff x="272893" y="2421901"/>
            <a:chExt cx="2303365" cy="311549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27036F16-1160-EB1A-A32D-9F3D3EC14B06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1.1.3   Example 3 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8E15430-F463-D8F3-10B0-146AEEE2F1A1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D2EE1F7-7727-F399-0B38-B1B0104A6CAE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943298D-2263-D28F-5D85-91B57B2F9D67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D93D3E48-72E1-22DE-2FF0-9E869807FFB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0D7ECD3B-E59E-0D23-F02C-ADF8E859FE11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A93297E8-5536-66C3-146F-6857C33F88FA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4" name="Isosceles Triangle 63">
                <a:extLst>
                  <a:ext uri="{FF2B5EF4-FFF2-40B4-BE49-F238E27FC236}">
                    <a16:creationId xmlns:a16="http://schemas.microsoft.com/office/drawing/2014/main" id="{D7703716-9266-5F12-AC8F-8A53F76CACAF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BB1043E2-1C9E-BF63-7C94-ACF47FC0688E}"/>
              </a:ext>
            </a:extLst>
          </p:cNvPr>
          <p:cNvSpPr txBox="1"/>
          <p:nvPr/>
        </p:nvSpPr>
        <p:spPr>
          <a:xfrm>
            <a:off x="4958768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731B82B-0DE1-3603-E174-EDF997CD4ACB}"/>
              </a:ext>
            </a:extLst>
          </p:cNvPr>
          <p:cNvGrpSpPr/>
          <p:nvPr/>
        </p:nvGrpSpPr>
        <p:grpSpPr>
          <a:xfrm>
            <a:off x="7388701" y="2503954"/>
            <a:ext cx="2303365" cy="3115492"/>
            <a:chOff x="272893" y="2421901"/>
            <a:chExt cx="2303365" cy="311549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157EB7D-D861-3616-9AF3-742FEF87E115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1.1.2   Example 2 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AC20E78-7A9B-0D02-8854-6C71D2475244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CF8124-AAB9-3440-CCF6-8D27C29C1842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01BE3C0-DDE5-67B4-8892-F26670D6733F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D363343B-BE1A-236A-16C3-9102DD3EBCA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700C7D88-249C-95DD-30EE-BD3C1671AF8F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724E17BD-2374-989C-4DE7-E3F383CF75B5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24" name="Isosceles Triangle 23">
                <a:extLst>
                  <a:ext uri="{FF2B5EF4-FFF2-40B4-BE49-F238E27FC236}">
                    <a16:creationId xmlns:a16="http://schemas.microsoft.com/office/drawing/2014/main" id="{BCBF13CC-00A0-98F5-4DA0-076B4A892AAA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E4DDAD7-2621-016F-1B0B-30B012BFD61B}"/>
              </a:ext>
            </a:extLst>
          </p:cNvPr>
          <p:cNvGrpSpPr/>
          <p:nvPr/>
        </p:nvGrpSpPr>
        <p:grpSpPr>
          <a:xfrm>
            <a:off x="9830591" y="2503954"/>
            <a:ext cx="2303365" cy="3115492"/>
            <a:chOff x="272893" y="2421901"/>
            <a:chExt cx="2303365" cy="311549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3F44803-A134-59DC-6681-AAFCE9EA77C7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1.1.3   Example 3 </a:t>
              </a: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5BD1AC2-0834-075E-6B18-9FCB54B10E2F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79DAA5-6AD3-1FAC-4FDA-FD33184039E8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B2F5FD8-6D6D-E999-2001-1469662278B0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ED3F66D2-EE3E-2937-104E-540562CBEFC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32F97D3C-E014-1ADF-6669-6E2ECA07A9C7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84199490-8AC0-0C89-6B56-44180579F20E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6" name="Isosceles Triangle 65">
                <a:extLst>
                  <a:ext uri="{FF2B5EF4-FFF2-40B4-BE49-F238E27FC236}">
                    <a16:creationId xmlns:a16="http://schemas.microsoft.com/office/drawing/2014/main" id="{FBDCD2B9-6578-FFFC-C40B-A91954384931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sp>
        <p:nvSpPr>
          <p:cNvPr id="67" name="Oval 66">
            <a:extLst>
              <a:ext uri="{FF2B5EF4-FFF2-40B4-BE49-F238E27FC236}">
                <a16:creationId xmlns:a16="http://schemas.microsoft.com/office/drawing/2014/main" id="{36D59B9D-88CB-BCD3-481C-3A2E54D19BBC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A5D483F-6FD0-4BB2-8F6B-B37564542FDB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921A843-D704-84EE-C8ED-7F6915EA8BDC}"/>
              </a:ext>
            </a:extLst>
          </p:cNvPr>
          <p:cNvSpPr txBox="1"/>
          <p:nvPr/>
        </p:nvSpPr>
        <p:spPr>
          <a:xfrm>
            <a:off x="4222873" y="2043434"/>
            <a:ext cx="244316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i="1" spc="15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LO1: Explain…</a:t>
            </a:r>
            <a:endParaRPr lang="en-GB" i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71901250-16DC-DCD7-2ECB-78A3868C36D4}"/>
              </a:ext>
            </a:extLst>
          </p:cNvPr>
          <p:cNvSpPr/>
          <p:nvPr/>
        </p:nvSpPr>
        <p:spPr>
          <a:xfrm>
            <a:off x="7274080" y="1319719"/>
            <a:ext cx="204148" cy="1932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0445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D8357-62DC-0BD4-EC99-2DF6A55B8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E70B52-8665-6084-0923-EB47E57D6BE5}"/>
              </a:ext>
            </a:extLst>
          </p:cNvPr>
          <p:cNvSpPr txBox="1"/>
          <p:nvPr/>
        </p:nvSpPr>
        <p:spPr>
          <a:xfrm>
            <a:off x="710394" y="182652"/>
            <a:ext cx="3223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951B8A1-9642-B5E0-2754-3123C7912C92}"/>
              </a:ext>
            </a:extLst>
          </p:cNvPr>
          <p:cNvSpPr/>
          <p:nvPr/>
        </p:nvSpPr>
        <p:spPr>
          <a:xfrm>
            <a:off x="276225" y="176543"/>
            <a:ext cx="434169" cy="450375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BB9933-F1DD-FE77-DFB8-704C29C86535}"/>
              </a:ext>
            </a:extLst>
          </p:cNvPr>
          <p:cNvSpPr txBox="1"/>
          <p:nvPr/>
        </p:nvSpPr>
        <p:spPr>
          <a:xfrm>
            <a:off x="10063824" y="171652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E69085-3C98-DD63-D792-BB1A07A46E2B}"/>
              </a:ext>
            </a:extLst>
          </p:cNvPr>
          <p:cNvSpPr txBox="1"/>
          <p:nvPr/>
        </p:nvSpPr>
        <p:spPr>
          <a:xfrm>
            <a:off x="8935229" y="13868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032CB0-101F-0812-ACBA-10D2B53B2C0F}"/>
              </a:ext>
            </a:extLst>
          </p:cNvPr>
          <p:cNvSpPr txBox="1"/>
          <p:nvPr/>
        </p:nvSpPr>
        <p:spPr>
          <a:xfrm>
            <a:off x="4781006" y="1287226"/>
            <a:ext cx="26767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LESSONS &amp; </a:t>
            </a:r>
            <a:r>
              <a:rPr lang="en-GB" sz="1100" u="sng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TIMETABLE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2CBBBF-EA00-DEF5-97FE-99065A3052E0}"/>
              </a:ext>
            </a:extLst>
          </p:cNvPr>
          <p:cNvSpPr txBox="1"/>
          <p:nvPr/>
        </p:nvSpPr>
        <p:spPr>
          <a:xfrm>
            <a:off x="124618" y="6578595"/>
            <a:ext cx="7567772" cy="1692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OWNER: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MATTHEW DODDS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START DATE: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24/11/25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STATUS: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DEVELOPMENT 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PROGRESS: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638517-6BCC-69EC-2626-39FA1B80DF98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A793109-63FF-72DF-B0D6-22C67F30A017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41AAC63-A14F-5F84-E8E3-A87BDD03A4EC}"/>
              </a:ext>
            </a:extLst>
          </p:cNvPr>
          <p:cNvGrpSpPr/>
          <p:nvPr/>
        </p:nvGrpSpPr>
        <p:grpSpPr>
          <a:xfrm>
            <a:off x="5190691" y="6654087"/>
            <a:ext cx="3327635" cy="5772"/>
            <a:chOff x="6736189" y="6654087"/>
            <a:chExt cx="3327635" cy="5772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3A62B22-29AB-9FC3-9D72-0164150D92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4209" y="6654087"/>
              <a:ext cx="3319615" cy="5772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E0DB791-9073-A579-F42D-CEBA373F453C}"/>
                </a:ext>
              </a:extLst>
            </p:cNvPr>
            <p:cNvCxnSpPr>
              <a:cxnSpLocks/>
            </p:cNvCxnSpPr>
            <p:nvPr/>
          </p:nvCxnSpPr>
          <p:spPr>
            <a:xfrm>
              <a:off x="6736189" y="6657218"/>
              <a:ext cx="566045" cy="0"/>
            </a:xfrm>
            <a:prstGeom prst="line">
              <a:avLst/>
            </a:prstGeom>
            <a:ln w="6350">
              <a:solidFill>
                <a:schemeClr val="accent2">
                  <a:lumMod val="75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4F11627-A5BF-5C13-0085-63442EDF6676}"/>
              </a:ext>
            </a:extLst>
          </p:cNvPr>
          <p:cNvCxnSpPr>
            <a:cxnSpLocks/>
          </p:cNvCxnSpPr>
          <p:nvPr/>
        </p:nvCxnSpPr>
        <p:spPr>
          <a:xfrm>
            <a:off x="243232" y="705872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7D1A74B-B30F-F2C4-E540-B674061FB9D3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2B49CD32-0E88-2C04-DA1E-A256A0EDA013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D4CD6C60-2C44-8089-895F-6D9F66585836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96F00D5-16E2-890B-69F8-CE4B317F94EB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1DC08BCE-93B9-B587-6CD3-FD3490DA1C3B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FD64C8A8-B46D-465F-31C4-E904132954B4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ED4E893-DE02-1889-16A6-1CCEE13BCFBD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2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75A3E62B-4278-25A4-B4E3-79D97CF9C898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C0D149F9-950C-7C4E-A59C-DB68AD66BC54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rgbClr val="FF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ED15DF8-8706-094E-08BE-AD7342478EE6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A768F667-2F44-7BF7-D8C9-B4D90AF461B7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B261D40-E01C-E238-86B4-B121FF534CEC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6A63FBB-1103-5CDC-7748-79FB6B3433D6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6E4FA4EE-31CF-ADA0-BA0D-9A1EBDA7F9D3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B868E5-755A-DBA6-AE05-3C54A1CAB003}"/>
              </a:ext>
            </a:extLst>
          </p:cNvPr>
          <p:cNvCxnSpPr>
            <a:cxnSpLocks/>
          </p:cNvCxnSpPr>
          <p:nvPr/>
        </p:nvCxnSpPr>
        <p:spPr>
          <a:xfrm>
            <a:off x="272893" y="22612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7EB4EC0-B594-8BEB-EF03-E58D1A13007F}"/>
              </a:ext>
            </a:extLst>
          </p:cNvPr>
          <p:cNvSpPr txBox="1"/>
          <p:nvPr/>
        </p:nvSpPr>
        <p:spPr>
          <a:xfrm>
            <a:off x="2313248" y="1925899"/>
            <a:ext cx="1103562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Introduction</a:t>
            </a: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1A3DDB9-96CE-C957-DDBF-11EBB64A0561}"/>
              </a:ext>
            </a:extLst>
          </p:cNvPr>
          <p:cNvGrpSpPr/>
          <p:nvPr/>
        </p:nvGrpSpPr>
        <p:grpSpPr>
          <a:xfrm>
            <a:off x="199842" y="1894963"/>
            <a:ext cx="1301073" cy="215444"/>
            <a:chOff x="199842" y="2261729"/>
            <a:chExt cx="1301073" cy="21544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71C5B7C-E9F3-5906-5170-D8DA2163D5FF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449018B4-3A1F-8771-347E-FBD9AA81253E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BE3C6F15-1CD6-4A2D-7357-8F1434E4C0AF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0E3FD232-EA20-0A92-D902-52FD6B541C6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3BD4654B-D704-F000-2D6F-13E8079F4D14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4444A29A-4A38-F157-7C4F-44A27E45F94C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169F4CD2-FCE2-1C42-4CC7-788D0CF11AFC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82845D20-2253-0DB1-E649-8C5B66578A06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143C4AC-1627-BA17-096D-0684D32E916E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D7CBA93-4C73-8CFE-528B-1845C986584C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542F7C-0EE0-830A-BB06-9CD4EC2C13D4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A337FF8-B5AC-B5D6-51E1-1740167F9744}"/>
              </a:ext>
            </a:extLst>
          </p:cNvPr>
          <p:cNvSpPr txBox="1"/>
          <p:nvPr/>
        </p:nvSpPr>
        <p:spPr>
          <a:xfrm>
            <a:off x="2293824" y="1767316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65F30CAC-9CCA-5742-4E13-F909E3FA588D}"/>
              </a:ext>
            </a:extLst>
          </p:cNvPr>
          <p:cNvGrpSpPr/>
          <p:nvPr/>
        </p:nvGrpSpPr>
        <p:grpSpPr>
          <a:xfrm>
            <a:off x="4716882" y="1757513"/>
            <a:ext cx="823274" cy="368043"/>
            <a:chOff x="3972607" y="1757513"/>
            <a:chExt cx="823274" cy="368043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BC4352B-7923-D2EE-3219-EDB887C5D8C1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0800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391D1F1-E12F-D770-6BE5-C3FE60B4B4F7}"/>
                </a:ext>
              </a:extLst>
            </p:cNvPr>
            <p:cNvSpPr txBox="1"/>
            <p:nvPr/>
          </p:nvSpPr>
          <p:spPr>
            <a:xfrm>
              <a:off x="4013672" y="1757513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</a:t>
              </a:r>
            </a:p>
          </p:txBody>
        </p:sp>
        <p:sp>
          <p:nvSpPr>
            <p:cNvPr id="76" name="Rectangle: Rounded Corners 75">
              <a:extLst>
                <a:ext uri="{FF2B5EF4-FFF2-40B4-BE49-F238E27FC236}">
                  <a16:creationId xmlns:a16="http://schemas.microsoft.com/office/drawing/2014/main" id="{C2367F39-6715-13CF-9201-DB91D54CD772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14992CDC-1EC0-D1DC-4FAE-6FEF129691EE}"/>
              </a:ext>
            </a:extLst>
          </p:cNvPr>
          <p:cNvSpPr/>
          <p:nvPr/>
        </p:nvSpPr>
        <p:spPr>
          <a:xfrm>
            <a:off x="2355395" y="1915574"/>
            <a:ext cx="2303365" cy="204511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B9BB9E84-9F06-CDC7-AC9D-E3CADF1F9E50}"/>
              </a:ext>
            </a:extLst>
          </p:cNvPr>
          <p:cNvSpPr/>
          <p:nvPr/>
        </p:nvSpPr>
        <p:spPr>
          <a:xfrm rot="17976276">
            <a:off x="4545806" y="1972442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C188BD4-95BD-6052-4DE8-E0DE88EE35CB}"/>
              </a:ext>
            </a:extLst>
          </p:cNvPr>
          <p:cNvSpPr txBox="1"/>
          <p:nvPr/>
        </p:nvSpPr>
        <p:spPr>
          <a:xfrm>
            <a:off x="4958768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B18D8797-4805-E71F-4F37-31184FDAF8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8743774"/>
              </p:ext>
            </p:extLst>
          </p:nvPr>
        </p:nvGraphicFramePr>
        <p:xfrm>
          <a:off x="276443" y="2729654"/>
          <a:ext cx="11636925" cy="2225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525">
                  <a:extLst>
                    <a:ext uri="{9D8B030D-6E8A-4147-A177-3AD203B41FA5}">
                      <a16:colId xmlns:a16="http://schemas.microsoft.com/office/drawing/2014/main" val="271072490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198700996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4211089639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461870234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17225624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93211306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52945746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348417355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410382052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121487348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898144839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33004200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61999125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22707543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657723660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03402904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021114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0800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0830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0900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0930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1000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1030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1100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1130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1200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1230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1300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1330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1400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1430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1500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1530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93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sz="700" spc="15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Candara" panose="020E0502030303020204" pitchFamily="34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a:t>Introduction</a:t>
                      </a:r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048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2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7366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3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2254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4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721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9896687"/>
                  </a:ext>
                </a:extLst>
              </a:tr>
            </a:tbl>
          </a:graphicData>
        </a:graphic>
      </p:graphicFrame>
      <p:grpSp>
        <p:nvGrpSpPr>
          <p:cNvPr id="75" name="Group 74">
            <a:extLst>
              <a:ext uri="{FF2B5EF4-FFF2-40B4-BE49-F238E27FC236}">
                <a16:creationId xmlns:a16="http://schemas.microsoft.com/office/drawing/2014/main" id="{7635A36A-F8B5-D646-E361-296C12013D43}"/>
              </a:ext>
            </a:extLst>
          </p:cNvPr>
          <p:cNvGrpSpPr/>
          <p:nvPr/>
        </p:nvGrpSpPr>
        <p:grpSpPr>
          <a:xfrm>
            <a:off x="5587645" y="1761959"/>
            <a:ext cx="823274" cy="368043"/>
            <a:chOff x="3972607" y="1757513"/>
            <a:chExt cx="823274" cy="368043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7BE86819-6E06-1044-3044-E115702D9D5C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0900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E4D214CF-9C36-86D2-E2BB-CB972690464B}"/>
                </a:ext>
              </a:extLst>
            </p:cNvPr>
            <p:cNvSpPr txBox="1"/>
            <p:nvPr/>
          </p:nvSpPr>
          <p:spPr>
            <a:xfrm>
              <a:off x="4013672" y="1757513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Stop</a:t>
              </a:r>
            </a:p>
          </p:txBody>
        </p:sp>
        <p:sp>
          <p:nvSpPr>
            <p:cNvPr id="98" name="Rectangle: Rounded Corners 97">
              <a:extLst>
                <a:ext uri="{FF2B5EF4-FFF2-40B4-BE49-F238E27FC236}">
                  <a16:creationId xmlns:a16="http://schemas.microsoft.com/office/drawing/2014/main" id="{A84A1886-6E7C-3083-7DB5-A54F5255C7AF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867C7F0-7D5A-C494-DF34-F8A519105E20}"/>
              </a:ext>
            </a:extLst>
          </p:cNvPr>
          <p:cNvGrpSpPr/>
          <p:nvPr/>
        </p:nvGrpSpPr>
        <p:grpSpPr>
          <a:xfrm>
            <a:off x="1454014" y="1773776"/>
            <a:ext cx="823274" cy="346777"/>
            <a:chOff x="3972607" y="1778779"/>
            <a:chExt cx="823274" cy="346777"/>
          </a:xfrm>
        </p:grpSpPr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5AC93758-CC68-79F0-37B6-E62E41FFCFD3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7F95D3E9-9A80-4228-C3EC-D480EA23FD98}"/>
                </a:ext>
              </a:extLst>
            </p:cNvPr>
            <p:cNvSpPr txBox="1"/>
            <p:nvPr/>
          </p:nvSpPr>
          <p:spPr>
            <a:xfrm>
              <a:off x="4013672" y="1778779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Day</a:t>
              </a:r>
            </a:p>
          </p:txBody>
        </p:sp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F242BBC8-3CD6-72C5-C537-6F769CA8090D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sp>
        <p:nvSpPr>
          <p:cNvPr id="103" name="Oval 102">
            <a:extLst>
              <a:ext uri="{FF2B5EF4-FFF2-40B4-BE49-F238E27FC236}">
                <a16:creationId xmlns:a16="http://schemas.microsoft.com/office/drawing/2014/main" id="{830D4C07-1578-B10C-F468-1D0605A334F3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D31E6F2-A294-E0B2-3F6B-4EBB99442F2F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428CFBC-ECD4-FA15-C921-E7BE60D235A2}"/>
              </a:ext>
            </a:extLst>
          </p:cNvPr>
          <p:cNvSpPr/>
          <p:nvPr/>
        </p:nvSpPr>
        <p:spPr>
          <a:xfrm>
            <a:off x="7355633" y="1321427"/>
            <a:ext cx="204148" cy="1932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1583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F614C-239A-02B8-4DB4-38868A1A0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595E65-06CA-C956-3757-C9A784FF58A7}"/>
              </a:ext>
            </a:extLst>
          </p:cNvPr>
          <p:cNvSpPr txBox="1"/>
          <p:nvPr/>
        </p:nvSpPr>
        <p:spPr>
          <a:xfrm>
            <a:off x="710394" y="182652"/>
            <a:ext cx="3223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2D4DBEE-5EA8-CDD2-3ADA-DF54648D5325}"/>
              </a:ext>
            </a:extLst>
          </p:cNvPr>
          <p:cNvSpPr/>
          <p:nvPr/>
        </p:nvSpPr>
        <p:spPr>
          <a:xfrm>
            <a:off x="276225" y="176543"/>
            <a:ext cx="434169" cy="450375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E69F58-2DF7-96F8-CE3B-EC793807F229}"/>
              </a:ext>
            </a:extLst>
          </p:cNvPr>
          <p:cNvSpPr txBox="1"/>
          <p:nvPr/>
        </p:nvSpPr>
        <p:spPr>
          <a:xfrm>
            <a:off x="10063824" y="171652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A1A3E0-E973-35FD-8C5F-5717E63CADD7}"/>
              </a:ext>
            </a:extLst>
          </p:cNvPr>
          <p:cNvSpPr txBox="1"/>
          <p:nvPr/>
        </p:nvSpPr>
        <p:spPr>
          <a:xfrm>
            <a:off x="8935229" y="13868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11349D-E10B-1121-CAA8-7DF9E4724816}"/>
              </a:ext>
            </a:extLst>
          </p:cNvPr>
          <p:cNvSpPr txBox="1"/>
          <p:nvPr/>
        </p:nvSpPr>
        <p:spPr>
          <a:xfrm>
            <a:off x="4467943" y="1287226"/>
            <a:ext cx="34095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GENERATE COURSE MATERIALS</a:t>
            </a:r>
            <a:endParaRPr lang="en-GB" sz="1100" u="sng" spc="3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AF97C-7756-DD76-8F17-A852A93EBE97}"/>
              </a:ext>
            </a:extLst>
          </p:cNvPr>
          <p:cNvSpPr txBox="1"/>
          <p:nvPr/>
        </p:nvSpPr>
        <p:spPr>
          <a:xfrm>
            <a:off x="124618" y="6578595"/>
            <a:ext cx="7567772" cy="1692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OWNER: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MATTHEW DODDS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START DATE: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24/11/25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STATUS: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DEVELOPMENT 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PROGRESS: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8446FB-B6DF-4149-928E-B59413922737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01CC057-B8AC-B6AE-2AE9-41D640A29D0B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8518980-4182-AF48-1C0A-9E73760F5123}"/>
              </a:ext>
            </a:extLst>
          </p:cNvPr>
          <p:cNvGrpSpPr/>
          <p:nvPr/>
        </p:nvGrpSpPr>
        <p:grpSpPr>
          <a:xfrm>
            <a:off x="5190691" y="6654350"/>
            <a:ext cx="3327635" cy="5247"/>
            <a:chOff x="6736189" y="6654350"/>
            <a:chExt cx="3327635" cy="5247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F98CA50-1327-D061-D81C-F60E2A0773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4209" y="6654350"/>
              <a:ext cx="3319615" cy="5247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0CA911C-D5A0-4750-3AF3-EB9208CBBED6}"/>
                </a:ext>
              </a:extLst>
            </p:cNvPr>
            <p:cNvCxnSpPr>
              <a:cxnSpLocks/>
            </p:cNvCxnSpPr>
            <p:nvPr/>
          </p:nvCxnSpPr>
          <p:spPr>
            <a:xfrm>
              <a:off x="6736189" y="6657218"/>
              <a:ext cx="566045" cy="0"/>
            </a:xfrm>
            <a:prstGeom prst="line">
              <a:avLst/>
            </a:prstGeom>
            <a:ln w="6350">
              <a:solidFill>
                <a:schemeClr val="accent2">
                  <a:lumMod val="75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6AD3295-5983-6D49-FF72-D12D7D80D312}"/>
              </a:ext>
            </a:extLst>
          </p:cNvPr>
          <p:cNvCxnSpPr>
            <a:cxnSpLocks/>
          </p:cNvCxnSpPr>
          <p:nvPr/>
        </p:nvCxnSpPr>
        <p:spPr>
          <a:xfrm>
            <a:off x="243232" y="705872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2CB8AB6-F978-BCE0-9614-66E5DE884A18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AEFE1482-14AE-6B53-9A8F-6035366EBCA7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13BF84B7-6B56-7008-AF26-3B3CBB1E1A9F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2DFA2C5-050A-5974-7AEB-57C1B0A047C6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E8CBB031-9E0B-8449-6016-5B0A7CCA30A3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BCC7E66A-9475-4236-9572-890E6013BD98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09A24CA-F8FE-105F-50EF-34FB69499F3B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2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CCC6601D-6BD2-554D-E456-A6FABCB7360E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4BA085A4-4385-6CEE-7CD9-FED8B3C09770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E1FB1C14-CD90-6C95-5C68-1A4669B914F3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6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586CD11-DC59-2CCF-4781-50742102CFF8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E5245749-1D9A-125A-0516-FABC3C5A451C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rgbClr val="FF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8073D97-CD5E-D772-9484-C1CB70A2A009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49A1E99A-A984-667A-632E-50772ACA5F02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BDF15BD-EC06-6A90-009C-E36864DACF07}"/>
              </a:ext>
            </a:extLst>
          </p:cNvPr>
          <p:cNvCxnSpPr>
            <a:cxnSpLocks/>
          </p:cNvCxnSpPr>
          <p:nvPr/>
        </p:nvCxnSpPr>
        <p:spPr>
          <a:xfrm>
            <a:off x="272893" y="22612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5734BDC-8E21-6522-DD31-84E5C4219B1A}"/>
              </a:ext>
            </a:extLst>
          </p:cNvPr>
          <p:cNvGrpSpPr/>
          <p:nvPr/>
        </p:nvGrpSpPr>
        <p:grpSpPr>
          <a:xfrm>
            <a:off x="199842" y="1999738"/>
            <a:ext cx="1301073" cy="215444"/>
            <a:chOff x="199842" y="2261729"/>
            <a:chExt cx="1301073" cy="21544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09C0522-242E-018A-5EF0-BD0CDA206120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2C8E8BD9-15BD-46E7-BA3A-69B0DBBF94F4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8377A3B3-23F1-8A93-FD10-6338BE710FCA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422BFFCA-7746-D299-D954-7EAA90EC9B5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AC02CE4-1E8A-D588-55A4-9F8C7E7B8EC6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287168D-AABD-6D0E-B144-F57D8E0AC485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9D05411C-2B25-F66E-0F17-50F4B9EB002A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1D936ABE-F431-674C-670F-5BAEC351042F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1DC8083-DC66-FC3A-8483-C92A848BFF61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D0C8B1D5-69D6-C562-9155-499DC2F1EF2A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C1B5C9C-F735-08F9-550C-A66D41FFCD9B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47E4D48D-8131-A70D-BADD-2E8D8C6239C1}"/>
              </a:ext>
            </a:extLst>
          </p:cNvPr>
          <p:cNvSpPr txBox="1"/>
          <p:nvPr/>
        </p:nvSpPr>
        <p:spPr>
          <a:xfrm>
            <a:off x="4958768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D07245-3032-9E48-1A59-B1CFB22E462C}"/>
              </a:ext>
            </a:extLst>
          </p:cNvPr>
          <p:cNvSpPr txBox="1"/>
          <p:nvPr/>
        </p:nvSpPr>
        <p:spPr>
          <a:xfrm>
            <a:off x="1756644" y="2431357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Type: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B909DD9-C36E-E2E6-52E9-95D0CD13CECC}"/>
              </a:ext>
            </a:extLst>
          </p:cNvPr>
          <p:cNvSpPr/>
          <p:nvPr/>
        </p:nvSpPr>
        <p:spPr>
          <a:xfrm>
            <a:off x="2190226" y="2416013"/>
            <a:ext cx="2303365" cy="204511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95327B99-AAEF-565D-2B2E-B57933851AE3}"/>
              </a:ext>
            </a:extLst>
          </p:cNvPr>
          <p:cNvSpPr/>
          <p:nvPr/>
        </p:nvSpPr>
        <p:spPr>
          <a:xfrm rot="17976276">
            <a:off x="4359201" y="2474592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1E884E-EEF2-B129-2396-E62C34032539}"/>
              </a:ext>
            </a:extLst>
          </p:cNvPr>
          <p:cNvSpPr txBox="1"/>
          <p:nvPr/>
        </p:nvSpPr>
        <p:spPr>
          <a:xfrm>
            <a:off x="4648829" y="2430643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Export Format: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EDD1FF1-E68D-94BF-C380-F224CB2D6243}"/>
              </a:ext>
            </a:extLst>
          </p:cNvPr>
          <p:cNvSpPr/>
          <p:nvPr/>
        </p:nvSpPr>
        <p:spPr>
          <a:xfrm>
            <a:off x="5558661" y="2415299"/>
            <a:ext cx="2303365" cy="204511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E279A59B-AC2E-702F-3250-2184093CC7E2}"/>
              </a:ext>
            </a:extLst>
          </p:cNvPr>
          <p:cNvSpPr/>
          <p:nvPr/>
        </p:nvSpPr>
        <p:spPr>
          <a:xfrm rot="17976276">
            <a:off x="7727636" y="2473878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5659CA-9171-F822-D714-A11ADC4059B2}"/>
              </a:ext>
            </a:extLst>
          </p:cNvPr>
          <p:cNvSpPr txBox="1"/>
          <p:nvPr/>
        </p:nvSpPr>
        <p:spPr>
          <a:xfrm>
            <a:off x="7962850" y="2430643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Days: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709B39-8121-C152-F170-DD622AB4CF3E}"/>
              </a:ext>
            </a:extLst>
          </p:cNvPr>
          <p:cNvSpPr/>
          <p:nvPr/>
        </p:nvSpPr>
        <p:spPr>
          <a:xfrm>
            <a:off x="8358333" y="2415300"/>
            <a:ext cx="632006" cy="203796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2DB48368-9272-8DA4-C708-26DBC3B62F4D}"/>
              </a:ext>
            </a:extLst>
          </p:cNvPr>
          <p:cNvSpPr/>
          <p:nvPr/>
        </p:nvSpPr>
        <p:spPr>
          <a:xfrm rot="17976276">
            <a:off x="8869957" y="2473878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4FCA0F-76AC-1425-7DDA-1E6000FC6090}"/>
              </a:ext>
            </a:extLst>
          </p:cNvPr>
          <p:cNvSpPr txBox="1"/>
          <p:nvPr/>
        </p:nvSpPr>
        <p:spPr>
          <a:xfrm>
            <a:off x="9121369" y="2430643"/>
            <a:ext cx="632007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732DF8C-26B2-33B1-81B5-C5D682224270}"/>
              </a:ext>
            </a:extLst>
          </p:cNvPr>
          <p:cNvSpPr/>
          <p:nvPr/>
        </p:nvSpPr>
        <p:spPr>
          <a:xfrm>
            <a:off x="9697827" y="2415300"/>
            <a:ext cx="632006" cy="203796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17950395-5DAE-7504-06B2-E073FAEEC32B}"/>
              </a:ext>
            </a:extLst>
          </p:cNvPr>
          <p:cNvSpPr/>
          <p:nvPr/>
        </p:nvSpPr>
        <p:spPr>
          <a:xfrm rot="17976276">
            <a:off x="10209451" y="2473878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6182378-1B4F-7794-1EDC-19336E861840}"/>
              </a:ext>
            </a:extLst>
          </p:cNvPr>
          <p:cNvGrpSpPr/>
          <p:nvPr/>
        </p:nvGrpSpPr>
        <p:grpSpPr>
          <a:xfrm>
            <a:off x="4524912" y="4993985"/>
            <a:ext cx="1324587" cy="413329"/>
            <a:chOff x="5885838" y="3149016"/>
            <a:chExt cx="1324587" cy="41332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DEDFF537-A2B4-FBD5-60F1-DA2963F05FF7}"/>
                </a:ext>
              </a:extLst>
            </p:cNvPr>
            <p:cNvSpPr/>
            <p:nvPr/>
          </p:nvSpPr>
          <p:spPr>
            <a:xfrm>
              <a:off x="5885838" y="3149016"/>
              <a:ext cx="1324587" cy="413329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rgbClr val="D65700"/>
                </a:gs>
                <a:gs pos="100000">
                  <a:srgbClr val="763000"/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633C30B-A9DE-7C29-EF69-4FA7965B4B56}"/>
                </a:ext>
              </a:extLst>
            </p:cNvPr>
            <p:cNvSpPr txBox="1"/>
            <p:nvPr/>
          </p:nvSpPr>
          <p:spPr>
            <a:xfrm>
              <a:off x="6050863" y="3241868"/>
              <a:ext cx="1035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100" spc="200" dirty="0">
                  <a:solidFill>
                    <a:schemeClr val="bg1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GENERATE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25CA487-F7BF-78FC-D182-0983729B3825}"/>
              </a:ext>
            </a:extLst>
          </p:cNvPr>
          <p:cNvGrpSpPr/>
          <p:nvPr/>
        </p:nvGrpSpPr>
        <p:grpSpPr>
          <a:xfrm>
            <a:off x="6600499" y="4993504"/>
            <a:ext cx="1324587" cy="413329"/>
            <a:chOff x="5885838" y="3149016"/>
            <a:chExt cx="1324587" cy="413329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FC87100E-EF49-04CD-50C8-12800DF50E3C}"/>
                </a:ext>
              </a:extLst>
            </p:cNvPr>
            <p:cNvSpPr/>
            <p:nvPr/>
          </p:nvSpPr>
          <p:spPr>
            <a:xfrm>
              <a:off x="5885838" y="3149016"/>
              <a:ext cx="1324587" cy="413329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10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BBCE2C2-E1A3-6F4F-20EB-ADE34B64C3CD}"/>
                </a:ext>
              </a:extLst>
            </p:cNvPr>
            <p:cNvSpPr txBox="1"/>
            <p:nvPr/>
          </p:nvSpPr>
          <p:spPr>
            <a:xfrm>
              <a:off x="6050863" y="3241868"/>
              <a:ext cx="1035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100" spc="200" dirty="0">
                  <a:solidFill>
                    <a:schemeClr val="bg1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VIEW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1A6569D4-6DED-9FB3-C1E1-9F8DFC639731}"/>
              </a:ext>
            </a:extLst>
          </p:cNvPr>
          <p:cNvSpPr txBox="1"/>
          <p:nvPr/>
        </p:nvSpPr>
        <p:spPr>
          <a:xfrm>
            <a:off x="2801155" y="5565276"/>
            <a:ext cx="6991925" cy="18845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Presentation			Days 1-3				</a:t>
            </a:r>
            <a:r>
              <a:rPr lang="en-GB" sz="600" spc="150" dirty="0">
                <a:solidFill>
                  <a:srgbClr val="D657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Generated</a:t>
            </a:r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			Exported to PPTX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D733AF2-713D-9CA5-3346-D0C39C6F9BD0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EF58FA-F570-35A9-8D76-3CF88FBB20D6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CF06DF-B034-70FB-12D5-5D9A78421DB2}"/>
              </a:ext>
            </a:extLst>
          </p:cNvPr>
          <p:cNvSpPr/>
          <p:nvPr/>
        </p:nvSpPr>
        <p:spPr>
          <a:xfrm>
            <a:off x="3542074" y="3021338"/>
            <a:ext cx="5337543" cy="1764703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09D96E-FDC2-82C7-E181-443F8AF51486}"/>
              </a:ext>
            </a:extLst>
          </p:cNvPr>
          <p:cNvSpPr txBox="1"/>
          <p:nvPr/>
        </p:nvSpPr>
        <p:spPr>
          <a:xfrm>
            <a:off x="5694600" y="2780576"/>
            <a:ext cx="802800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Preview: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C39EF30-00BF-480A-06A3-AE75E5D24457}"/>
              </a:ext>
            </a:extLst>
          </p:cNvPr>
          <p:cNvSpPr/>
          <p:nvPr/>
        </p:nvSpPr>
        <p:spPr>
          <a:xfrm>
            <a:off x="7717368" y="1316827"/>
            <a:ext cx="204148" cy="1932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9670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2717C-E8DE-FDEB-46AD-242AF20AB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CB2B740-13A0-5D86-157D-28C6860827C7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8D32D6-3808-B61D-FC5F-3BE7CD095E08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1024CC-3A60-41A1-DB6D-6E862A37A614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CC3FA4-FD1B-0466-650F-905126909AEB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C2E3509D-426E-40D3-7FD9-334CFA4326E2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0054A5E-5A61-E4FB-8234-8B2C2DF3E94C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7BAAB9A-592E-E999-A350-6DCE678521CC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FE4BB791-F9F1-9841-3317-2D7EBDA9CA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61399689-A5D5-A606-2F59-BF529300E0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44C5019-2A65-4AC9-3F68-4D45D0A29DAE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7E0531FA-C62D-A829-7AB4-619C2441C1E3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BAA67F1-95AE-67BE-558B-CF9DEC854579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7FD34C8-C1F6-A35C-F310-E0389005B7CB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27DC1DD0-8B46-BEB1-5724-DC73AA62782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DA57CFD6-BCD8-BF77-AFC3-DA9017422905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EFF8BE3A-D37C-3CAB-7B1D-6692D9D5A639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72C072A0-A227-5975-1AF9-563081F33B0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959E777-839D-713E-824D-D18A069D3090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8C99825E-5D67-208F-D1AE-F7A8F818B0A1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3856E9A-EFF7-E462-443E-33835BF360AB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161E2BB2-A95B-7E01-17F1-E8D4BD569910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B024B50-D6D2-B422-4547-E08347676BBF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79CC67C7-ABC5-91E1-7389-52DC244A5338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B1ABA518-F5FB-0578-4C3E-7642F62D6964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1C80C01-C38D-2A10-35D1-AEE39D0CF1CF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47FE2D27-1466-887A-999C-96E2FB98D6AA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897FF58-A2BC-612F-AA82-F214E6293C77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3267442A-7B43-252F-FD9B-85E78A44F12E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E88D2E71-8345-6964-7761-91439E6B63FA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38A2A0BC-13AA-5C91-22FD-B249CB8D2193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7369256-18DD-DE4B-C572-036A5CB0554E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C8A45430-8340-993D-F72D-4026FB45D342}"/>
              </a:ext>
            </a:extLst>
          </p:cNvPr>
          <p:cNvSpPr/>
          <p:nvPr/>
        </p:nvSpPr>
        <p:spPr>
          <a:xfrm>
            <a:off x="3536632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DA05FDB-5494-6FC3-E3A9-CEDF785241A6}"/>
              </a:ext>
            </a:extLst>
          </p:cNvPr>
          <p:cNvSpPr txBox="1"/>
          <p:nvPr/>
        </p:nvSpPr>
        <p:spPr>
          <a:xfrm>
            <a:off x="4848551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B0DA294E-B839-FDCA-6787-4F5EAA9FC66D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D8695BF-F304-2200-E67D-7A0ACE4C58BF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FE186E-3B63-4A88-1B54-8E51942FF20B}"/>
              </a:ext>
            </a:extLst>
          </p:cNvPr>
          <p:cNvSpPr txBox="1"/>
          <p:nvPr/>
        </p:nvSpPr>
        <p:spPr>
          <a:xfrm>
            <a:off x="2605002" y="563077"/>
            <a:ext cx="6981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3EF1961-C3D3-9910-B87D-7685906E4353}"/>
              </a:ext>
            </a:extLst>
          </p:cNvPr>
          <p:cNvCxnSpPr/>
          <p:nvPr/>
        </p:nvCxnSpPr>
        <p:spPr>
          <a:xfrm>
            <a:off x="243232" y="92939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01D5BDD-844C-52DC-7B61-158D8228BE9B}"/>
              </a:ext>
            </a:extLst>
          </p:cNvPr>
          <p:cNvGrpSpPr/>
          <p:nvPr/>
        </p:nvGrpSpPr>
        <p:grpSpPr>
          <a:xfrm>
            <a:off x="3873761" y="1419470"/>
            <a:ext cx="4580014" cy="4019060"/>
            <a:chOff x="3430511" y="1067290"/>
            <a:chExt cx="5466513" cy="4990025"/>
          </a:xfrm>
        </p:grpSpPr>
        <p:sp>
          <p:nvSpPr>
            <p:cNvPr id="23" name="Circle: Hollow 22">
              <a:extLst>
                <a:ext uri="{FF2B5EF4-FFF2-40B4-BE49-F238E27FC236}">
                  <a16:creationId xmlns:a16="http://schemas.microsoft.com/office/drawing/2014/main" id="{B5C5676A-2A27-5606-C766-EF00097AA2C8}"/>
                </a:ext>
              </a:extLst>
            </p:cNvPr>
            <p:cNvSpPr/>
            <p:nvPr/>
          </p:nvSpPr>
          <p:spPr>
            <a:xfrm>
              <a:off x="3943082" y="1512700"/>
              <a:ext cx="4441371" cy="4085929"/>
            </a:xfrm>
            <a:prstGeom prst="donut">
              <a:avLst>
                <a:gd name="adj" fmla="val 3672"/>
              </a:avLst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69000">
                  <a:srgbClr val="D65700"/>
                </a:gs>
                <a:gs pos="13000">
                  <a:srgbClr val="957D3B"/>
                </a:gs>
                <a:gs pos="31000">
                  <a:schemeClr val="bg1">
                    <a:lumMod val="85000"/>
                  </a:schemeClr>
                </a:gs>
              </a:gsLst>
              <a:path path="rect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71574CDA-89B6-C958-2BC2-3FAA9D508DCA}"/>
                </a:ext>
              </a:extLst>
            </p:cNvPr>
            <p:cNvSpPr/>
            <p:nvPr/>
          </p:nvSpPr>
          <p:spPr>
            <a:xfrm>
              <a:off x="6024571" y="1067290"/>
              <a:ext cx="209550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Isosceles Triangle 33">
              <a:extLst>
                <a:ext uri="{FF2B5EF4-FFF2-40B4-BE49-F238E27FC236}">
                  <a16:creationId xmlns:a16="http://schemas.microsoft.com/office/drawing/2014/main" id="{EDA6536A-95DB-DFD9-0AD6-C90BCDA700C8}"/>
                </a:ext>
              </a:extLst>
            </p:cNvPr>
            <p:cNvSpPr/>
            <p:nvPr/>
          </p:nvSpPr>
          <p:spPr>
            <a:xfrm rot="16200000">
              <a:off x="3520999" y="3307692"/>
              <a:ext cx="209550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Isosceles Triangle 34">
              <a:extLst>
                <a:ext uri="{FF2B5EF4-FFF2-40B4-BE49-F238E27FC236}">
                  <a16:creationId xmlns:a16="http://schemas.microsoft.com/office/drawing/2014/main" id="{BB9CDE7D-4EB2-D5EB-0CF8-B4133AEF8406}"/>
                </a:ext>
              </a:extLst>
            </p:cNvPr>
            <p:cNvSpPr/>
            <p:nvPr/>
          </p:nvSpPr>
          <p:spPr>
            <a:xfrm rot="10800000">
              <a:off x="6070046" y="5666790"/>
              <a:ext cx="209549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Isosceles Triangle 35">
              <a:extLst>
                <a:ext uri="{FF2B5EF4-FFF2-40B4-BE49-F238E27FC236}">
                  <a16:creationId xmlns:a16="http://schemas.microsoft.com/office/drawing/2014/main" id="{75F67A80-8872-AE78-E384-4F19B0DE6DF6}"/>
                </a:ext>
              </a:extLst>
            </p:cNvPr>
            <p:cNvSpPr/>
            <p:nvPr/>
          </p:nvSpPr>
          <p:spPr>
            <a:xfrm rot="5400000" flipH="1">
              <a:off x="8596987" y="3309546"/>
              <a:ext cx="209550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BF934B0C-375B-8306-21AE-E4615EDE860C}"/>
              </a:ext>
            </a:extLst>
          </p:cNvPr>
          <p:cNvSpPr txBox="1"/>
          <p:nvPr/>
        </p:nvSpPr>
        <p:spPr>
          <a:xfrm>
            <a:off x="5778772" y="1211205"/>
            <a:ext cx="7649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DEFINE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11581A8-02B0-87BA-754F-9603A35E358E}"/>
              </a:ext>
            </a:extLst>
          </p:cNvPr>
          <p:cNvSpPr txBox="1"/>
          <p:nvPr/>
        </p:nvSpPr>
        <p:spPr>
          <a:xfrm>
            <a:off x="8453776" y="3253958"/>
            <a:ext cx="7759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635765E-9ED3-8CB2-D6C1-CCE8D1CEAF52}"/>
              </a:ext>
            </a:extLst>
          </p:cNvPr>
          <p:cNvSpPr txBox="1"/>
          <p:nvPr/>
        </p:nvSpPr>
        <p:spPr>
          <a:xfrm>
            <a:off x="5808046" y="5445165"/>
            <a:ext cx="7759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BUILD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6B4114-065C-83E2-6FD5-1B439EAEF3AE}"/>
              </a:ext>
            </a:extLst>
          </p:cNvPr>
          <p:cNvSpPr txBox="1"/>
          <p:nvPr/>
        </p:nvSpPr>
        <p:spPr>
          <a:xfrm>
            <a:off x="2962275" y="3253958"/>
            <a:ext cx="946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B2197E-C6B6-57A1-EE6F-9B98ED58FCF5}"/>
              </a:ext>
            </a:extLst>
          </p:cNvPr>
          <p:cNvSpPr txBox="1"/>
          <p:nvPr/>
        </p:nvSpPr>
        <p:spPr>
          <a:xfrm>
            <a:off x="5618120" y="3262947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GENERATE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776B3D0-FDDA-A712-0BF3-9BEBF85A6F44}"/>
              </a:ext>
            </a:extLst>
          </p:cNvPr>
          <p:cNvGrpSpPr/>
          <p:nvPr/>
        </p:nvGrpSpPr>
        <p:grpSpPr>
          <a:xfrm>
            <a:off x="6126173" y="2002372"/>
            <a:ext cx="42282" cy="1260053"/>
            <a:chOff x="6151571" y="2061636"/>
            <a:chExt cx="42282" cy="1260053"/>
          </a:xfrm>
        </p:grpSpPr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0FC0B5E-E697-C8B0-3C9E-D5ACC8D37CBF}"/>
                </a:ext>
              </a:extLst>
            </p:cNvPr>
            <p:cNvCxnSpPr>
              <a:cxnSpLocks/>
            </p:cNvCxnSpPr>
            <p:nvPr/>
          </p:nvCxnSpPr>
          <p:spPr>
            <a:xfrm>
              <a:off x="6193853" y="2061636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474F7FB-90A7-2C8A-2E8B-FAD12565AF70}"/>
                </a:ext>
              </a:extLst>
            </p:cNvPr>
            <p:cNvCxnSpPr/>
            <p:nvPr/>
          </p:nvCxnSpPr>
          <p:spPr>
            <a:xfrm>
              <a:off x="6151571" y="2120378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11E654E5-4B96-3E24-2E5F-BA4F0C63D64B}"/>
              </a:ext>
            </a:extLst>
          </p:cNvPr>
          <p:cNvGrpSpPr/>
          <p:nvPr/>
        </p:nvGrpSpPr>
        <p:grpSpPr>
          <a:xfrm rot="5400000">
            <a:off x="7238918" y="2848753"/>
            <a:ext cx="33798" cy="1109945"/>
            <a:chOff x="6143827" y="2052647"/>
            <a:chExt cx="28909" cy="1244165"/>
          </a:xfrm>
        </p:grpSpPr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C525347C-FAD2-DD2B-8F62-C5E28A10DB4C}"/>
                </a:ext>
              </a:extLst>
            </p:cNvPr>
            <p:cNvCxnSpPr/>
            <p:nvPr/>
          </p:nvCxnSpPr>
          <p:spPr>
            <a:xfrm>
              <a:off x="6143827" y="2095501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7F48586-9370-CE87-805A-A8B24CC9A094}"/>
                </a:ext>
              </a:extLst>
            </p:cNvPr>
            <p:cNvCxnSpPr/>
            <p:nvPr/>
          </p:nvCxnSpPr>
          <p:spPr>
            <a:xfrm>
              <a:off x="6172736" y="2052647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3DD8DE70-0F6C-EEF0-811B-6A5E38C24A14}"/>
              </a:ext>
            </a:extLst>
          </p:cNvPr>
          <p:cNvGrpSpPr/>
          <p:nvPr/>
        </p:nvGrpSpPr>
        <p:grpSpPr>
          <a:xfrm rot="5400000" flipH="1" flipV="1">
            <a:off x="5002502" y="2831853"/>
            <a:ext cx="33798" cy="1109945"/>
            <a:chOff x="6143827" y="2052647"/>
            <a:chExt cx="28909" cy="1244165"/>
          </a:xfrm>
        </p:grpSpPr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7EB24547-64B6-6CAC-6FBA-DFD14FDF873D}"/>
                </a:ext>
              </a:extLst>
            </p:cNvPr>
            <p:cNvCxnSpPr/>
            <p:nvPr/>
          </p:nvCxnSpPr>
          <p:spPr>
            <a:xfrm>
              <a:off x="6143827" y="2095501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F4952047-956B-B346-750C-6E5F42CCB9DA}"/>
                </a:ext>
              </a:extLst>
            </p:cNvPr>
            <p:cNvCxnSpPr/>
            <p:nvPr/>
          </p:nvCxnSpPr>
          <p:spPr>
            <a:xfrm>
              <a:off x="6172736" y="2052647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FFEDFF2-9D7B-6DBE-4B32-9513ED63FFA8}"/>
              </a:ext>
            </a:extLst>
          </p:cNvPr>
          <p:cNvGrpSpPr/>
          <p:nvPr/>
        </p:nvGrpSpPr>
        <p:grpSpPr>
          <a:xfrm flipH="1" flipV="1">
            <a:off x="6138873" y="3583522"/>
            <a:ext cx="42282" cy="1260053"/>
            <a:chOff x="6151571" y="2061636"/>
            <a:chExt cx="42282" cy="1260053"/>
          </a:xfrm>
        </p:grpSpPr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E4D9F34D-FF00-8CA0-21D0-B52CE18815AC}"/>
                </a:ext>
              </a:extLst>
            </p:cNvPr>
            <p:cNvCxnSpPr>
              <a:cxnSpLocks/>
            </p:cNvCxnSpPr>
            <p:nvPr/>
          </p:nvCxnSpPr>
          <p:spPr>
            <a:xfrm>
              <a:off x="6193853" y="2061636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816C84D1-68FA-D1B5-4A48-E6D4D9C34F48}"/>
                </a:ext>
              </a:extLst>
            </p:cNvPr>
            <p:cNvCxnSpPr/>
            <p:nvPr/>
          </p:nvCxnSpPr>
          <p:spPr>
            <a:xfrm>
              <a:off x="6151571" y="2120378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3162490-20A9-76B9-C856-96C3B193B72D}"/>
              </a:ext>
            </a:extLst>
          </p:cNvPr>
          <p:cNvGrpSpPr/>
          <p:nvPr/>
        </p:nvGrpSpPr>
        <p:grpSpPr>
          <a:xfrm>
            <a:off x="5906895" y="134958"/>
            <a:ext cx="438555" cy="386164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9D149D2-EA3B-4C47-D1CC-143893BBB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707C695-A97A-0646-49D1-3285659F670B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882120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oup 87">
            <a:extLst>
              <a:ext uri="{FF2B5EF4-FFF2-40B4-BE49-F238E27FC236}">
                <a16:creationId xmlns:a16="http://schemas.microsoft.com/office/drawing/2014/main" id="{D57D04B6-7EC5-CAD1-F7EB-943FA8C0581B}"/>
              </a:ext>
            </a:extLst>
          </p:cNvPr>
          <p:cNvGrpSpPr/>
          <p:nvPr/>
        </p:nvGrpSpPr>
        <p:grpSpPr>
          <a:xfrm rot="19188692" flipH="1" flipV="1">
            <a:off x="7356939" y="4968437"/>
            <a:ext cx="444830" cy="686665"/>
            <a:chOff x="2720934" y="1607505"/>
            <a:chExt cx="444830" cy="686665"/>
          </a:xfrm>
        </p:grpSpPr>
        <p:sp>
          <p:nvSpPr>
            <p:cNvPr id="89" name="Isosceles Triangle 88">
              <a:extLst>
                <a:ext uri="{FF2B5EF4-FFF2-40B4-BE49-F238E27FC236}">
                  <a16:creationId xmlns:a16="http://schemas.microsoft.com/office/drawing/2014/main" id="{34EB0A16-13F1-6D8B-BAC3-E6B85C047C1F}"/>
                </a:ext>
              </a:extLst>
            </p:cNvPr>
            <p:cNvSpPr/>
            <p:nvPr/>
          </p:nvSpPr>
          <p:spPr>
            <a:xfrm>
              <a:off x="2722418" y="1607505"/>
              <a:ext cx="443346" cy="616150"/>
            </a:xfrm>
            <a:prstGeom prst="triangle">
              <a:avLst/>
            </a:prstGeom>
            <a:gradFill flip="none" rotWithShape="1">
              <a:gsLst>
                <a:gs pos="0">
                  <a:srgbClr val="FCE9DC"/>
                </a:gs>
                <a:gs pos="33000">
                  <a:schemeClr val="accent2">
                    <a:lumMod val="89000"/>
                  </a:schemeClr>
                </a:gs>
                <a:gs pos="65000">
                  <a:srgbClr val="91420D"/>
                </a:gs>
                <a:gs pos="97000">
                  <a:srgbClr val="4A2206"/>
                </a:gs>
              </a:gsLst>
              <a:lin ang="2700000" scaled="1"/>
              <a:tileRect/>
            </a:gradFill>
            <a:ln w="6350">
              <a:gradFill flip="none" rotWithShape="1"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5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0" name="Isosceles Triangle 89">
              <a:extLst>
                <a:ext uri="{FF2B5EF4-FFF2-40B4-BE49-F238E27FC236}">
                  <a16:creationId xmlns:a16="http://schemas.microsoft.com/office/drawing/2014/main" id="{5E3B1BA8-41A5-05E3-40B7-DE6725C81A6D}"/>
                </a:ext>
              </a:extLst>
            </p:cNvPr>
            <p:cNvSpPr/>
            <p:nvPr/>
          </p:nvSpPr>
          <p:spPr>
            <a:xfrm>
              <a:off x="2720934" y="1913162"/>
              <a:ext cx="443346" cy="311756"/>
            </a:xfrm>
            <a:prstGeom prst="triangle">
              <a:avLst/>
            </a:prstGeom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43000">
                  <a:schemeClr val="bg2">
                    <a:lumMod val="10000"/>
                  </a:schemeClr>
                </a:gs>
                <a:gs pos="97000">
                  <a:schemeClr val="tx1"/>
                </a:gs>
              </a:gsLst>
              <a:lin ang="2700000" scaled="1"/>
              <a:tileRect/>
            </a:gradFill>
            <a:ln w="6350">
              <a:gradFill flip="none" rotWithShape="1"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5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2F9D31FA-D9A1-80FB-EFBA-DE5829C0B380}"/>
                </a:ext>
              </a:extLst>
            </p:cNvPr>
            <p:cNvCxnSpPr>
              <a:cxnSpLocks/>
            </p:cNvCxnSpPr>
            <p:nvPr/>
          </p:nvCxnSpPr>
          <p:spPr>
            <a:xfrm rot="4309687" flipV="1">
              <a:off x="2873417" y="2014381"/>
              <a:ext cx="138381" cy="421197"/>
            </a:xfrm>
            <a:prstGeom prst="line">
              <a:avLst/>
            </a:prstGeom>
            <a:ln w="9525">
              <a:gradFill flip="none" rotWithShape="1">
                <a:gsLst>
                  <a:gs pos="33000">
                    <a:schemeClr val="bg2">
                      <a:lumMod val="10000"/>
                    </a:schemeClr>
                  </a:gs>
                  <a:gs pos="80000">
                    <a:schemeClr val="tx1">
                      <a:lumMod val="95000"/>
                      <a:lumOff val="5000"/>
                    </a:schemeClr>
                  </a:gs>
                  <a:gs pos="97000">
                    <a:schemeClr val="tx1"/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3F9424CA-9C70-942B-DBBD-B0BA4334FE86}"/>
              </a:ext>
            </a:extLst>
          </p:cNvPr>
          <p:cNvGrpSpPr/>
          <p:nvPr/>
        </p:nvGrpSpPr>
        <p:grpSpPr>
          <a:xfrm rot="2413099" flipV="1">
            <a:off x="4394739" y="4971116"/>
            <a:ext cx="444830" cy="687827"/>
            <a:chOff x="2720934" y="1607505"/>
            <a:chExt cx="444830" cy="687827"/>
          </a:xfrm>
        </p:grpSpPr>
        <p:sp>
          <p:nvSpPr>
            <p:cNvPr id="93" name="Isosceles Triangle 92">
              <a:extLst>
                <a:ext uri="{FF2B5EF4-FFF2-40B4-BE49-F238E27FC236}">
                  <a16:creationId xmlns:a16="http://schemas.microsoft.com/office/drawing/2014/main" id="{9E08C3F8-082A-3BC2-C206-B417818C7678}"/>
                </a:ext>
              </a:extLst>
            </p:cNvPr>
            <p:cNvSpPr/>
            <p:nvPr/>
          </p:nvSpPr>
          <p:spPr>
            <a:xfrm>
              <a:off x="2722418" y="1607505"/>
              <a:ext cx="443346" cy="616150"/>
            </a:xfrm>
            <a:prstGeom prst="triangle">
              <a:avLst/>
            </a:prstGeom>
            <a:gradFill flip="none" rotWithShape="1">
              <a:gsLst>
                <a:gs pos="0">
                  <a:srgbClr val="FCE9DC"/>
                </a:gs>
                <a:gs pos="33000">
                  <a:schemeClr val="accent2">
                    <a:lumMod val="89000"/>
                  </a:schemeClr>
                </a:gs>
                <a:gs pos="65000">
                  <a:srgbClr val="91420D"/>
                </a:gs>
                <a:gs pos="97000">
                  <a:srgbClr val="4A2206"/>
                </a:gs>
              </a:gsLst>
              <a:lin ang="2700000" scaled="1"/>
              <a:tileRect/>
            </a:gradFill>
            <a:ln w="6350">
              <a:gradFill flip="none" rotWithShape="1"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5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4516CD37-8D06-8DD3-73BA-72D2934D3542}"/>
                </a:ext>
              </a:extLst>
            </p:cNvPr>
            <p:cNvSpPr/>
            <p:nvPr/>
          </p:nvSpPr>
          <p:spPr>
            <a:xfrm>
              <a:off x="2720934" y="1913162"/>
              <a:ext cx="443346" cy="311756"/>
            </a:xfrm>
            <a:prstGeom prst="triangle">
              <a:avLst/>
            </a:prstGeom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43000">
                  <a:schemeClr val="bg2">
                    <a:lumMod val="10000"/>
                  </a:schemeClr>
                </a:gs>
                <a:gs pos="97000">
                  <a:schemeClr val="tx1"/>
                </a:gs>
              </a:gsLst>
              <a:lin ang="2700000" scaled="1"/>
              <a:tileRect/>
            </a:gradFill>
            <a:ln w="6350">
              <a:gradFill flip="none" rotWithShape="1"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5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FA0548D9-7070-2071-3146-3587E1B081F3}"/>
                </a:ext>
              </a:extLst>
            </p:cNvPr>
            <p:cNvCxnSpPr>
              <a:cxnSpLocks/>
            </p:cNvCxnSpPr>
            <p:nvPr/>
          </p:nvCxnSpPr>
          <p:spPr>
            <a:xfrm rot="4309687" flipV="1">
              <a:off x="2877550" y="2015543"/>
              <a:ext cx="138381" cy="421197"/>
            </a:xfrm>
            <a:prstGeom prst="line">
              <a:avLst/>
            </a:prstGeom>
            <a:ln w="9525">
              <a:gradFill flip="none" rotWithShape="1">
                <a:gsLst>
                  <a:gs pos="33000">
                    <a:schemeClr val="bg2">
                      <a:lumMod val="10000"/>
                    </a:schemeClr>
                  </a:gs>
                  <a:gs pos="80000">
                    <a:schemeClr val="tx1">
                      <a:lumMod val="95000"/>
                      <a:lumOff val="5000"/>
                    </a:schemeClr>
                  </a:gs>
                  <a:gs pos="97000">
                    <a:schemeClr val="tx1"/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1EF779E-9BA7-03E3-5A63-3A32C06E6593}"/>
              </a:ext>
            </a:extLst>
          </p:cNvPr>
          <p:cNvGrpSpPr/>
          <p:nvPr/>
        </p:nvGrpSpPr>
        <p:grpSpPr>
          <a:xfrm>
            <a:off x="5865087" y="641634"/>
            <a:ext cx="444830" cy="699031"/>
            <a:chOff x="2720934" y="1605600"/>
            <a:chExt cx="444830" cy="699031"/>
          </a:xfrm>
        </p:grpSpPr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9F3059DC-046F-8CE2-EF98-AEF766C7E7FC}"/>
                </a:ext>
              </a:extLst>
            </p:cNvPr>
            <p:cNvSpPr/>
            <p:nvPr/>
          </p:nvSpPr>
          <p:spPr>
            <a:xfrm>
              <a:off x="2722418" y="1605600"/>
              <a:ext cx="443346" cy="616150"/>
            </a:xfrm>
            <a:prstGeom prst="triangle">
              <a:avLst/>
            </a:prstGeom>
            <a:gradFill flip="none" rotWithShape="1">
              <a:gsLst>
                <a:gs pos="0">
                  <a:srgbClr val="FCE9DC"/>
                </a:gs>
                <a:gs pos="33000">
                  <a:schemeClr val="accent2">
                    <a:lumMod val="89000"/>
                  </a:schemeClr>
                </a:gs>
                <a:gs pos="65000">
                  <a:srgbClr val="91420D"/>
                </a:gs>
                <a:gs pos="97000">
                  <a:srgbClr val="4A2206"/>
                </a:gs>
              </a:gsLst>
              <a:lin ang="2700000" scaled="1"/>
              <a:tileRect/>
            </a:gradFill>
            <a:ln w="6350">
              <a:gradFill flip="none" rotWithShape="1"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5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6" name="Isosceles Triangle 85">
              <a:extLst>
                <a:ext uri="{FF2B5EF4-FFF2-40B4-BE49-F238E27FC236}">
                  <a16:creationId xmlns:a16="http://schemas.microsoft.com/office/drawing/2014/main" id="{1EC0FAFF-0211-E3A0-40B7-68D6C6824CA2}"/>
                </a:ext>
              </a:extLst>
            </p:cNvPr>
            <p:cNvSpPr/>
            <p:nvPr/>
          </p:nvSpPr>
          <p:spPr>
            <a:xfrm>
              <a:off x="2720934" y="1913162"/>
              <a:ext cx="443346" cy="311756"/>
            </a:xfrm>
            <a:prstGeom prst="triangle">
              <a:avLst/>
            </a:prstGeom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43000">
                  <a:schemeClr val="bg2">
                    <a:lumMod val="10000"/>
                  </a:schemeClr>
                </a:gs>
                <a:gs pos="97000">
                  <a:schemeClr val="tx1"/>
                </a:gs>
              </a:gsLst>
              <a:lin ang="2700000" scaled="1"/>
              <a:tileRect/>
            </a:gradFill>
            <a:ln w="6350">
              <a:gradFill flip="none" rotWithShape="1"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5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4FACDE0-D014-2775-278D-400A67E455ED}"/>
                </a:ext>
              </a:extLst>
            </p:cNvPr>
            <p:cNvCxnSpPr>
              <a:cxnSpLocks/>
            </p:cNvCxnSpPr>
            <p:nvPr/>
          </p:nvCxnSpPr>
          <p:spPr>
            <a:xfrm rot="4309687" flipV="1">
              <a:off x="2870776" y="2024842"/>
              <a:ext cx="138381" cy="421197"/>
            </a:xfrm>
            <a:prstGeom prst="line">
              <a:avLst/>
            </a:prstGeom>
            <a:ln w="9525">
              <a:gradFill flip="none" rotWithShape="1">
                <a:gsLst>
                  <a:gs pos="33000">
                    <a:schemeClr val="bg2">
                      <a:lumMod val="10000"/>
                    </a:schemeClr>
                  </a:gs>
                  <a:gs pos="80000">
                    <a:schemeClr val="tx1">
                      <a:lumMod val="95000"/>
                      <a:lumOff val="5000"/>
                    </a:schemeClr>
                  </a:gs>
                  <a:gs pos="97000">
                    <a:schemeClr val="tx1"/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5A708145-E3BD-E6EC-05A0-60C6307B76DF}"/>
              </a:ext>
            </a:extLst>
          </p:cNvPr>
          <p:cNvGrpSpPr/>
          <p:nvPr/>
        </p:nvGrpSpPr>
        <p:grpSpPr>
          <a:xfrm rot="4309687" flipH="1">
            <a:off x="8109819" y="2312792"/>
            <a:ext cx="444830" cy="686665"/>
            <a:chOff x="2720934" y="1607505"/>
            <a:chExt cx="444830" cy="686665"/>
          </a:xfrm>
        </p:grpSpPr>
        <p:sp>
          <p:nvSpPr>
            <p:cNvPr id="81" name="Isosceles Triangle 80">
              <a:extLst>
                <a:ext uri="{FF2B5EF4-FFF2-40B4-BE49-F238E27FC236}">
                  <a16:creationId xmlns:a16="http://schemas.microsoft.com/office/drawing/2014/main" id="{C25283BB-ECC9-4FEB-00C4-81BF0BDD8CA5}"/>
                </a:ext>
              </a:extLst>
            </p:cNvPr>
            <p:cNvSpPr/>
            <p:nvPr/>
          </p:nvSpPr>
          <p:spPr>
            <a:xfrm>
              <a:off x="2722418" y="1607505"/>
              <a:ext cx="443346" cy="616150"/>
            </a:xfrm>
            <a:prstGeom prst="triangle">
              <a:avLst/>
            </a:prstGeom>
            <a:gradFill flip="none" rotWithShape="1">
              <a:gsLst>
                <a:gs pos="0">
                  <a:srgbClr val="FCE9DC"/>
                </a:gs>
                <a:gs pos="33000">
                  <a:schemeClr val="accent2">
                    <a:lumMod val="89000"/>
                  </a:schemeClr>
                </a:gs>
                <a:gs pos="65000">
                  <a:srgbClr val="91420D"/>
                </a:gs>
                <a:gs pos="97000">
                  <a:srgbClr val="4A2206"/>
                </a:gs>
              </a:gsLst>
              <a:lin ang="2700000" scaled="1"/>
              <a:tileRect/>
            </a:gradFill>
            <a:ln w="6350">
              <a:gradFill flip="none" rotWithShape="1"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5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77F413F3-B3A0-C4CB-F026-C865FAAD1682}"/>
                </a:ext>
              </a:extLst>
            </p:cNvPr>
            <p:cNvSpPr/>
            <p:nvPr/>
          </p:nvSpPr>
          <p:spPr>
            <a:xfrm>
              <a:off x="2720934" y="1913162"/>
              <a:ext cx="443346" cy="311756"/>
            </a:xfrm>
            <a:prstGeom prst="triangle">
              <a:avLst/>
            </a:prstGeom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43000">
                  <a:schemeClr val="bg2">
                    <a:lumMod val="10000"/>
                  </a:schemeClr>
                </a:gs>
                <a:gs pos="97000">
                  <a:schemeClr val="tx1"/>
                </a:gs>
              </a:gsLst>
              <a:lin ang="2700000" scaled="1"/>
              <a:tileRect/>
            </a:gradFill>
            <a:ln w="6350">
              <a:gradFill flip="none" rotWithShape="1"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5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E1391332-6AD5-C433-F2D4-E4CB3B9FA1B9}"/>
                </a:ext>
              </a:extLst>
            </p:cNvPr>
            <p:cNvCxnSpPr>
              <a:cxnSpLocks/>
            </p:cNvCxnSpPr>
            <p:nvPr/>
          </p:nvCxnSpPr>
          <p:spPr>
            <a:xfrm rot="4309687" flipV="1">
              <a:off x="2873417" y="2014381"/>
              <a:ext cx="138381" cy="421197"/>
            </a:xfrm>
            <a:prstGeom prst="line">
              <a:avLst/>
            </a:prstGeom>
            <a:ln w="9525">
              <a:gradFill flip="none" rotWithShape="1">
                <a:gsLst>
                  <a:gs pos="33000">
                    <a:schemeClr val="bg2">
                      <a:lumMod val="10000"/>
                    </a:schemeClr>
                  </a:gs>
                  <a:gs pos="80000">
                    <a:schemeClr val="tx1">
                      <a:lumMod val="95000"/>
                      <a:lumOff val="5000"/>
                    </a:schemeClr>
                  </a:gs>
                  <a:gs pos="97000">
                    <a:schemeClr val="tx1"/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Pentagon 8">
            <a:extLst>
              <a:ext uri="{FF2B5EF4-FFF2-40B4-BE49-F238E27FC236}">
                <a16:creationId xmlns:a16="http://schemas.microsoft.com/office/drawing/2014/main" id="{FDE7D059-6877-F43A-D16C-BAD0DE6D8C21}"/>
              </a:ext>
            </a:extLst>
          </p:cNvPr>
          <p:cNvSpPr/>
          <p:nvPr/>
        </p:nvSpPr>
        <p:spPr>
          <a:xfrm>
            <a:off x="4403816" y="1628286"/>
            <a:ext cx="3384367" cy="3186601"/>
          </a:xfrm>
          <a:prstGeom prst="pentagon">
            <a:avLst/>
          </a:prstGeom>
          <a:noFill/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2">
                    <a:lumMod val="50000"/>
                  </a:schemeClr>
                </a:gs>
                <a:gs pos="83000">
                  <a:srgbClr val="D65700"/>
                </a:gs>
                <a:gs pos="100000">
                  <a:schemeClr val="accent2">
                    <a:lumMod val="40000"/>
                    <a:lumOff val="60000"/>
                  </a:schemeClr>
                </a:gs>
              </a:gsLst>
              <a:path path="rect">
                <a:fillToRect l="100000" t="100000"/>
              </a:path>
              <a:tileRect r="-100000" b="-10000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856CC2C-EC23-81D5-D1CD-AB01B1C51D15}"/>
              </a:ext>
            </a:extLst>
          </p:cNvPr>
          <p:cNvSpPr/>
          <p:nvPr/>
        </p:nvSpPr>
        <p:spPr>
          <a:xfrm>
            <a:off x="4309358" y="1607505"/>
            <a:ext cx="3573284" cy="3573284"/>
          </a:xfrm>
          <a:prstGeom prst="ellipse">
            <a:avLst/>
          </a:prstGeom>
          <a:noFill/>
          <a:ln w="50800" cmpd="dbl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2">
                    <a:lumMod val="50000"/>
                  </a:schemeClr>
                </a:gs>
                <a:gs pos="83000">
                  <a:srgbClr val="D65700"/>
                </a:gs>
                <a:gs pos="100000">
                  <a:schemeClr val="accent2">
                    <a:lumMod val="40000"/>
                    <a:lumOff val="60000"/>
                  </a:schemeClr>
                </a:gs>
              </a:gsLst>
              <a:path path="rect">
                <a:fillToRect l="100000" t="100000"/>
              </a:path>
              <a:tileRect r="-100000" b="-10000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E694DA2-0EBD-0452-8B1C-4CEBF77C7E58}"/>
              </a:ext>
            </a:extLst>
          </p:cNvPr>
          <p:cNvSpPr/>
          <p:nvPr/>
        </p:nvSpPr>
        <p:spPr>
          <a:xfrm>
            <a:off x="5902628" y="1179259"/>
            <a:ext cx="386683" cy="386683"/>
          </a:xfrm>
          <a:prstGeom prst="ellipse">
            <a:avLst/>
          </a:prstGeom>
          <a:noFill/>
          <a:ln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2">
                    <a:lumMod val="50000"/>
                  </a:schemeClr>
                </a:gs>
                <a:gs pos="83000">
                  <a:srgbClr val="D65700"/>
                </a:gs>
                <a:gs pos="100000">
                  <a:schemeClr val="accent2">
                    <a:lumMod val="40000"/>
                    <a:lumOff val="60000"/>
                  </a:schemeClr>
                </a:gs>
              </a:gsLst>
              <a:path path="rect">
                <a:fillToRect l="100000" t="100000"/>
              </a:path>
              <a:tileRect r="-100000" b="-10000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Pentagon 3">
            <a:extLst>
              <a:ext uri="{FF2B5EF4-FFF2-40B4-BE49-F238E27FC236}">
                <a16:creationId xmlns:a16="http://schemas.microsoft.com/office/drawing/2014/main" id="{00C14F6A-8CB0-2BE4-BC0C-4CFB8760FC35}"/>
              </a:ext>
            </a:extLst>
          </p:cNvPr>
          <p:cNvSpPr/>
          <p:nvPr/>
        </p:nvSpPr>
        <p:spPr>
          <a:xfrm>
            <a:off x="7811548" y="2604628"/>
            <a:ext cx="331104" cy="311756"/>
          </a:xfrm>
          <a:prstGeom prst="pentagon">
            <a:avLst/>
          </a:prstGeom>
          <a:noFill/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2">
                    <a:lumMod val="50000"/>
                  </a:schemeClr>
                </a:gs>
                <a:gs pos="83000">
                  <a:srgbClr val="D65700"/>
                </a:gs>
                <a:gs pos="100000">
                  <a:schemeClr val="accent2">
                    <a:lumMod val="40000"/>
                    <a:lumOff val="60000"/>
                  </a:schemeClr>
                </a:gs>
              </a:gsLst>
              <a:path path="rect">
                <a:fillToRect l="100000" t="100000"/>
              </a:path>
              <a:tileRect r="-100000" b="-10000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4424220-AB77-1C48-5520-832DD4B12C7D}"/>
              </a:ext>
            </a:extLst>
          </p:cNvPr>
          <p:cNvGrpSpPr/>
          <p:nvPr/>
        </p:nvGrpSpPr>
        <p:grpSpPr>
          <a:xfrm>
            <a:off x="7135682" y="4814887"/>
            <a:ext cx="386683" cy="386683"/>
            <a:chOff x="8756664" y="2017459"/>
            <a:chExt cx="386683" cy="386683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039B4D2-CE51-CEDF-9DC1-C145547B8E2E}"/>
                </a:ext>
              </a:extLst>
            </p:cNvPr>
            <p:cNvSpPr/>
            <p:nvPr/>
          </p:nvSpPr>
          <p:spPr>
            <a:xfrm>
              <a:off x="8756664" y="2017459"/>
              <a:ext cx="386683" cy="386683"/>
            </a:xfrm>
            <a:prstGeom prst="ellipse">
              <a:avLst/>
            </a:prstGeom>
            <a:noFill/>
            <a:ln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2">
                      <a:lumMod val="50000"/>
                    </a:schemeClr>
                  </a:gs>
                  <a:gs pos="83000">
                    <a:srgbClr val="D65700"/>
                  </a:gs>
                  <a:gs pos="100000">
                    <a:schemeClr val="accent2">
                      <a:lumMod val="40000"/>
                      <a:lumOff val="60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Pentagon 5">
              <a:extLst>
                <a:ext uri="{FF2B5EF4-FFF2-40B4-BE49-F238E27FC236}">
                  <a16:creationId xmlns:a16="http://schemas.microsoft.com/office/drawing/2014/main" id="{5020F189-EB5D-2FB2-F16A-5239C27C2D64}"/>
                </a:ext>
              </a:extLst>
            </p:cNvPr>
            <p:cNvSpPr/>
            <p:nvPr/>
          </p:nvSpPr>
          <p:spPr>
            <a:xfrm>
              <a:off x="8784453" y="2036969"/>
              <a:ext cx="331104" cy="311756"/>
            </a:xfrm>
            <a:prstGeom prst="pentagon">
              <a:avLst/>
            </a:prstGeom>
            <a:noFill/>
            <a:ln w="285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2">
                      <a:lumMod val="50000"/>
                    </a:schemeClr>
                  </a:gs>
                  <a:gs pos="83000">
                    <a:srgbClr val="D65700"/>
                  </a:gs>
                  <a:gs pos="100000">
                    <a:schemeClr val="accent2">
                      <a:lumMod val="40000"/>
                      <a:lumOff val="60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3494FC-FDD8-A677-B8C9-28EC88A99BAC}"/>
              </a:ext>
            </a:extLst>
          </p:cNvPr>
          <p:cNvGrpSpPr/>
          <p:nvPr/>
        </p:nvGrpSpPr>
        <p:grpSpPr>
          <a:xfrm>
            <a:off x="4669636" y="4814887"/>
            <a:ext cx="386683" cy="386683"/>
            <a:chOff x="4669636" y="4814887"/>
            <a:chExt cx="386683" cy="386683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034B208-2FAA-AAAD-65F9-7AA4F08BC3AF}"/>
                </a:ext>
              </a:extLst>
            </p:cNvPr>
            <p:cNvGrpSpPr/>
            <p:nvPr/>
          </p:nvGrpSpPr>
          <p:grpSpPr>
            <a:xfrm>
              <a:off x="4711020" y="4834859"/>
              <a:ext cx="294283" cy="283004"/>
              <a:chOff x="3923641" y="1771650"/>
              <a:chExt cx="3072140" cy="3120906"/>
            </a:xfrm>
          </p:grpSpPr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0B09D758-091C-F082-C621-5152C855AA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923641" y="1771650"/>
                <a:ext cx="3072140" cy="3120906"/>
              </a:xfrm>
              <a:prstGeom prst="ellipse">
                <a:avLst/>
              </a:prstGeom>
            </p:spPr>
          </p:pic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426A76CB-1E82-9204-C430-0827F3FE0BFD}"/>
                  </a:ext>
                </a:extLst>
              </p:cNvPr>
              <p:cNvSpPr/>
              <p:nvPr/>
            </p:nvSpPr>
            <p:spPr>
              <a:xfrm>
                <a:off x="3923641" y="1790699"/>
                <a:ext cx="3072140" cy="3092329"/>
              </a:xfrm>
              <a:prstGeom prst="ellipse">
                <a:avLst/>
              </a:prstGeom>
              <a:noFill/>
              <a:ln w="53975"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tx1"/>
                    </a:gs>
                    <a:gs pos="83000">
                      <a:schemeClr val="bg2">
                        <a:lumMod val="10000"/>
                      </a:schemeClr>
                    </a:gs>
                    <a:gs pos="100000">
                      <a:schemeClr val="bg2">
                        <a:lumMod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32D8F2C-17A1-1151-B438-315892BA61EB}"/>
                </a:ext>
              </a:extLst>
            </p:cNvPr>
            <p:cNvGrpSpPr/>
            <p:nvPr/>
          </p:nvGrpSpPr>
          <p:grpSpPr>
            <a:xfrm>
              <a:off x="4669636" y="4814887"/>
              <a:ext cx="386683" cy="386683"/>
              <a:chOff x="8756664" y="2017459"/>
              <a:chExt cx="386683" cy="386683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E91DB9CA-5195-F8AC-07BE-E9BF34097358}"/>
                  </a:ext>
                </a:extLst>
              </p:cNvPr>
              <p:cNvSpPr/>
              <p:nvPr/>
            </p:nvSpPr>
            <p:spPr>
              <a:xfrm>
                <a:off x="8756664" y="2017459"/>
                <a:ext cx="386683" cy="386683"/>
              </a:xfrm>
              <a:prstGeom prst="ellipse">
                <a:avLst/>
              </a:prstGeom>
              <a:noFill/>
              <a:ln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tx2">
                        <a:lumMod val="50000"/>
                      </a:schemeClr>
                    </a:gs>
                    <a:gs pos="83000">
                      <a:srgbClr val="D65700"/>
                    </a:gs>
                    <a:gs pos="100000">
                      <a:schemeClr val="accent2">
                        <a:lumMod val="40000"/>
                        <a:lumOff val="60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Pentagon 10">
                <a:extLst>
                  <a:ext uri="{FF2B5EF4-FFF2-40B4-BE49-F238E27FC236}">
                    <a16:creationId xmlns:a16="http://schemas.microsoft.com/office/drawing/2014/main" id="{ABA3D15F-3AEC-651D-60FC-01279324E9C1}"/>
                  </a:ext>
                </a:extLst>
              </p:cNvPr>
              <p:cNvSpPr/>
              <p:nvPr/>
            </p:nvSpPr>
            <p:spPr>
              <a:xfrm>
                <a:off x="8784453" y="2036969"/>
                <a:ext cx="331104" cy="311756"/>
              </a:xfrm>
              <a:prstGeom prst="pentagon">
                <a:avLst/>
              </a:prstGeom>
              <a:noFill/>
              <a:ln w="28575"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tx2">
                        <a:lumMod val="50000"/>
                      </a:schemeClr>
                    </a:gs>
                    <a:gs pos="83000">
                      <a:srgbClr val="D65700"/>
                    </a:gs>
                    <a:gs pos="100000">
                      <a:schemeClr val="accent2">
                        <a:lumMod val="40000"/>
                        <a:lumOff val="60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F5492DD-2EF4-9BCC-C3E9-6E01167333B5}"/>
              </a:ext>
            </a:extLst>
          </p:cNvPr>
          <p:cNvGrpSpPr/>
          <p:nvPr/>
        </p:nvGrpSpPr>
        <p:grpSpPr>
          <a:xfrm rot="17290313">
            <a:off x="3610438" y="2340962"/>
            <a:ext cx="444830" cy="678620"/>
            <a:chOff x="2720934" y="1607505"/>
            <a:chExt cx="444830" cy="678620"/>
          </a:xfrm>
        </p:grpSpPr>
        <p:sp>
          <p:nvSpPr>
            <p:cNvPr id="45" name="Isosceles Triangle 44">
              <a:extLst>
                <a:ext uri="{FF2B5EF4-FFF2-40B4-BE49-F238E27FC236}">
                  <a16:creationId xmlns:a16="http://schemas.microsoft.com/office/drawing/2014/main" id="{00E18FD6-C48A-02F7-B9C3-9EAA4767942F}"/>
                </a:ext>
              </a:extLst>
            </p:cNvPr>
            <p:cNvSpPr/>
            <p:nvPr/>
          </p:nvSpPr>
          <p:spPr>
            <a:xfrm>
              <a:off x="2722418" y="1607505"/>
              <a:ext cx="443346" cy="616150"/>
            </a:xfrm>
            <a:prstGeom prst="triangle">
              <a:avLst/>
            </a:prstGeom>
            <a:gradFill flip="none" rotWithShape="1">
              <a:gsLst>
                <a:gs pos="0">
                  <a:srgbClr val="FCE9DC"/>
                </a:gs>
                <a:gs pos="33000">
                  <a:schemeClr val="accent2">
                    <a:lumMod val="89000"/>
                  </a:schemeClr>
                </a:gs>
                <a:gs pos="65000">
                  <a:srgbClr val="91420D"/>
                </a:gs>
                <a:gs pos="97000">
                  <a:srgbClr val="4A2206"/>
                </a:gs>
              </a:gsLst>
              <a:lin ang="2700000" scaled="1"/>
              <a:tileRect/>
            </a:gradFill>
            <a:ln w="6350">
              <a:gradFill flip="none" rotWithShape="1"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5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743495BA-96DD-1817-4A2E-72FDCA5B550A}"/>
                </a:ext>
              </a:extLst>
            </p:cNvPr>
            <p:cNvSpPr/>
            <p:nvPr/>
          </p:nvSpPr>
          <p:spPr>
            <a:xfrm>
              <a:off x="2720934" y="1913162"/>
              <a:ext cx="443346" cy="311756"/>
            </a:xfrm>
            <a:prstGeom prst="triangle">
              <a:avLst/>
            </a:prstGeom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43000">
                  <a:schemeClr val="bg2">
                    <a:lumMod val="10000"/>
                  </a:schemeClr>
                </a:gs>
                <a:gs pos="97000">
                  <a:schemeClr val="tx1"/>
                </a:gs>
              </a:gsLst>
              <a:lin ang="2700000" scaled="1"/>
              <a:tileRect/>
            </a:gradFill>
            <a:ln w="6350">
              <a:gradFill flip="none" rotWithShape="1"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5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EF7E34C2-BD2B-8ACE-CFD9-EFC602E2731E}"/>
                </a:ext>
              </a:extLst>
            </p:cNvPr>
            <p:cNvCxnSpPr>
              <a:cxnSpLocks/>
            </p:cNvCxnSpPr>
            <p:nvPr/>
          </p:nvCxnSpPr>
          <p:spPr>
            <a:xfrm rot="4309687" flipV="1">
              <a:off x="2870776" y="2006336"/>
              <a:ext cx="138381" cy="421197"/>
            </a:xfrm>
            <a:prstGeom prst="line">
              <a:avLst/>
            </a:prstGeom>
            <a:ln w="9525">
              <a:gradFill flip="none" rotWithShape="1">
                <a:gsLst>
                  <a:gs pos="33000">
                    <a:schemeClr val="bg2">
                      <a:lumMod val="10000"/>
                    </a:schemeClr>
                  </a:gs>
                  <a:gs pos="80000">
                    <a:schemeClr val="tx1">
                      <a:lumMod val="95000"/>
                      <a:lumOff val="5000"/>
                    </a:schemeClr>
                  </a:gs>
                  <a:gs pos="97000">
                    <a:schemeClr val="tx1"/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23C211E-FF77-24B7-3D5E-F68965DAAB87}"/>
              </a:ext>
            </a:extLst>
          </p:cNvPr>
          <p:cNvGrpSpPr/>
          <p:nvPr/>
        </p:nvGrpSpPr>
        <p:grpSpPr>
          <a:xfrm>
            <a:off x="4040596" y="2604628"/>
            <a:ext cx="331104" cy="311756"/>
            <a:chOff x="9134657" y="2611555"/>
            <a:chExt cx="331104" cy="311756"/>
          </a:xfrm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827DC29A-8B8C-6BEA-5F68-9B70DB5C39CB}"/>
                </a:ext>
              </a:extLst>
            </p:cNvPr>
            <p:cNvSpPr/>
            <p:nvPr/>
          </p:nvSpPr>
          <p:spPr>
            <a:xfrm>
              <a:off x="9196595" y="2677673"/>
              <a:ext cx="207227" cy="207227"/>
            </a:xfrm>
            <a:prstGeom prst="ellipse">
              <a:avLst/>
            </a:prstGeom>
            <a:noFill/>
            <a:ln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2">
                      <a:lumMod val="50000"/>
                    </a:schemeClr>
                  </a:gs>
                  <a:gs pos="83000">
                    <a:srgbClr val="D65700"/>
                  </a:gs>
                  <a:gs pos="100000">
                    <a:schemeClr val="accent2">
                      <a:lumMod val="40000"/>
                      <a:lumOff val="60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Pentagon 42">
              <a:extLst>
                <a:ext uri="{FF2B5EF4-FFF2-40B4-BE49-F238E27FC236}">
                  <a16:creationId xmlns:a16="http://schemas.microsoft.com/office/drawing/2014/main" id="{D355FD2C-30D9-1B89-6BCE-63CFF08C978F}"/>
                </a:ext>
              </a:extLst>
            </p:cNvPr>
            <p:cNvSpPr/>
            <p:nvPr/>
          </p:nvSpPr>
          <p:spPr>
            <a:xfrm>
              <a:off x="9134657" y="2611555"/>
              <a:ext cx="331104" cy="311756"/>
            </a:xfrm>
            <a:prstGeom prst="pentagon">
              <a:avLst/>
            </a:prstGeom>
            <a:noFill/>
            <a:ln w="285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2">
                      <a:lumMod val="50000"/>
                    </a:schemeClr>
                  </a:gs>
                  <a:gs pos="83000">
                    <a:srgbClr val="D65700"/>
                  </a:gs>
                  <a:gs pos="100000">
                    <a:schemeClr val="accent2">
                      <a:lumMod val="40000"/>
                      <a:lumOff val="60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96" name="Oval 95">
            <a:extLst>
              <a:ext uri="{FF2B5EF4-FFF2-40B4-BE49-F238E27FC236}">
                <a16:creationId xmlns:a16="http://schemas.microsoft.com/office/drawing/2014/main" id="{B57DDE25-4D67-110E-AB7A-9C3F69F55EEB}"/>
              </a:ext>
            </a:extLst>
          </p:cNvPr>
          <p:cNvSpPr/>
          <p:nvPr/>
        </p:nvSpPr>
        <p:spPr>
          <a:xfrm>
            <a:off x="4610939" y="1903176"/>
            <a:ext cx="2970060" cy="2970060"/>
          </a:xfrm>
          <a:prstGeom prst="ellipse">
            <a:avLst/>
          </a:prstGeom>
          <a:noFill/>
          <a:ln w="73025" cmpd="thinThick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2">
                    <a:lumMod val="50000"/>
                  </a:schemeClr>
                </a:gs>
                <a:gs pos="83000">
                  <a:srgbClr val="D65700"/>
                </a:gs>
                <a:gs pos="100000">
                  <a:schemeClr val="accent2">
                    <a:lumMod val="40000"/>
                    <a:lumOff val="60000"/>
                  </a:schemeClr>
                </a:gs>
              </a:gsLst>
              <a:path path="rect">
                <a:fillToRect l="100000" t="100000"/>
              </a:path>
              <a:tileRect r="-100000" b="-10000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3069650-CA2F-4A86-D342-F0850BCD02F4}"/>
              </a:ext>
            </a:extLst>
          </p:cNvPr>
          <p:cNvSpPr txBox="1"/>
          <p:nvPr/>
        </p:nvSpPr>
        <p:spPr>
          <a:xfrm>
            <a:off x="9423975" y="420403"/>
            <a:ext cx="7649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DEFINE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677DEC4-A0DF-297E-B7F2-F1155DEBA204}"/>
              </a:ext>
            </a:extLst>
          </p:cNvPr>
          <p:cNvSpPr txBox="1"/>
          <p:nvPr/>
        </p:nvSpPr>
        <p:spPr>
          <a:xfrm>
            <a:off x="11115804" y="2704900"/>
            <a:ext cx="7649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7C36215-392D-A5ED-91EA-7D9EF828D0B7}"/>
              </a:ext>
            </a:extLst>
          </p:cNvPr>
          <p:cNvSpPr txBox="1"/>
          <p:nvPr/>
        </p:nvSpPr>
        <p:spPr>
          <a:xfrm>
            <a:off x="10097869" y="5945155"/>
            <a:ext cx="7649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b="1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BUILD</a:t>
            </a:r>
            <a:endParaRPr lang="en-GB" sz="1400" b="1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8768942-2224-9DF0-690C-441A251AD4D1}"/>
              </a:ext>
            </a:extLst>
          </p:cNvPr>
          <p:cNvSpPr txBox="1"/>
          <p:nvPr/>
        </p:nvSpPr>
        <p:spPr>
          <a:xfrm>
            <a:off x="9806426" y="1249489"/>
            <a:ext cx="8821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b="1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ANALYSE</a:t>
            </a:r>
            <a:endParaRPr lang="en-GB" sz="1400" b="1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AA258D2-E6B3-57F5-7C7D-8ACADD72D8D8}"/>
              </a:ext>
            </a:extLst>
          </p:cNvPr>
          <p:cNvSpPr txBox="1"/>
          <p:nvPr/>
        </p:nvSpPr>
        <p:spPr>
          <a:xfrm>
            <a:off x="9423975" y="726430"/>
            <a:ext cx="8821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b="1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1400" b="1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A0C5669-6E99-4898-EECC-ABFBFB506EA4}"/>
              </a:ext>
            </a:extLst>
          </p:cNvPr>
          <p:cNvGrpSpPr/>
          <p:nvPr/>
        </p:nvGrpSpPr>
        <p:grpSpPr>
          <a:xfrm>
            <a:off x="5681137" y="3030068"/>
            <a:ext cx="829662" cy="797864"/>
            <a:chOff x="3923641" y="1771650"/>
            <a:chExt cx="3072140" cy="3120904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D406FAFC-57C0-11FB-29A4-92761F184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CEAC582B-6097-E16E-6136-40EC4C24293F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E029EC39-1B32-B4A7-E57A-6E2539BCFE7A}"/>
              </a:ext>
            </a:extLst>
          </p:cNvPr>
          <p:cNvSpPr txBox="1"/>
          <p:nvPr/>
        </p:nvSpPr>
        <p:spPr>
          <a:xfrm>
            <a:off x="9463219" y="972651"/>
            <a:ext cx="1017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b="1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GENERATE</a:t>
            </a:r>
            <a:endParaRPr lang="en-GB" sz="1400" b="1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2903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37D02B6-666E-7B3E-C5A7-819AFC1216C3}"/>
              </a:ext>
            </a:extLst>
          </p:cNvPr>
          <p:cNvGrpSpPr/>
          <p:nvPr/>
        </p:nvGrpSpPr>
        <p:grpSpPr>
          <a:xfrm>
            <a:off x="4559930" y="1868548"/>
            <a:ext cx="3072140" cy="3120904"/>
            <a:chOff x="3923641" y="1771650"/>
            <a:chExt cx="3072140" cy="312090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5DB8818-3AD0-9AE2-C498-FAD1766EF9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0A0641A9-F305-6EC7-5638-EAACFB95258F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846021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6669</TotalTime>
  <Words>771</Words>
  <Application>Microsoft Office PowerPoint</Application>
  <PresentationFormat>Widescreen</PresentationFormat>
  <Paragraphs>281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Arial</vt:lpstr>
      <vt:lpstr>Calibri</vt:lpstr>
      <vt:lpstr>Calibri Light</vt:lpstr>
      <vt:lpstr>Candara</vt:lpstr>
      <vt:lpstr>Cascadia Code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Dodds</dc:creator>
  <cp:lastModifiedBy>Matthew Dodds</cp:lastModifiedBy>
  <cp:revision>2</cp:revision>
  <dcterms:created xsi:type="dcterms:W3CDTF">2025-11-29T21:31:12Z</dcterms:created>
  <dcterms:modified xsi:type="dcterms:W3CDTF">2025-12-11T09:54:51Z</dcterms:modified>
</cp:coreProperties>
</file>