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84" r:id="rId2"/>
    <p:sldId id="282" r:id="rId3"/>
    <p:sldId id="287" r:id="rId4"/>
    <p:sldId id="294" r:id="rId5"/>
    <p:sldId id="295" r:id="rId6"/>
    <p:sldId id="289" r:id="rId7"/>
    <p:sldId id="292" r:id="rId8"/>
    <p:sldId id="290" r:id="rId9"/>
    <p:sldId id="279" r:id="rId10"/>
    <p:sldId id="280" r:id="rId11"/>
    <p:sldId id="293" r:id="rId12"/>
    <p:sldId id="275" r:id="rId13"/>
    <p:sldId id="291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2500"/>
    <a:srgbClr val="FF6600"/>
    <a:srgbClr val="66FF33"/>
    <a:srgbClr val="0D0D0D"/>
    <a:srgbClr val="FF6133"/>
    <a:srgbClr val="F26200"/>
    <a:srgbClr val="D05400"/>
    <a:srgbClr val="DC5F02"/>
    <a:srgbClr val="17142E"/>
    <a:srgbClr val="005C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F59F78-9CDD-41BD-B9F6-A9259CBE90A5}" v="688" dt="2025-12-19T23:06:35.6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123" autoAdjust="0"/>
    <p:restoredTop sz="94660"/>
  </p:normalViewPr>
  <p:slideViewPr>
    <p:cSldViewPr snapToGrid="0">
      <p:cViewPr>
        <p:scale>
          <a:sx n="100" d="100"/>
          <a:sy n="100" d="100"/>
        </p:scale>
        <p:origin x="1188" y="13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ew Dodds" userId="80d5a6ea92063750" providerId="LiveId" clId="{614D3421-716A-4CB0-994B-C24DF82A0F6F}"/>
    <pc:docChg chg="undo custSel addSld delSld modSld sldOrd">
      <pc:chgData name="Matthew Dodds" userId="80d5a6ea92063750" providerId="LiveId" clId="{614D3421-716A-4CB0-994B-C24DF82A0F6F}" dt="2025-12-19T23:10:20.206" v="15553"/>
      <pc:docMkLst>
        <pc:docMk/>
      </pc:docMkLst>
      <pc:sldChg chg="addSp delSp modSp mod ord">
        <pc:chgData name="Matthew Dodds" userId="80d5a6ea92063750" providerId="LiveId" clId="{614D3421-716A-4CB0-994B-C24DF82A0F6F}" dt="2025-12-12T01:01:05.009" v="5918"/>
        <pc:sldMkLst>
          <pc:docMk/>
          <pc:sldMk cId="4164517435" sldId="275"/>
        </pc:sldMkLst>
        <pc:spChg chg="mod">
          <ac:chgData name="Matthew Dodds" userId="80d5a6ea92063750" providerId="LiveId" clId="{614D3421-716A-4CB0-994B-C24DF82A0F6F}" dt="2025-12-11T18:39:29.193" v="4264"/>
          <ac:spMkLst>
            <pc:docMk/>
            <pc:sldMk cId="4164517435" sldId="275"/>
            <ac:spMk id="29" creationId="{2B308D5E-5118-2BA8-0428-54F5AA2D28F8}"/>
          </ac:spMkLst>
        </pc:spChg>
        <pc:grpChg chg="add mod">
          <ac:chgData name="Matthew Dodds" userId="80d5a6ea92063750" providerId="LiveId" clId="{614D3421-716A-4CB0-994B-C24DF82A0F6F}" dt="2025-12-11T18:39:33.662" v="4265" actId="1076"/>
          <ac:grpSpMkLst>
            <pc:docMk/>
            <pc:sldMk cId="4164517435" sldId="275"/>
            <ac:grpSpMk id="27" creationId="{03C817C6-B710-9E54-B52E-E450F2026C59}"/>
          </ac:grpSpMkLst>
        </pc:grpChg>
        <pc:picChg chg="mod">
          <ac:chgData name="Matthew Dodds" userId="80d5a6ea92063750" providerId="LiveId" clId="{614D3421-716A-4CB0-994B-C24DF82A0F6F}" dt="2025-12-11T18:39:29.193" v="4264"/>
          <ac:picMkLst>
            <pc:docMk/>
            <pc:sldMk cId="4164517435" sldId="275"/>
            <ac:picMk id="28" creationId="{0E7C5F2D-474D-4657-FECE-283520BB8421}"/>
          </ac:picMkLst>
        </pc:picChg>
      </pc:sldChg>
      <pc:sldChg chg="addSp delSp modSp mod">
        <pc:chgData name="Matthew Dodds" userId="80d5a6ea92063750" providerId="LiveId" clId="{614D3421-716A-4CB0-994B-C24DF82A0F6F}" dt="2025-12-12T00:50:27.346" v="5910"/>
        <pc:sldMkLst>
          <pc:docMk/>
          <pc:sldMk cId="3480445554" sldId="279"/>
        </pc:sldMkLst>
        <pc:spChg chg="add mod">
          <ac:chgData name="Matthew Dodds" userId="80d5a6ea92063750" providerId="LiveId" clId="{614D3421-716A-4CB0-994B-C24DF82A0F6F}" dt="2025-12-12T00:50:12.485" v="5908"/>
          <ac:spMkLst>
            <pc:docMk/>
            <pc:sldMk cId="3480445554" sldId="279"/>
            <ac:spMk id="75" creationId="{7EED319A-3AEE-92FB-7329-B633C2D54866}"/>
          </ac:spMkLst>
        </pc:spChg>
        <pc:spChg chg="mod">
          <ac:chgData name="Matthew Dodds" userId="80d5a6ea92063750" providerId="LiveId" clId="{614D3421-716A-4CB0-994B-C24DF82A0F6F}" dt="2025-12-12T00:50:12.485" v="5908"/>
          <ac:spMkLst>
            <pc:docMk/>
            <pc:sldMk cId="3480445554" sldId="279"/>
            <ac:spMk id="83" creationId="{04345985-FC4D-A746-E068-56C206F86D1B}"/>
          </ac:spMkLst>
        </pc:spChg>
        <pc:spChg chg="add mod">
          <ac:chgData name="Matthew Dodds" userId="80d5a6ea92063750" providerId="LiveId" clId="{614D3421-716A-4CB0-994B-C24DF82A0F6F}" dt="2025-12-12T00:50:12.485" v="5908"/>
          <ac:spMkLst>
            <pc:docMk/>
            <pc:sldMk cId="3480445554" sldId="279"/>
            <ac:spMk id="95" creationId="{94255F53-FDF4-8E48-5C8F-4BCCD02FDF0E}"/>
          </ac:spMkLst>
        </pc:spChg>
        <pc:spChg chg="add mod">
          <ac:chgData name="Matthew Dodds" userId="80d5a6ea92063750" providerId="LiveId" clId="{614D3421-716A-4CB0-994B-C24DF82A0F6F}" dt="2025-12-12T00:50:27.346" v="5910"/>
          <ac:spMkLst>
            <pc:docMk/>
            <pc:sldMk cId="3480445554" sldId="279"/>
            <ac:spMk id="98" creationId="{4AF95A49-DE90-CA3A-D99D-B0173E54C312}"/>
          </ac:spMkLst>
        </pc:spChg>
        <pc:grpChg chg="add mod">
          <ac:chgData name="Matthew Dodds" userId="80d5a6ea92063750" providerId="LiveId" clId="{614D3421-716A-4CB0-994B-C24DF82A0F6F}" dt="2025-12-12T00:50:12.485" v="5908"/>
          <ac:grpSpMkLst>
            <pc:docMk/>
            <pc:sldMk cId="3480445554" sldId="279"/>
            <ac:grpSpMk id="78" creationId="{EEBB818A-9A5D-BEF9-6290-323C0941ABDC}"/>
          </ac:grpSpMkLst>
        </pc:grpChg>
        <pc:picChg chg="mod">
          <ac:chgData name="Matthew Dodds" userId="80d5a6ea92063750" providerId="LiveId" clId="{614D3421-716A-4CB0-994B-C24DF82A0F6F}" dt="2025-12-12T00:50:12.485" v="5908"/>
          <ac:picMkLst>
            <pc:docMk/>
            <pc:sldMk cId="3480445554" sldId="279"/>
            <ac:picMk id="81" creationId="{467CA5BD-C45D-D105-FC1E-8E244238D2C4}"/>
          </ac:picMkLst>
        </pc:picChg>
        <pc:cxnChg chg="add mod">
          <ac:chgData name="Matthew Dodds" userId="80d5a6ea92063750" providerId="LiveId" clId="{614D3421-716A-4CB0-994B-C24DF82A0F6F}" dt="2025-12-12T00:50:20.181" v="5909"/>
          <ac:cxnSpMkLst>
            <pc:docMk/>
            <pc:sldMk cId="3480445554" sldId="279"/>
            <ac:cxnSpMk id="97" creationId="{34738CE7-DBCB-918F-E8B7-CCFC5C26D844}"/>
          </ac:cxnSpMkLst>
        </pc:cxnChg>
      </pc:sldChg>
      <pc:sldChg chg="addSp delSp modSp mod">
        <pc:chgData name="Matthew Dodds" userId="80d5a6ea92063750" providerId="LiveId" clId="{614D3421-716A-4CB0-994B-C24DF82A0F6F}" dt="2025-12-12T00:51:02.141" v="5914"/>
        <pc:sldMkLst>
          <pc:docMk/>
          <pc:sldMk cId="3449670256" sldId="280"/>
        </pc:sldMkLst>
        <pc:spChg chg="add mod">
          <ac:chgData name="Matthew Dodds" userId="80d5a6ea92063750" providerId="LiveId" clId="{614D3421-716A-4CB0-994B-C24DF82A0F6F}" dt="2025-12-12T00:50:36.835" v="5912"/>
          <ac:spMkLst>
            <pc:docMk/>
            <pc:sldMk cId="3449670256" sldId="280"/>
            <ac:spMk id="12" creationId="{D4F586B1-7932-3E80-5EB5-86022265B825}"/>
          </ac:spMkLst>
        </pc:spChg>
        <pc:spChg chg="add mod">
          <ac:chgData name="Matthew Dodds" userId="80d5a6ea92063750" providerId="LiveId" clId="{614D3421-716A-4CB0-994B-C24DF82A0F6F}" dt="2025-12-12T00:50:52.637" v="5913"/>
          <ac:spMkLst>
            <pc:docMk/>
            <pc:sldMk cId="3449670256" sldId="280"/>
            <ac:spMk id="23" creationId="{B688867A-A409-5F03-F5C3-0A3C9E389531}"/>
          </ac:spMkLst>
        </pc:spChg>
        <pc:spChg chg="add mod">
          <ac:chgData name="Matthew Dodds" userId="80d5a6ea92063750" providerId="LiveId" clId="{614D3421-716A-4CB0-994B-C24DF82A0F6F}" dt="2025-12-12T00:50:52.637" v="5913"/>
          <ac:spMkLst>
            <pc:docMk/>
            <pc:sldMk cId="3449670256" sldId="280"/>
            <ac:spMk id="39" creationId="{22AEBFE1-8573-3E44-B70F-F1E0DFCF7358}"/>
          </ac:spMkLst>
        </pc:spChg>
        <pc:spChg chg="mod">
          <ac:chgData name="Matthew Dodds" userId="80d5a6ea92063750" providerId="LiveId" clId="{614D3421-716A-4CB0-994B-C24DF82A0F6F}" dt="2025-12-12T00:50:52.637" v="5913"/>
          <ac:spMkLst>
            <pc:docMk/>
            <pc:sldMk cId="3449670256" sldId="280"/>
            <ac:spMk id="43" creationId="{E99180BA-1E8C-257E-F08A-2EBD59B66764}"/>
          </ac:spMkLst>
        </pc:spChg>
        <pc:spChg chg="add mod">
          <ac:chgData name="Matthew Dodds" userId="80d5a6ea92063750" providerId="LiveId" clId="{614D3421-716A-4CB0-994B-C24DF82A0F6F}" dt="2025-12-12T00:50:52.637" v="5913"/>
          <ac:spMkLst>
            <pc:docMk/>
            <pc:sldMk cId="3449670256" sldId="280"/>
            <ac:spMk id="44" creationId="{9425CE87-2E00-20AF-5E79-D09DA0E2714F}"/>
          </ac:spMkLst>
        </pc:spChg>
        <pc:grpChg chg="add mod">
          <ac:chgData name="Matthew Dodds" userId="80d5a6ea92063750" providerId="LiveId" clId="{614D3421-716A-4CB0-994B-C24DF82A0F6F}" dt="2025-12-12T00:50:52.637" v="5913"/>
          <ac:grpSpMkLst>
            <pc:docMk/>
            <pc:sldMk cId="3449670256" sldId="280"/>
            <ac:grpSpMk id="41" creationId="{C57AC88A-7B9C-53BF-B16C-BF1B5E1EFDE3}"/>
          </ac:grpSpMkLst>
        </pc:grpChg>
        <pc:picChg chg="mod">
          <ac:chgData name="Matthew Dodds" userId="80d5a6ea92063750" providerId="LiveId" clId="{614D3421-716A-4CB0-994B-C24DF82A0F6F}" dt="2025-12-12T00:50:52.637" v="5913"/>
          <ac:picMkLst>
            <pc:docMk/>
            <pc:sldMk cId="3449670256" sldId="280"/>
            <ac:picMk id="42" creationId="{806B99BA-90DE-8755-1C45-B1B8A4E24B6F}"/>
          </ac:picMkLst>
        </pc:picChg>
        <pc:cxnChg chg="add mod">
          <ac:chgData name="Matthew Dodds" userId="80d5a6ea92063750" providerId="LiveId" clId="{614D3421-716A-4CB0-994B-C24DF82A0F6F}" dt="2025-12-12T00:51:02.141" v="5914"/>
          <ac:cxnSpMkLst>
            <pc:docMk/>
            <pc:sldMk cId="3449670256" sldId="280"/>
            <ac:cxnSpMk id="45" creationId="{445A6F6B-3EF0-1959-0312-D157E2751DE7}"/>
          </ac:cxnSpMkLst>
        </pc:cxnChg>
      </pc:sldChg>
      <pc:sldChg chg="addSp delSp modSp mod">
        <pc:chgData name="Matthew Dodds" userId="80d5a6ea92063750" providerId="LiveId" clId="{614D3421-716A-4CB0-994B-C24DF82A0F6F}" dt="2025-12-11T18:40:35.982" v="4283" actId="1037"/>
        <pc:sldMkLst>
          <pc:docMk/>
          <pc:sldMk cId="3545230181" sldId="282"/>
        </pc:sldMkLst>
        <pc:spChg chg="mod">
          <ac:chgData name="Matthew Dodds" userId="80d5a6ea92063750" providerId="LiveId" clId="{614D3421-716A-4CB0-994B-C24DF82A0F6F}" dt="2025-12-11T10:25:35.560" v="77" actId="1036"/>
          <ac:spMkLst>
            <pc:docMk/>
            <pc:sldMk cId="3545230181" sldId="282"/>
            <ac:spMk id="2" creationId="{BC6A65DE-2125-7E2A-3A37-C80B57D38D4A}"/>
          </ac:spMkLst>
        </pc:spChg>
        <pc:spChg chg="add mod">
          <ac:chgData name="Matthew Dodds" userId="80d5a6ea92063750" providerId="LiveId" clId="{614D3421-716A-4CB0-994B-C24DF82A0F6F}" dt="2025-12-11T18:40:35.982" v="4283" actId="1037"/>
          <ac:spMkLst>
            <pc:docMk/>
            <pc:sldMk cId="3545230181" sldId="282"/>
            <ac:spMk id="11" creationId="{6A9B7CCF-C06C-C7D0-5668-7017319070FD}"/>
          </ac:spMkLst>
        </pc:spChg>
        <pc:spChg chg="mod">
          <ac:chgData name="Matthew Dodds" userId="80d5a6ea92063750" providerId="LiveId" clId="{614D3421-716A-4CB0-994B-C24DF82A0F6F}" dt="2025-12-11T15:37:08.578" v="878" actId="1036"/>
          <ac:spMkLst>
            <pc:docMk/>
            <pc:sldMk cId="3545230181" sldId="282"/>
            <ac:spMk id="25" creationId="{6FD812B9-D0DB-42ED-58DD-46215DDC0DE8}"/>
          </ac:spMkLst>
        </pc:spChg>
        <pc:spChg chg="mod">
          <ac:chgData name="Matthew Dodds" userId="80d5a6ea92063750" providerId="LiveId" clId="{614D3421-716A-4CB0-994B-C24DF82A0F6F}" dt="2025-12-11T11:39:15.612" v="292" actId="1038"/>
          <ac:spMkLst>
            <pc:docMk/>
            <pc:sldMk cId="3545230181" sldId="282"/>
            <ac:spMk id="32" creationId="{86AD214C-BED7-C456-A2F5-35434FE493B6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38" creationId="{FAC9B525-6846-2EA8-E593-74A836FA6A06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39" creationId="{A2389553-0537-6AA4-B843-FDE82DF0D843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41" creationId="{ABE6BC12-40F7-0C1D-C24D-C079BDE29461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42" creationId="{A59F6C1F-2DBB-C5D9-A18D-E8BE6614867A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43" creationId="{447E8E84-E07C-5279-4162-69AC741954A9}"/>
          </ac:spMkLst>
        </pc:spChg>
        <pc:spChg chg="mod">
          <ac:chgData name="Matthew Dodds" userId="80d5a6ea92063750" providerId="LiveId" clId="{614D3421-716A-4CB0-994B-C24DF82A0F6F}" dt="2025-12-11T11:37:29.248" v="266" actId="14100"/>
          <ac:spMkLst>
            <pc:docMk/>
            <pc:sldMk cId="3545230181" sldId="282"/>
            <ac:spMk id="69" creationId="{AB564BF8-196E-090E-573E-CC7E9F734F39}"/>
          </ac:spMkLst>
        </pc:spChg>
        <pc:spChg chg="mod">
          <ac:chgData name="Matthew Dodds" userId="80d5a6ea92063750" providerId="LiveId" clId="{614D3421-716A-4CB0-994B-C24DF82A0F6F}" dt="2025-12-11T11:37:35.461" v="272" actId="1035"/>
          <ac:spMkLst>
            <pc:docMk/>
            <pc:sldMk cId="3545230181" sldId="282"/>
            <ac:spMk id="70" creationId="{FA41E93B-4492-BA4A-4096-E2BC87D19FCE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96" creationId="{3641B932-B608-4132-315C-E1051A3A3B5C}"/>
          </ac:spMkLst>
        </pc:spChg>
        <pc:spChg chg="mod">
          <ac:chgData name="Matthew Dodds" userId="80d5a6ea92063750" providerId="LiveId" clId="{614D3421-716A-4CB0-994B-C24DF82A0F6F}" dt="2025-12-11T18:40:28.922" v="4279" actId="1037"/>
          <ac:spMkLst>
            <pc:docMk/>
            <pc:sldMk cId="3545230181" sldId="282"/>
            <ac:spMk id="97" creationId="{D33B319F-A085-4C00-8965-756DD5C30B8D}"/>
          </ac:spMkLst>
        </pc:spChg>
        <pc:grpChg chg="mod">
          <ac:chgData name="Matthew Dodds" userId="80d5a6ea92063750" providerId="LiveId" clId="{614D3421-716A-4CB0-994B-C24DF82A0F6F}" dt="2025-12-11T15:36:28.113" v="846" actId="1036"/>
          <ac:grpSpMkLst>
            <pc:docMk/>
            <pc:sldMk cId="3545230181" sldId="282"/>
            <ac:grpSpMk id="3" creationId="{28113C23-7941-8738-9C28-8AD93494A2A9}"/>
          </ac:grpSpMkLst>
        </pc:grpChg>
        <pc:grpChg chg="mod">
          <ac:chgData name="Matthew Dodds" userId="80d5a6ea92063750" providerId="LiveId" clId="{614D3421-716A-4CB0-994B-C24DF82A0F6F}" dt="2025-12-11T10:25:27.128" v="74" actId="1036"/>
          <ac:grpSpMkLst>
            <pc:docMk/>
            <pc:sldMk cId="3545230181" sldId="282"/>
            <ac:grpSpMk id="4" creationId="{CB7AA33D-32EB-7644-4D4A-D3CE797266B5}"/>
          </ac:grpSpMkLst>
        </pc:grpChg>
        <pc:grpChg chg="mod">
          <ac:chgData name="Matthew Dodds" userId="80d5a6ea92063750" providerId="LiveId" clId="{614D3421-716A-4CB0-994B-C24DF82A0F6F}" dt="2025-12-11T11:39:04.901" v="288" actId="1038"/>
          <ac:grpSpMkLst>
            <pc:docMk/>
            <pc:sldMk cId="3545230181" sldId="282"/>
            <ac:grpSpMk id="71" creationId="{BBCB0EBE-3510-BB7E-7F27-4E852330B8B4}"/>
          </ac:grpSpMkLst>
        </pc:grpChg>
        <pc:grpChg chg="mod">
          <ac:chgData name="Matthew Dodds" userId="80d5a6ea92063750" providerId="LiveId" clId="{614D3421-716A-4CB0-994B-C24DF82A0F6F}" dt="2025-12-11T18:40:28.922" v="4279" actId="1037"/>
          <ac:grpSpMkLst>
            <pc:docMk/>
            <pc:sldMk cId="3545230181" sldId="282"/>
            <ac:grpSpMk id="72" creationId="{CA3252AE-B203-ED8C-D1AA-56ACA7304F14}"/>
          </ac:grpSpMkLst>
        </pc:grpChg>
        <pc:grpChg chg="mod">
          <ac:chgData name="Matthew Dodds" userId="80d5a6ea92063750" providerId="LiveId" clId="{614D3421-716A-4CB0-994B-C24DF82A0F6F}" dt="2025-12-11T18:40:28.922" v="4279" actId="1037"/>
          <ac:grpSpMkLst>
            <pc:docMk/>
            <pc:sldMk cId="3545230181" sldId="282"/>
            <ac:grpSpMk id="75" creationId="{63D4DA47-3776-C40B-DE26-E9AC86E959C8}"/>
          </ac:grpSpMkLst>
        </pc:grpChg>
        <pc:grpChg chg="mod">
          <ac:chgData name="Matthew Dodds" userId="80d5a6ea92063750" providerId="LiveId" clId="{614D3421-716A-4CB0-994B-C24DF82A0F6F}" dt="2025-12-11T18:40:28.922" v="4279" actId="1037"/>
          <ac:grpSpMkLst>
            <pc:docMk/>
            <pc:sldMk cId="3545230181" sldId="282"/>
            <ac:grpSpMk id="78" creationId="{341D770C-DD0E-F72E-BAAF-42DAFFE56180}"/>
          </ac:grpSpMkLst>
        </pc:grpChg>
        <pc:grpChg chg="mod topLvl">
          <ac:chgData name="Matthew Dodds" userId="80d5a6ea92063750" providerId="LiveId" clId="{614D3421-716A-4CB0-994B-C24DF82A0F6F}" dt="2025-12-11T11:37:46.677" v="273" actId="1076"/>
          <ac:grpSpMkLst>
            <pc:docMk/>
            <pc:sldMk cId="3545230181" sldId="282"/>
            <ac:grpSpMk id="84" creationId="{2B71F660-3A22-FCF4-FF28-FF8FC9584EEC}"/>
          </ac:grpSpMkLst>
        </pc:grpChg>
        <pc:cxnChg chg="mod">
          <ac:chgData name="Matthew Dodds" userId="80d5a6ea92063750" providerId="LiveId" clId="{614D3421-716A-4CB0-994B-C24DF82A0F6F}" dt="2025-12-11T15:34:45.963" v="770" actId="14100"/>
          <ac:cxnSpMkLst>
            <pc:docMk/>
            <pc:sldMk cId="3545230181" sldId="282"/>
            <ac:cxnSpMk id="27" creationId="{99ACCA35-F1AC-B368-30BB-47468CB2AC61}"/>
          </ac:cxnSpMkLst>
        </pc:cxnChg>
        <pc:cxnChg chg="mod">
          <ac:chgData name="Matthew Dodds" userId="80d5a6ea92063750" providerId="LiveId" clId="{614D3421-716A-4CB0-994B-C24DF82A0F6F}" dt="2025-12-11T15:37:14.919" v="881" actId="1035"/>
          <ac:cxnSpMkLst>
            <pc:docMk/>
            <pc:sldMk cId="3545230181" sldId="282"/>
            <ac:cxnSpMk id="29" creationId="{1380FDF0-555B-B8D4-3905-C62FF9D45102}"/>
          </ac:cxnSpMkLst>
        </pc:cxnChg>
        <pc:cxnChg chg="mod">
          <ac:chgData name="Matthew Dodds" userId="80d5a6ea92063750" providerId="LiveId" clId="{614D3421-716A-4CB0-994B-C24DF82A0F6F}" dt="2025-12-11T15:37:17.583" v="883" actId="1036"/>
          <ac:cxnSpMkLst>
            <pc:docMk/>
            <pc:sldMk cId="3545230181" sldId="282"/>
            <ac:cxnSpMk id="30" creationId="{20A97979-A908-7E1D-6EB4-76C2D87654DC}"/>
          </ac:cxnSpMkLst>
        </pc:cxnChg>
        <pc:cxnChg chg="mod">
          <ac:chgData name="Matthew Dodds" userId="80d5a6ea92063750" providerId="LiveId" clId="{614D3421-716A-4CB0-994B-C24DF82A0F6F}" dt="2025-12-11T15:34:38.339" v="768" actId="14100"/>
          <ac:cxnSpMkLst>
            <pc:docMk/>
            <pc:sldMk cId="3545230181" sldId="282"/>
            <ac:cxnSpMk id="40" creationId="{E6EE514D-538A-130F-8158-786F3D44DCF3}"/>
          </ac:cxnSpMkLst>
        </pc:cxnChg>
      </pc:sldChg>
      <pc:sldChg chg="modSp mod">
        <pc:chgData name="Matthew Dodds" userId="80d5a6ea92063750" providerId="LiveId" clId="{614D3421-716A-4CB0-994B-C24DF82A0F6F}" dt="2025-12-11T18:40:05.017" v="4270" actId="14100"/>
        <pc:sldMkLst>
          <pc:docMk/>
          <pc:sldMk cId="563028866" sldId="284"/>
        </pc:sldMkLst>
        <pc:spChg chg="mod">
          <ac:chgData name="Matthew Dodds" userId="80d5a6ea92063750" providerId="LiveId" clId="{614D3421-716A-4CB0-994B-C24DF82A0F6F}" dt="2025-12-11T17:52:10.657" v="3282" actId="1076"/>
          <ac:spMkLst>
            <pc:docMk/>
            <pc:sldMk cId="563028866" sldId="284"/>
            <ac:spMk id="2" creationId="{CFF206F0-5F02-2C6F-DDF9-128422AF103E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5" creationId="{0873552B-A6D9-3B0F-F627-807919FEF43F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10" creationId="{946F7237-F824-2944-CD6B-9B742A875645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12" creationId="{EB70101D-392D-7DA2-3818-3023B24AE1F2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17" creationId="{7B08DDFB-872F-24E4-4CF1-43B71F7D6004}"/>
          </ac:spMkLst>
        </pc:spChg>
        <pc:spChg chg="mod">
          <ac:chgData name="Matthew Dodds" userId="80d5a6ea92063750" providerId="LiveId" clId="{614D3421-716A-4CB0-994B-C24DF82A0F6F}" dt="2025-12-11T18:39:57.175" v="4268" actId="1076"/>
          <ac:spMkLst>
            <pc:docMk/>
            <pc:sldMk cId="563028866" sldId="284"/>
            <ac:spMk id="18" creationId="{4E6B9698-5081-8C69-BD5F-F6E1EB0A2DD3}"/>
          </ac:spMkLst>
        </pc:spChg>
        <pc:grpChg chg="mod">
          <ac:chgData name="Matthew Dodds" userId="80d5a6ea92063750" providerId="LiveId" clId="{614D3421-716A-4CB0-994B-C24DF82A0F6F}" dt="2025-12-11T18:39:48.291" v="4267" actId="1076"/>
          <ac:grpSpMkLst>
            <pc:docMk/>
            <pc:sldMk cId="563028866" sldId="284"/>
            <ac:grpSpMk id="14" creationId="{1EDC6602-A70B-B871-F8A1-987CADDD80B8}"/>
          </ac:grpSpMkLst>
        </pc:grpChg>
        <pc:cxnChg chg="mod">
          <ac:chgData name="Matthew Dodds" userId="80d5a6ea92063750" providerId="LiveId" clId="{614D3421-716A-4CB0-994B-C24DF82A0F6F}" dt="2025-12-11T18:40:05.017" v="4270" actId="14100"/>
          <ac:cxnSpMkLst>
            <pc:docMk/>
            <pc:sldMk cId="563028866" sldId="284"/>
            <ac:cxnSpMk id="3" creationId="{8129432B-73DE-8B7B-BA7C-85989DFE63E4}"/>
          </ac:cxnSpMkLst>
        </pc:cxnChg>
        <pc:cxnChg chg="mod">
          <ac:chgData name="Matthew Dodds" userId="80d5a6ea92063750" providerId="LiveId" clId="{614D3421-716A-4CB0-994B-C24DF82A0F6F}" dt="2025-12-11T18:39:57.175" v="4268" actId="1076"/>
          <ac:cxnSpMkLst>
            <pc:docMk/>
            <pc:sldMk cId="563028866" sldId="284"/>
            <ac:cxnSpMk id="21" creationId="{CCACA712-6FE9-7287-449B-0E4E78020D62}"/>
          </ac:cxnSpMkLst>
        </pc:cxnChg>
        <pc:cxnChg chg="mod">
          <ac:chgData name="Matthew Dodds" userId="80d5a6ea92063750" providerId="LiveId" clId="{614D3421-716A-4CB0-994B-C24DF82A0F6F}" dt="2025-12-11T18:39:57.175" v="4268" actId="1076"/>
          <ac:cxnSpMkLst>
            <pc:docMk/>
            <pc:sldMk cId="563028866" sldId="284"/>
            <ac:cxnSpMk id="26" creationId="{A3B35D5D-20C1-689F-C14A-88B4C63A75E7}"/>
          </ac:cxnSpMkLst>
        </pc:cxnChg>
      </pc:sldChg>
      <pc:sldChg chg="addSp delSp modSp add mod">
        <pc:chgData name="Matthew Dodds" userId="80d5a6ea92063750" providerId="LiveId" clId="{614D3421-716A-4CB0-994B-C24DF82A0F6F}" dt="2025-12-12T01:04:55.840" v="5920" actId="207"/>
        <pc:sldMkLst>
          <pc:docMk/>
          <pc:sldMk cId="2010322170" sldId="287"/>
        </pc:sldMkLst>
        <pc:spChg chg="mod">
          <ac:chgData name="Matthew Dodds" userId="80d5a6ea92063750" providerId="LiveId" clId="{614D3421-716A-4CB0-994B-C24DF82A0F6F}" dt="2025-12-11T11:40:00.330" v="295"/>
          <ac:spMkLst>
            <pc:docMk/>
            <pc:sldMk cId="2010322170" sldId="287"/>
            <ac:spMk id="11" creationId="{7BB2B310-67C3-2DA7-A472-3881D40AF9A0}"/>
          </ac:spMkLst>
        </pc:spChg>
        <pc:spChg chg="mod">
          <ac:chgData name="Matthew Dodds" userId="80d5a6ea92063750" providerId="LiveId" clId="{614D3421-716A-4CB0-994B-C24DF82A0F6F}" dt="2025-12-11T16:52:42.154" v="2586" actId="1036"/>
          <ac:spMkLst>
            <pc:docMk/>
            <pc:sldMk cId="2010322170" sldId="287"/>
            <ac:spMk id="12" creationId="{2450F4F0-4BEA-C8FC-CB81-6562D93B318B}"/>
          </ac:spMkLst>
        </pc:spChg>
        <pc:spChg chg="add mod">
          <ac:chgData name="Matthew Dodds" userId="80d5a6ea92063750" providerId="LiveId" clId="{614D3421-716A-4CB0-994B-C24DF82A0F6F}" dt="2025-12-11T18:41:48.288" v="4328" actId="1037"/>
          <ac:spMkLst>
            <pc:docMk/>
            <pc:sldMk cId="2010322170" sldId="287"/>
            <ac:spMk id="13" creationId="{6EF03422-3558-BAA4-BB71-A163635E7957}"/>
          </ac:spMkLst>
        </pc:spChg>
        <pc:spChg chg="mod">
          <ac:chgData name="Matthew Dodds" userId="80d5a6ea92063750" providerId="LiveId" clId="{614D3421-716A-4CB0-994B-C24DF82A0F6F}" dt="2025-12-11T22:01:52.844" v="4695" actId="1038"/>
          <ac:spMkLst>
            <pc:docMk/>
            <pc:sldMk cId="2010322170" sldId="287"/>
            <ac:spMk id="14" creationId="{939117AC-9C31-6B70-3E5F-2520D107D396}"/>
          </ac:spMkLst>
        </pc:spChg>
        <pc:spChg chg="add mod">
          <ac:chgData name="Matthew Dodds" userId="80d5a6ea92063750" providerId="LiveId" clId="{614D3421-716A-4CB0-994B-C24DF82A0F6F}" dt="2025-12-11T16:38:59.328" v="2251" actId="1036"/>
          <ac:spMkLst>
            <pc:docMk/>
            <pc:sldMk cId="2010322170" sldId="287"/>
            <ac:spMk id="15" creationId="{4CF4C3BE-39D4-9770-C35B-E000966F3802}"/>
          </ac:spMkLst>
        </pc:spChg>
        <pc:spChg chg="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" creationId="{F13E9DB9-CCC3-19F4-7982-0B6F9F3AB4D5}"/>
          </ac:spMkLst>
        </pc:spChg>
        <pc:spChg chg="mod">
          <ac:chgData name="Matthew Dodds" userId="80d5a6ea92063750" providerId="LiveId" clId="{614D3421-716A-4CB0-994B-C24DF82A0F6F}" dt="2025-12-11T16:40:26.362" v="2392" actId="1035"/>
          <ac:spMkLst>
            <pc:docMk/>
            <pc:sldMk cId="2010322170" sldId="287"/>
            <ac:spMk id="17" creationId="{0C1BC33C-0024-61B0-E55C-D2CAA8B02096}"/>
          </ac:spMkLst>
        </pc:spChg>
        <pc:spChg chg="add mod">
          <ac:chgData name="Matthew Dodds" userId="80d5a6ea92063750" providerId="LiveId" clId="{614D3421-716A-4CB0-994B-C24DF82A0F6F}" dt="2025-12-11T18:05:10.819" v="3457" actId="1076"/>
          <ac:spMkLst>
            <pc:docMk/>
            <pc:sldMk cId="2010322170" sldId="287"/>
            <ac:spMk id="18" creationId="{65E9D569-2B17-9EC2-CB8B-19E0B4341539}"/>
          </ac:spMkLst>
        </pc:spChg>
        <pc:spChg chg="add mod">
          <ac:chgData name="Matthew Dodds" userId="80d5a6ea92063750" providerId="LiveId" clId="{614D3421-716A-4CB0-994B-C24DF82A0F6F}" dt="2025-12-11T16:48:10.142" v="2508" actId="1036"/>
          <ac:spMkLst>
            <pc:docMk/>
            <pc:sldMk cId="2010322170" sldId="287"/>
            <ac:spMk id="19" creationId="{B60DC505-A934-8555-79C4-33ADEB022E6E}"/>
          </ac:spMkLst>
        </pc:spChg>
        <pc:spChg chg="add mod">
          <ac:chgData name="Matthew Dodds" userId="80d5a6ea92063750" providerId="LiveId" clId="{614D3421-716A-4CB0-994B-C24DF82A0F6F}" dt="2025-12-11T22:08:30.412" v="4797" actId="1035"/>
          <ac:spMkLst>
            <pc:docMk/>
            <pc:sldMk cId="2010322170" sldId="287"/>
            <ac:spMk id="20" creationId="{77DB529B-6A00-4291-E4F4-C4B22C2F36E3}"/>
          </ac:spMkLst>
        </pc:spChg>
        <pc:spChg chg="mod">
          <ac:chgData name="Matthew Dodds" userId="80d5a6ea92063750" providerId="LiveId" clId="{614D3421-716A-4CB0-994B-C24DF82A0F6F}" dt="2025-12-11T16:31:34.494" v="2100" actId="14100"/>
          <ac:spMkLst>
            <pc:docMk/>
            <pc:sldMk cId="2010322170" sldId="287"/>
            <ac:spMk id="21" creationId="{B1548EDA-A05D-F93F-14C0-A7CC935994C6}"/>
          </ac:spMkLst>
        </pc:spChg>
        <pc:spChg chg="add mod">
          <ac:chgData name="Matthew Dodds" userId="80d5a6ea92063750" providerId="LiveId" clId="{614D3421-716A-4CB0-994B-C24DF82A0F6F}" dt="2025-12-11T16:40:26.362" v="2392" actId="1035"/>
          <ac:spMkLst>
            <pc:docMk/>
            <pc:sldMk cId="2010322170" sldId="287"/>
            <ac:spMk id="24" creationId="{728D6187-3792-A099-F8ED-78E030719AA1}"/>
          </ac:spMkLst>
        </pc:spChg>
        <pc:spChg chg="mod">
          <ac:chgData name="Matthew Dodds" userId="80d5a6ea92063750" providerId="LiveId" clId="{614D3421-716A-4CB0-994B-C24DF82A0F6F}" dt="2025-12-11T18:13:17.637" v="3606" actId="20577"/>
          <ac:spMkLst>
            <pc:docMk/>
            <pc:sldMk cId="2010322170" sldId="287"/>
            <ac:spMk id="25" creationId="{44237CB9-17A4-0F33-A345-CC941AF2079E}"/>
          </ac:spMkLst>
        </pc:spChg>
        <pc:spChg chg="add mod">
          <ac:chgData name="Matthew Dodds" userId="80d5a6ea92063750" providerId="LiveId" clId="{614D3421-716A-4CB0-994B-C24DF82A0F6F}" dt="2025-12-11T18:05:31.692" v="3462" actId="1076"/>
          <ac:spMkLst>
            <pc:docMk/>
            <pc:sldMk cId="2010322170" sldId="287"/>
            <ac:spMk id="44" creationId="{387E9F76-FAA6-F147-EF18-FF1790899F9A}"/>
          </ac:spMkLst>
        </pc:spChg>
        <pc:spChg chg="mod">
          <ac:chgData name="Matthew Dodds" userId="80d5a6ea92063750" providerId="LiveId" clId="{614D3421-716A-4CB0-994B-C24DF82A0F6F}" dt="2025-12-11T18:43:09.747" v="4366" actId="1038"/>
          <ac:spMkLst>
            <pc:docMk/>
            <pc:sldMk cId="2010322170" sldId="287"/>
            <ac:spMk id="46" creationId="{EC6532BD-C8ED-CCC5-9931-0A41EF6EC5FA}"/>
          </ac:spMkLst>
        </pc:spChg>
        <pc:spChg chg="mod">
          <ac:chgData name="Matthew Dodds" userId="80d5a6ea92063750" providerId="LiveId" clId="{614D3421-716A-4CB0-994B-C24DF82A0F6F}" dt="2025-12-11T16:31:17.897" v="2098" actId="14100"/>
          <ac:spMkLst>
            <pc:docMk/>
            <pc:sldMk cId="2010322170" sldId="287"/>
            <ac:spMk id="47" creationId="{2ADCD5C8-B824-97B1-BB55-1ADA289D3E56}"/>
          </ac:spMkLst>
        </pc:spChg>
        <pc:spChg chg="mod">
          <ac:chgData name="Matthew Dodds" userId="80d5a6ea92063750" providerId="LiveId" clId="{614D3421-716A-4CB0-994B-C24DF82A0F6F}" dt="2025-12-11T16:46:21.788" v="2498" actId="207"/>
          <ac:spMkLst>
            <pc:docMk/>
            <pc:sldMk cId="2010322170" sldId="287"/>
            <ac:spMk id="48" creationId="{953C8476-F997-A908-D66E-CB95124F309C}"/>
          </ac:spMkLst>
        </pc:spChg>
        <pc:spChg chg="add mod">
          <ac:chgData name="Matthew Dodds" userId="80d5a6ea92063750" providerId="LiveId" clId="{614D3421-716A-4CB0-994B-C24DF82A0F6F}" dt="2025-12-11T18:07:49.760" v="3507" actId="1035"/>
          <ac:spMkLst>
            <pc:docMk/>
            <pc:sldMk cId="2010322170" sldId="287"/>
            <ac:spMk id="49" creationId="{0F88C2F9-FB9E-29E2-C562-F94D0E76D444}"/>
          </ac:spMkLst>
        </pc:spChg>
        <pc:spChg chg="mod">
          <ac:chgData name="Matthew Dodds" userId="80d5a6ea92063750" providerId="LiveId" clId="{614D3421-716A-4CB0-994B-C24DF82A0F6F}" dt="2025-12-11T16:46:05.832" v="2496" actId="207"/>
          <ac:spMkLst>
            <pc:docMk/>
            <pc:sldMk cId="2010322170" sldId="287"/>
            <ac:spMk id="52" creationId="{68A98532-37D3-93D0-A306-A51B0F64F305}"/>
          </ac:spMkLst>
        </pc:spChg>
        <pc:spChg chg="mod">
          <ac:chgData name="Matthew Dodds" userId="80d5a6ea92063750" providerId="LiveId" clId="{614D3421-716A-4CB0-994B-C24DF82A0F6F}" dt="2025-12-11T11:43:08.208" v="341"/>
          <ac:spMkLst>
            <pc:docMk/>
            <pc:sldMk cId="2010322170" sldId="287"/>
            <ac:spMk id="53" creationId="{861619BB-486A-48B5-F53E-2E5496B52F06}"/>
          </ac:spMkLst>
        </pc:spChg>
        <pc:spChg chg="mod">
          <ac:chgData name="Matthew Dodds" userId="80d5a6ea92063750" providerId="LiveId" clId="{614D3421-716A-4CB0-994B-C24DF82A0F6F}" dt="2025-12-11T11:43:08.208" v="341"/>
          <ac:spMkLst>
            <pc:docMk/>
            <pc:sldMk cId="2010322170" sldId="287"/>
            <ac:spMk id="54" creationId="{E1914995-131D-88EC-6664-68643EB1AABC}"/>
          </ac:spMkLst>
        </pc:spChg>
        <pc:spChg chg="mod">
          <ac:chgData name="Matthew Dodds" userId="80d5a6ea92063750" providerId="LiveId" clId="{614D3421-716A-4CB0-994B-C24DF82A0F6F}" dt="2025-12-12T01:04:41.592" v="5919" actId="207"/>
          <ac:spMkLst>
            <pc:docMk/>
            <pc:sldMk cId="2010322170" sldId="287"/>
            <ac:spMk id="58" creationId="{439258C6-E2E7-88C0-6EC8-E977838DFCBD}"/>
          </ac:spMkLst>
        </pc:spChg>
        <pc:spChg chg="mod">
          <ac:chgData name="Matthew Dodds" userId="80d5a6ea92063750" providerId="LiveId" clId="{614D3421-716A-4CB0-994B-C24DF82A0F6F}" dt="2025-12-12T01:04:41.592" v="5919" actId="207"/>
          <ac:spMkLst>
            <pc:docMk/>
            <pc:sldMk cId="2010322170" sldId="287"/>
            <ac:spMk id="59" creationId="{32C42D2E-E9FA-0B2E-4A6B-BCF26920822E}"/>
          </ac:spMkLst>
        </pc:spChg>
        <pc:spChg chg="mod">
          <ac:chgData name="Matthew Dodds" userId="80d5a6ea92063750" providerId="LiveId" clId="{614D3421-716A-4CB0-994B-C24DF82A0F6F}" dt="2025-12-12T01:04:55.840" v="5920" actId="207"/>
          <ac:spMkLst>
            <pc:docMk/>
            <pc:sldMk cId="2010322170" sldId="287"/>
            <ac:spMk id="61" creationId="{B9314453-20AC-58EB-24D3-962615C33BEE}"/>
          </ac:spMkLst>
        </pc:spChg>
        <pc:spChg chg="mod">
          <ac:chgData name="Matthew Dodds" userId="80d5a6ea92063750" providerId="LiveId" clId="{614D3421-716A-4CB0-994B-C24DF82A0F6F}" dt="2025-12-12T01:04:55.840" v="5920" actId="207"/>
          <ac:spMkLst>
            <pc:docMk/>
            <pc:sldMk cId="2010322170" sldId="287"/>
            <ac:spMk id="62" creationId="{12208FAC-29FF-EEA4-B80B-D0D685184FFA}"/>
          </ac:spMkLst>
        </pc:spChg>
        <pc:spChg chg="mod">
          <ac:chgData name="Matthew Dodds" userId="80d5a6ea92063750" providerId="LiveId" clId="{614D3421-716A-4CB0-994B-C24DF82A0F6F}" dt="2025-12-12T01:04:55.840" v="5920" actId="207"/>
          <ac:spMkLst>
            <pc:docMk/>
            <pc:sldMk cId="2010322170" sldId="287"/>
            <ac:spMk id="64" creationId="{AED18EDB-5B23-4F41-FCE3-FE53989823E9}"/>
          </ac:spMkLst>
        </pc:spChg>
        <pc:spChg chg="mod">
          <ac:chgData name="Matthew Dodds" userId="80d5a6ea92063750" providerId="LiveId" clId="{614D3421-716A-4CB0-994B-C24DF82A0F6F}" dt="2025-12-12T01:04:55.840" v="5920" actId="207"/>
          <ac:spMkLst>
            <pc:docMk/>
            <pc:sldMk cId="2010322170" sldId="287"/>
            <ac:spMk id="65" creationId="{5F72FD8A-6505-1D79-E8BA-4E9F95A84CE1}"/>
          </ac:spMkLst>
        </pc:spChg>
        <pc:spChg chg="mod">
          <ac:chgData name="Matthew Dodds" userId="80d5a6ea92063750" providerId="LiveId" clId="{614D3421-716A-4CB0-994B-C24DF82A0F6F}" dt="2025-12-12T01:04:55.840" v="5920" actId="207"/>
          <ac:spMkLst>
            <pc:docMk/>
            <pc:sldMk cId="2010322170" sldId="287"/>
            <ac:spMk id="67" creationId="{6DB8ED3F-07DA-B1F4-B2ED-7A1B9EE6E9DE}"/>
          </ac:spMkLst>
        </pc:spChg>
        <pc:spChg chg="mod">
          <ac:chgData name="Matthew Dodds" userId="80d5a6ea92063750" providerId="LiveId" clId="{614D3421-716A-4CB0-994B-C24DF82A0F6F}" dt="2025-12-12T01:04:55.840" v="5920" actId="207"/>
          <ac:spMkLst>
            <pc:docMk/>
            <pc:sldMk cId="2010322170" sldId="287"/>
            <ac:spMk id="68" creationId="{D1C4172D-FDF0-8C78-63EC-44E81AE4884A}"/>
          </ac:spMkLst>
        </pc:spChg>
        <pc:spChg chg="mod">
          <ac:chgData name="Matthew Dodds" userId="80d5a6ea92063750" providerId="LiveId" clId="{614D3421-716A-4CB0-994B-C24DF82A0F6F}" dt="2025-12-11T18:43:00.705" v="4358" actId="1038"/>
          <ac:spMkLst>
            <pc:docMk/>
            <pc:sldMk cId="2010322170" sldId="287"/>
            <ac:spMk id="81" creationId="{B1380CE4-DEE4-AD40-0022-605A8CAD4AF7}"/>
          </ac:spMkLst>
        </pc:spChg>
        <pc:spChg chg="add mod">
          <ac:chgData name="Matthew Dodds" userId="80d5a6ea92063750" providerId="LiveId" clId="{614D3421-716A-4CB0-994B-C24DF82A0F6F}" dt="2025-12-11T18:42:07.517" v="4331" actId="1076"/>
          <ac:spMkLst>
            <pc:docMk/>
            <pc:sldMk cId="2010322170" sldId="287"/>
            <ac:spMk id="82" creationId="{0B23569B-A0A0-3447-786D-64726CF1B2EA}"/>
          </ac:spMkLst>
        </pc:spChg>
        <pc:spChg chg="add mod">
          <ac:chgData name="Matthew Dodds" userId="80d5a6ea92063750" providerId="LiveId" clId="{614D3421-716A-4CB0-994B-C24DF82A0F6F}" dt="2025-12-11T18:42:26.742" v="4335" actId="14100"/>
          <ac:spMkLst>
            <pc:docMk/>
            <pc:sldMk cId="2010322170" sldId="287"/>
            <ac:spMk id="83" creationId="{894718C6-47C2-3C9A-5632-1E0A9B69C995}"/>
          </ac:spMkLst>
        </pc:spChg>
        <pc:spChg chg="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96" creationId="{C4B42071-35E9-EF68-1F73-2053CA3CF18A}"/>
          </ac:spMkLst>
        </pc:spChg>
        <pc:spChg chg="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97" creationId="{91074DF5-19EE-7CAA-4250-61C1A23C98C4}"/>
          </ac:spMkLst>
        </pc:spChg>
        <pc:spChg chg="add mod">
          <ac:chgData name="Matthew Dodds" userId="80d5a6ea92063750" providerId="LiveId" clId="{614D3421-716A-4CB0-994B-C24DF82A0F6F}" dt="2025-12-11T15:54:52.301" v="1247" actId="1037"/>
          <ac:spMkLst>
            <pc:docMk/>
            <pc:sldMk cId="2010322170" sldId="287"/>
            <ac:spMk id="103" creationId="{C5189BDA-507A-2334-0B60-AE2DE997B54D}"/>
          </ac:spMkLst>
        </pc:spChg>
        <pc:spChg chg="add mod">
          <ac:chgData name="Matthew Dodds" userId="80d5a6ea92063750" providerId="LiveId" clId="{614D3421-716A-4CB0-994B-C24DF82A0F6F}" dt="2025-12-11T18:07:38.774" v="3501" actId="1035"/>
          <ac:spMkLst>
            <pc:docMk/>
            <pc:sldMk cId="2010322170" sldId="287"/>
            <ac:spMk id="104" creationId="{78DF4BC1-0AB2-BDB2-F653-167ED8380248}"/>
          </ac:spMkLst>
        </pc:spChg>
        <pc:spChg chg="add mod">
          <ac:chgData name="Matthew Dodds" userId="80d5a6ea92063750" providerId="LiveId" clId="{614D3421-716A-4CB0-994B-C24DF82A0F6F}" dt="2025-12-11T18:42:30.096" v="4340" actId="1038"/>
          <ac:spMkLst>
            <pc:docMk/>
            <pc:sldMk cId="2010322170" sldId="287"/>
            <ac:spMk id="105" creationId="{A2AC84BF-A20B-CBAB-6814-55C544449592}"/>
          </ac:spMkLst>
        </pc:spChg>
        <pc:spChg chg="add mod">
          <ac:chgData name="Matthew Dodds" userId="80d5a6ea92063750" providerId="LiveId" clId="{614D3421-716A-4CB0-994B-C24DF82A0F6F}" dt="2025-12-11T16:38:59.328" v="2251" actId="1036"/>
          <ac:spMkLst>
            <pc:docMk/>
            <pc:sldMk cId="2010322170" sldId="287"/>
            <ac:spMk id="106" creationId="{B859BFB6-0AC5-66C3-97E8-B896AD59A9AE}"/>
          </ac:spMkLst>
        </pc:spChg>
        <pc:spChg chg="add mod">
          <ac:chgData name="Matthew Dodds" userId="80d5a6ea92063750" providerId="LiveId" clId="{614D3421-716A-4CB0-994B-C24DF82A0F6F}" dt="2025-12-11T17:59:50.079" v="3374" actId="1036"/>
          <ac:spMkLst>
            <pc:docMk/>
            <pc:sldMk cId="2010322170" sldId="287"/>
            <ac:spMk id="107" creationId="{CB33908D-5E92-6430-3183-45251DE93406}"/>
          </ac:spMkLst>
        </pc:spChg>
        <pc:spChg chg="add mod">
          <ac:chgData name="Matthew Dodds" userId="80d5a6ea92063750" providerId="LiveId" clId="{614D3421-716A-4CB0-994B-C24DF82A0F6F}" dt="2025-12-11T17:59:50.079" v="3374" actId="1036"/>
          <ac:spMkLst>
            <pc:docMk/>
            <pc:sldMk cId="2010322170" sldId="287"/>
            <ac:spMk id="108" creationId="{5EF25CAE-DC7B-B358-6707-9157AB4D3358}"/>
          </ac:spMkLst>
        </pc:spChg>
        <pc:spChg chg="add mod">
          <ac:chgData name="Matthew Dodds" userId="80d5a6ea92063750" providerId="LiveId" clId="{614D3421-716A-4CB0-994B-C24DF82A0F6F}" dt="2025-12-11T16:45:54.154" v="2495" actId="207"/>
          <ac:spMkLst>
            <pc:docMk/>
            <pc:sldMk cId="2010322170" sldId="287"/>
            <ac:spMk id="113" creationId="{4C1C3D58-CAF8-82F8-7EA1-E826E6FFD204}"/>
          </ac:spMkLst>
        </pc:spChg>
        <pc:spChg chg="add mod">
          <ac:chgData name="Matthew Dodds" userId="80d5a6ea92063750" providerId="LiveId" clId="{614D3421-716A-4CB0-994B-C24DF82A0F6F}" dt="2025-12-11T16:48:10.142" v="2508" actId="1036"/>
          <ac:spMkLst>
            <pc:docMk/>
            <pc:sldMk cId="2010322170" sldId="287"/>
            <ac:spMk id="119" creationId="{1EEC41F0-6D34-365B-A40D-41DE6D5AD4C1}"/>
          </ac:spMkLst>
        </pc:spChg>
        <pc:spChg chg="add mod">
          <ac:chgData name="Matthew Dodds" userId="80d5a6ea92063750" providerId="LiveId" clId="{614D3421-716A-4CB0-994B-C24DF82A0F6F}" dt="2025-12-11T16:47:58.489" v="2506" actId="20577"/>
          <ac:spMkLst>
            <pc:docMk/>
            <pc:sldMk cId="2010322170" sldId="287"/>
            <ac:spMk id="120" creationId="{147EC70E-5762-69FA-0731-853723F76CB1}"/>
          </ac:spMkLst>
        </pc:spChg>
        <pc:spChg chg="add mod">
          <ac:chgData name="Matthew Dodds" userId="80d5a6ea92063750" providerId="LiveId" clId="{614D3421-716A-4CB0-994B-C24DF82A0F6F}" dt="2025-12-11T16:47:53.524" v="2501" actId="1076"/>
          <ac:spMkLst>
            <pc:docMk/>
            <pc:sldMk cId="2010322170" sldId="287"/>
            <ac:spMk id="122" creationId="{55DF5F15-129B-122F-AF84-895A93F2CE46}"/>
          </ac:spMkLst>
        </pc:spChg>
        <pc:spChg chg="add mod topLvl">
          <ac:chgData name="Matthew Dodds" userId="80d5a6ea92063750" providerId="LiveId" clId="{614D3421-716A-4CB0-994B-C24DF82A0F6F}" dt="2025-12-11T17:39:57.056" v="2963" actId="164"/>
          <ac:spMkLst>
            <pc:docMk/>
            <pc:sldMk cId="2010322170" sldId="287"/>
            <ac:spMk id="123" creationId="{42DEE096-EDC7-CC2D-8D28-C96C8A8A9C25}"/>
          </ac:spMkLst>
        </pc:spChg>
        <pc:spChg chg="add mod">
          <ac:chgData name="Matthew Dodds" userId="80d5a6ea92063750" providerId="LiveId" clId="{614D3421-716A-4CB0-994B-C24DF82A0F6F}" dt="2025-12-11T18:05:38.625" v="3465" actId="1038"/>
          <ac:spMkLst>
            <pc:docMk/>
            <pc:sldMk cId="2010322170" sldId="287"/>
            <ac:spMk id="139" creationId="{7171829C-42B5-BB9E-6220-016C50DB9930}"/>
          </ac:spMkLst>
        </pc:spChg>
        <pc:spChg chg="add mod topLvl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40" creationId="{FAFD7F31-2461-114B-258C-9772EC1DCCE8}"/>
          </ac:spMkLst>
        </pc:spChg>
        <pc:spChg chg="add mod">
          <ac:chgData name="Matthew Dodds" userId="80d5a6ea92063750" providerId="LiveId" clId="{614D3421-716A-4CB0-994B-C24DF82A0F6F}" dt="2025-12-11T17:39:57.056" v="2963" actId="164"/>
          <ac:spMkLst>
            <pc:docMk/>
            <pc:sldMk cId="2010322170" sldId="287"/>
            <ac:spMk id="147" creationId="{4C876D32-543B-4F46-5D47-7B4D0FE44979}"/>
          </ac:spMkLst>
        </pc:spChg>
        <pc:spChg chg="mod">
          <ac:chgData name="Matthew Dodds" userId="80d5a6ea92063750" providerId="LiveId" clId="{614D3421-716A-4CB0-994B-C24DF82A0F6F}" dt="2025-12-11T17:41:26.221" v="2984" actId="404"/>
          <ac:spMkLst>
            <pc:docMk/>
            <pc:sldMk cId="2010322170" sldId="287"/>
            <ac:spMk id="151" creationId="{7B78D5AC-7BFA-8143-125C-A93D0EBF16CA}"/>
          </ac:spMkLst>
        </pc:spChg>
        <pc:spChg chg="mod">
          <ac:chgData name="Matthew Dodds" userId="80d5a6ea92063750" providerId="LiveId" clId="{614D3421-716A-4CB0-994B-C24DF82A0F6F}" dt="2025-12-11T17:41:03.960" v="2973"/>
          <ac:spMkLst>
            <pc:docMk/>
            <pc:sldMk cId="2010322170" sldId="287"/>
            <ac:spMk id="152" creationId="{C04F0D69-A19E-ECEB-8A91-ABC5A27441B4}"/>
          </ac:spMkLst>
        </pc:spChg>
        <pc:spChg chg="mod">
          <ac:chgData name="Matthew Dodds" userId="80d5a6ea92063750" providerId="LiveId" clId="{614D3421-716A-4CB0-994B-C24DF82A0F6F}" dt="2025-12-11T17:42:15.920" v="3008" actId="20577"/>
          <ac:spMkLst>
            <pc:docMk/>
            <pc:sldMk cId="2010322170" sldId="287"/>
            <ac:spMk id="154" creationId="{2BB06F4F-0BFE-951A-DBB3-DF652C9B61AE}"/>
          </ac:spMkLst>
        </pc:spChg>
        <pc:spChg chg="mod">
          <ac:chgData name="Matthew Dodds" userId="80d5a6ea92063750" providerId="LiveId" clId="{614D3421-716A-4CB0-994B-C24DF82A0F6F}" dt="2025-12-11T17:41:51.148" v="2989"/>
          <ac:spMkLst>
            <pc:docMk/>
            <pc:sldMk cId="2010322170" sldId="287"/>
            <ac:spMk id="155" creationId="{46253D83-FE8B-A601-FEFC-67CC603DB2A4}"/>
          </ac:spMkLst>
        </pc:spChg>
        <pc:spChg chg="mod">
          <ac:chgData name="Matthew Dodds" userId="80d5a6ea92063750" providerId="LiveId" clId="{614D3421-716A-4CB0-994B-C24DF82A0F6F}" dt="2025-12-11T17:43:03.810" v="3025" actId="20577"/>
          <ac:spMkLst>
            <pc:docMk/>
            <pc:sldMk cId="2010322170" sldId="287"/>
            <ac:spMk id="157" creationId="{A9B7C552-711B-E4C5-B478-344786514E25}"/>
          </ac:spMkLst>
        </pc:spChg>
        <pc:spChg chg="mod">
          <ac:chgData name="Matthew Dodds" userId="80d5a6ea92063750" providerId="LiveId" clId="{614D3421-716A-4CB0-994B-C24DF82A0F6F}" dt="2025-12-11T17:42:42.831" v="3014"/>
          <ac:spMkLst>
            <pc:docMk/>
            <pc:sldMk cId="2010322170" sldId="287"/>
            <ac:spMk id="158" creationId="{74C8A966-DBCD-79FF-8DAB-283469178101}"/>
          </ac:spMkLst>
        </pc:spChg>
        <pc:spChg chg="mod">
          <ac:chgData name="Matthew Dodds" userId="80d5a6ea92063750" providerId="LiveId" clId="{614D3421-716A-4CB0-994B-C24DF82A0F6F}" dt="2025-12-11T17:43:35.257" v="3041" actId="20577"/>
          <ac:spMkLst>
            <pc:docMk/>
            <pc:sldMk cId="2010322170" sldId="287"/>
            <ac:spMk id="160" creationId="{1C47ED5E-2364-2B58-621B-CA22A46D83EF}"/>
          </ac:spMkLst>
        </pc:spChg>
        <pc:spChg chg="mod">
          <ac:chgData name="Matthew Dodds" userId="80d5a6ea92063750" providerId="LiveId" clId="{614D3421-716A-4CB0-994B-C24DF82A0F6F}" dt="2025-12-11T17:43:16.276" v="3026"/>
          <ac:spMkLst>
            <pc:docMk/>
            <pc:sldMk cId="2010322170" sldId="287"/>
            <ac:spMk id="161" creationId="{4058362F-1213-E1A5-CF0A-4F71D4282029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2" creationId="{F2B10ED3-BA31-2A35-2BD2-6C8C4F5CD2B6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3" creationId="{33EBF6D5-2427-8021-437D-0AAE04354E2E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4" creationId="{87723603-CF70-F451-5D3A-575999215B5A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5" creationId="{1CF08CC3-C51B-E115-3F92-072170F600B0}"/>
          </ac:spMkLst>
        </pc:spChg>
        <pc:spChg chg="add mod">
          <ac:chgData name="Matthew Dodds" userId="80d5a6ea92063750" providerId="LiveId" clId="{614D3421-716A-4CB0-994B-C24DF82A0F6F}" dt="2025-12-11T18:42:51.187" v="4349" actId="1037"/>
          <ac:spMkLst>
            <pc:docMk/>
            <pc:sldMk cId="2010322170" sldId="287"/>
            <ac:spMk id="166" creationId="{0A08CB36-B596-332C-59E2-DB98914EE201}"/>
          </ac:spMkLst>
        </pc:spChg>
        <pc:spChg chg="mod">
          <ac:chgData name="Matthew Dodds" userId="80d5a6ea92063750" providerId="LiveId" clId="{614D3421-716A-4CB0-994B-C24DF82A0F6F}" dt="2025-12-11T17:58:13.839" v="3362" actId="20577"/>
          <ac:spMkLst>
            <pc:docMk/>
            <pc:sldMk cId="2010322170" sldId="287"/>
            <ac:spMk id="173" creationId="{D3B9EEF6-967E-2A42-C7E5-11E9D6E41481}"/>
          </ac:spMkLst>
        </pc:spChg>
        <pc:spChg chg="mod">
          <ac:chgData name="Matthew Dodds" userId="80d5a6ea92063750" providerId="LiveId" clId="{614D3421-716A-4CB0-994B-C24DF82A0F6F}" dt="2025-12-11T17:57:57.081" v="3342"/>
          <ac:spMkLst>
            <pc:docMk/>
            <pc:sldMk cId="2010322170" sldId="287"/>
            <ac:spMk id="174" creationId="{A56AEA20-AF02-5455-E736-583BB27468D6}"/>
          </ac:spMkLst>
        </pc:spChg>
        <pc:spChg chg="add mod">
          <ac:chgData name="Matthew Dodds" userId="80d5a6ea92063750" providerId="LiveId" clId="{614D3421-716A-4CB0-994B-C24DF82A0F6F}" dt="2025-12-11T18:06:07.704" v="3468" actId="1036"/>
          <ac:spMkLst>
            <pc:docMk/>
            <pc:sldMk cId="2010322170" sldId="287"/>
            <ac:spMk id="177" creationId="{8BD11A2D-751F-E2B6-7478-A41034A95ED0}"/>
          </ac:spMkLst>
        </pc:spChg>
        <pc:spChg chg="add mod ord">
          <ac:chgData name="Matthew Dodds" userId="80d5a6ea92063750" providerId="LiveId" clId="{614D3421-716A-4CB0-994B-C24DF82A0F6F}" dt="2025-12-11T18:06:07.704" v="3468" actId="1036"/>
          <ac:spMkLst>
            <pc:docMk/>
            <pc:sldMk cId="2010322170" sldId="287"/>
            <ac:spMk id="179" creationId="{E798AAA3-7159-E27B-42CB-CB0B4613A3D5}"/>
          </ac:spMkLst>
        </pc:spChg>
        <pc:spChg chg="mod">
          <ac:chgData name="Matthew Dodds" userId="80d5a6ea92063750" providerId="LiveId" clId="{614D3421-716A-4CB0-994B-C24DF82A0F6F}" dt="2025-12-11T18:02:01.648" v="3411" actId="20577"/>
          <ac:spMkLst>
            <pc:docMk/>
            <pc:sldMk cId="2010322170" sldId="287"/>
            <ac:spMk id="181" creationId="{8FF3F9F6-4B8F-92BB-5549-06DBA7CF0FB3}"/>
          </ac:spMkLst>
        </pc:spChg>
        <pc:spChg chg="mod">
          <ac:chgData name="Matthew Dodds" userId="80d5a6ea92063750" providerId="LiveId" clId="{614D3421-716A-4CB0-994B-C24DF82A0F6F}" dt="2025-12-11T18:01:38.324" v="3393"/>
          <ac:spMkLst>
            <pc:docMk/>
            <pc:sldMk cId="2010322170" sldId="287"/>
            <ac:spMk id="182" creationId="{556670ED-ADA6-E4EB-8A39-F39A082992AA}"/>
          </ac:spMkLst>
        </pc:spChg>
        <pc:spChg chg="mod">
          <ac:chgData name="Matthew Dodds" userId="80d5a6ea92063750" providerId="LiveId" clId="{614D3421-716A-4CB0-994B-C24DF82A0F6F}" dt="2025-12-11T22:07:58.059" v="4794" actId="1037"/>
          <ac:spMkLst>
            <pc:docMk/>
            <pc:sldMk cId="2010322170" sldId="287"/>
            <ac:spMk id="187" creationId="{A1297A39-6741-102A-F88A-AA7197B24BE3}"/>
          </ac:spMkLst>
        </pc:spChg>
        <pc:spChg chg="mod">
          <ac:chgData name="Matthew Dodds" userId="80d5a6ea92063750" providerId="LiveId" clId="{614D3421-716A-4CB0-994B-C24DF82A0F6F}" dt="2025-12-11T18:03:37.850" v="3424"/>
          <ac:spMkLst>
            <pc:docMk/>
            <pc:sldMk cId="2010322170" sldId="287"/>
            <ac:spMk id="188" creationId="{73B83D8C-0487-95BF-90B1-CE6382B500A5}"/>
          </ac:spMkLst>
        </pc:spChg>
        <pc:grpChg chg="add mod">
          <ac:chgData name="Matthew Dodds" userId="80d5a6ea92063750" providerId="LiveId" clId="{614D3421-716A-4CB0-994B-C24DF82A0F6F}" dt="2025-12-11T11:42:46.363" v="340" actId="1038"/>
          <ac:grpSpMkLst>
            <pc:docMk/>
            <pc:sldMk cId="2010322170" sldId="287"/>
            <ac:grpSpMk id="9" creationId="{32C3AA1F-0713-ECB3-CE66-34919873D5EC}"/>
          </ac:grpSpMkLst>
        </pc:grpChg>
        <pc:grpChg chg="add mod">
          <ac:chgData name="Matthew Dodds" userId="80d5a6ea92063750" providerId="LiveId" clId="{614D3421-716A-4CB0-994B-C24DF82A0F6F}" dt="2025-12-11T16:54:12.950" v="2596" actId="1035"/>
          <ac:grpSpMkLst>
            <pc:docMk/>
            <pc:sldMk cId="2010322170" sldId="287"/>
            <ac:grpSpMk id="10" creationId="{2135087F-8BDD-104B-A891-50DE9913863A}"/>
          </ac:grpSpMkLst>
        </pc:grpChg>
        <pc:grpChg chg="mod">
          <ac:chgData name="Matthew Dodds" userId="80d5a6ea92063750" providerId="LiveId" clId="{614D3421-716A-4CB0-994B-C24DF82A0F6F}" dt="2025-12-11T10:33:20.390" v="133" actId="164"/>
          <ac:grpSpMkLst>
            <pc:docMk/>
            <pc:sldMk cId="2010322170" sldId="287"/>
            <ac:grpSpMk id="37" creationId="{149FFCC4-796F-0AA6-8281-12A5D85E2F03}"/>
          </ac:grpSpMkLst>
        </pc:grpChg>
        <pc:grpChg chg="mod">
          <ac:chgData name="Matthew Dodds" userId="80d5a6ea92063750" providerId="LiveId" clId="{614D3421-716A-4CB0-994B-C24DF82A0F6F}" dt="2025-12-11T18:41:34.207" v="4321" actId="14100"/>
          <ac:grpSpMkLst>
            <pc:docMk/>
            <pc:sldMk cId="2010322170" sldId="287"/>
            <ac:grpSpMk id="45" creationId="{18D3110D-B699-E046-E044-21A37BB756F5}"/>
          </ac:grpSpMkLst>
        </pc:grpChg>
        <pc:grpChg chg="mod">
          <ac:chgData name="Matthew Dodds" userId="80d5a6ea92063750" providerId="LiveId" clId="{614D3421-716A-4CB0-994B-C24DF82A0F6F}" dt="2025-12-11T16:36:58.489" v="2158" actId="164"/>
          <ac:grpSpMkLst>
            <pc:docMk/>
            <pc:sldMk cId="2010322170" sldId="287"/>
            <ac:grpSpMk id="50" creationId="{16599603-27C5-F612-01E6-E68CBB403F5B}"/>
          </ac:grpSpMkLst>
        </pc:grpChg>
        <pc:grpChg chg="mod">
          <ac:chgData name="Matthew Dodds" userId="80d5a6ea92063750" providerId="LiveId" clId="{614D3421-716A-4CB0-994B-C24DF82A0F6F}" dt="2025-12-12T01:04:41.592" v="5919" actId="207"/>
          <ac:grpSpMkLst>
            <pc:docMk/>
            <pc:sldMk cId="2010322170" sldId="287"/>
            <ac:grpSpMk id="56" creationId="{12A1AF3C-B808-5145-0469-68E9A8D354D4}"/>
          </ac:grpSpMkLst>
        </pc:grpChg>
        <pc:grpChg chg="mod">
          <ac:chgData name="Matthew Dodds" userId="80d5a6ea92063750" providerId="LiveId" clId="{614D3421-716A-4CB0-994B-C24DF82A0F6F}" dt="2025-12-12T01:04:55.840" v="5920" actId="207"/>
          <ac:grpSpMkLst>
            <pc:docMk/>
            <pc:sldMk cId="2010322170" sldId="287"/>
            <ac:grpSpMk id="60" creationId="{63627113-8D18-7A1A-C5B4-6DD389464732}"/>
          </ac:grpSpMkLst>
        </pc:grpChg>
        <pc:grpChg chg="mod">
          <ac:chgData name="Matthew Dodds" userId="80d5a6ea92063750" providerId="LiveId" clId="{614D3421-716A-4CB0-994B-C24DF82A0F6F}" dt="2025-12-12T01:04:55.840" v="5920" actId="207"/>
          <ac:grpSpMkLst>
            <pc:docMk/>
            <pc:sldMk cId="2010322170" sldId="287"/>
            <ac:grpSpMk id="63" creationId="{F2036B22-709E-D1E8-6140-90B875571680}"/>
          </ac:grpSpMkLst>
        </pc:grpChg>
        <pc:grpChg chg="mod">
          <ac:chgData name="Matthew Dodds" userId="80d5a6ea92063750" providerId="LiveId" clId="{614D3421-716A-4CB0-994B-C24DF82A0F6F}" dt="2025-12-12T01:04:55.840" v="5920" actId="207"/>
          <ac:grpSpMkLst>
            <pc:docMk/>
            <pc:sldMk cId="2010322170" sldId="287"/>
            <ac:grpSpMk id="66" creationId="{2DC9849E-0117-39DA-2057-31C66C4B9935}"/>
          </ac:grpSpMkLst>
        </pc:grpChg>
        <pc:grpChg chg="mod">
          <ac:chgData name="Matthew Dodds" userId="80d5a6ea92063750" providerId="LiveId" clId="{614D3421-716A-4CB0-994B-C24DF82A0F6F}" dt="2025-12-11T10:33:14.766" v="132" actId="14100"/>
          <ac:grpSpMkLst>
            <pc:docMk/>
            <pc:sldMk cId="2010322170" sldId="287"/>
            <ac:grpSpMk id="71" creationId="{289FF620-4DC5-E450-760B-40416E7A1CAC}"/>
          </ac:grpSpMkLst>
        </pc:grpChg>
        <pc:grpChg chg="mod">
          <ac:chgData name="Matthew Dodds" userId="80d5a6ea92063750" providerId="LiveId" clId="{614D3421-716A-4CB0-994B-C24DF82A0F6F}" dt="2025-12-11T10:33:20.390" v="133" actId="164"/>
          <ac:grpSpMkLst>
            <pc:docMk/>
            <pc:sldMk cId="2010322170" sldId="287"/>
            <ac:grpSpMk id="72" creationId="{E5945B83-CFE7-CA15-0428-896A7AD2F341}"/>
          </ac:grpSpMkLst>
        </pc:grpChg>
        <pc:grpChg chg="mod">
          <ac:chgData name="Matthew Dodds" userId="80d5a6ea92063750" providerId="LiveId" clId="{614D3421-716A-4CB0-994B-C24DF82A0F6F}" dt="2025-12-11T10:33:20.390" v="133" actId="164"/>
          <ac:grpSpMkLst>
            <pc:docMk/>
            <pc:sldMk cId="2010322170" sldId="287"/>
            <ac:grpSpMk id="75" creationId="{7187892B-F3EA-86F6-BF59-FA49C40AFBE4}"/>
          </ac:grpSpMkLst>
        </pc:grpChg>
        <pc:grpChg chg="mod">
          <ac:chgData name="Matthew Dodds" userId="80d5a6ea92063750" providerId="LiveId" clId="{614D3421-716A-4CB0-994B-C24DF82A0F6F}" dt="2025-12-11T10:33:20.390" v="133" actId="164"/>
          <ac:grpSpMkLst>
            <pc:docMk/>
            <pc:sldMk cId="2010322170" sldId="287"/>
            <ac:grpSpMk id="78" creationId="{6E2421DB-B639-8A67-03B7-D6FA5810EB06}"/>
          </ac:grpSpMkLst>
        </pc:grpChg>
        <pc:grpChg chg="add mod">
          <ac:chgData name="Matthew Dodds" userId="80d5a6ea92063750" providerId="LiveId" clId="{614D3421-716A-4CB0-994B-C24DF82A0F6F}" dt="2025-12-11T17:59:50.079" v="3374" actId="1036"/>
          <ac:grpSpMkLst>
            <pc:docMk/>
            <pc:sldMk cId="2010322170" sldId="287"/>
            <ac:grpSpMk id="110" creationId="{58055A3F-EC9F-1527-AD80-15B566544AE2}"/>
          </ac:grpSpMkLst>
        </pc:grpChg>
        <pc:grpChg chg="add mod">
          <ac:chgData name="Matthew Dodds" userId="80d5a6ea92063750" providerId="LiveId" clId="{614D3421-716A-4CB0-994B-C24DF82A0F6F}" dt="2025-12-11T18:41:55.293" v="4329" actId="14100"/>
          <ac:grpSpMkLst>
            <pc:docMk/>
            <pc:sldMk cId="2010322170" sldId="287"/>
            <ac:grpSpMk id="111" creationId="{05A2CE72-AC14-CA62-D08B-5A69EDEC3CB8}"/>
          </ac:grpSpMkLst>
        </pc:grpChg>
        <pc:grpChg chg="add mod">
          <ac:chgData name="Matthew Dodds" userId="80d5a6ea92063750" providerId="LiveId" clId="{614D3421-716A-4CB0-994B-C24DF82A0F6F}" dt="2025-12-11T18:06:28.659" v="3483" actId="1036"/>
          <ac:grpSpMkLst>
            <pc:docMk/>
            <pc:sldMk cId="2010322170" sldId="287"/>
            <ac:grpSpMk id="148" creationId="{1CF4A169-1172-1DD1-B7D6-130C60866D4B}"/>
          </ac:grpSpMkLst>
        </pc:grpChg>
        <pc:grpChg chg="add mod">
          <ac:chgData name="Matthew Dodds" userId="80d5a6ea92063750" providerId="LiveId" clId="{614D3421-716A-4CB0-994B-C24DF82A0F6F}" dt="2025-12-11T18:42:51.187" v="4349" actId="1037"/>
          <ac:grpSpMkLst>
            <pc:docMk/>
            <pc:sldMk cId="2010322170" sldId="287"/>
            <ac:grpSpMk id="150" creationId="{20D61A3D-3ADF-501A-B4C6-CC87F314EA32}"/>
          </ac:grpSpMkLst>
        </pc:grpChg>
        <pc:grpChg chg="add mod">
          <ac:chgData name="Matthew Dodds" userId="80d5a6ea92063750" providerId="LiveId" clId="{614D3421-716A-4CB0-994B-C24DF82A0F6F}" dt="2025-12-11T18:00:23.358" v="3390" actId="1036"/>
          <ac:grpSpMkLst>
            <pc:docMk/>
            <pc:sldMk cId="2010322170" sldId="287"/>
            <ac:grpSpMk id="153" creationId="{A7FC9B2F-60FD-5FE1-2969-FD90273CC03D}"/>
          </ac:grpSpMkLst>
        </pc:grpChg>
        <pc:grpChg chg="add mod">
          <ac:chgData name="Matthew Dodds" userId="80d5a6ea92063750" providerId="LiveId" clId="{614D3421-716A-4CB0-994B-C24DF82A0F6F}" dt="2025-12-11T18:06:28.659" v="3483" actId="1036"/>
          <ac:grpSpMkLst>
            <pc:docMk/>
            <pc:sldMk cId="2010322170" sldId="287"/>
            <ac:grpSpMk id="156" creationId="{55437F4C-7D62-04DC-8058-68E35FAA9220}"/>
          </ac:grpSpMkLst>
        </pc:grpChg>
        <pc:grpChg chg="add mod">
          <ac:chgData name="Matthew Dodds" userId="80d5a6ea92063750" providerId="LiveId" clId="{614D3421-716A-4CB0-994B-C24DF82A0F6F}" dt="2025-12-11T18:00:23.358" v="3390" actId="1036"/>
          <ac:grpSpMkLst>
            <pc:docMk/>
            <pc:sldMk cId="2010322170" sldId="287"/>
            <ac:grpSpMk id="159" creationId="{AECE07D3-E3C2-B4C1-2F0D-17293D48B4F8}"/>
          </ac:grpSpMkLst>
        </pc:grpChg>
        <pc:grpChg chg="add mod">
          <ac:chgData name="Matthew Dodds" userId="80d5a6ea92063750" providerId="LiveId" clId="{614D3421-716A-4CB0-994B-C24DF82A0F6F}" dt="2025-12-11T17:59:31.350" v="3371" actId="1076"/>
          <ac:grpSpMkLst>
            <pc:docMk/>
            <pc:sldMk cId="2010322170" sldId="287"/>
            <ac:grpSpMk id="172" creationId="{D97DC10A-0074-076D-C007-2FA500DDAA1C}"/>
          </ac:grpSpMkLst>
        </pc:grpChg>
        <pc:grpChg chg="add mod">
          <ac:chgData name="Matthew Dodds" userId="80d5a6ea92063750" providerId="LiveId" clId="{614D3421-716A-4CB0-994B-C24DF82A0F6F}" dt="2025-12-11T18:06:07.704" v="3468" actId="1036"/>
          <ac:grpSpMkLst>
            <pc:docMk/>
            <pc:sldMk cId="2010322170" sldId="287"/>
            <ac:grpSpMk id="180" creationId="{A514288F-332F-3B98-E20D-2DA924D32DB3}"/>
          </ac:grpSpMkLst>
        </pc:grpChg>
        <pc:grpChg chg="add mod">
          <ac:chgData name="Matthew Dodds" userId="80d5a6ea92063750" providerId="LiveId" clId="{614D3421-716A-4CB0-994B-C24DF82A0F6F}" dt="2025-12-11T18:06:07.704" v="3468" actId="1036"/>
          <ac:grpSpMkLst>
            <pc:docMk/>
            <pc:sldMk cId="2010322170" sldId="287"/>
            <ac:grpSpMk id="184" creationId="{CC77519C-B0AC-1ECC-090A-25F390D90A6E}"/>
          </ac:grpSpMkLst>
        </pc:grpChg>
        <pc:grpChg chg="add mod">
          <ac:chgData name="Matthew Dodds" userId="80d5a6ea92063750" providerId="LiveId" clId="{614D3421-716A-4CB0-994B-C24DF82A0F6F}" dt="2025-12-11T18:03:45.689" v="3425" actId="1076"/>
          <ac:grpSpMkLst>
            <pc:docMk/>
            <pc:sldMk cId="2010322170" sldId="287"/>
            <ac:grpSpMk id="186" creationId="{D937F7EE-6888-E77F-13BC-7656F382F508}"/>
          </ac:grpSpMkLst>
        </pc:grpChg>
        <pc:cxnChg chg="mod">
          <ac:chgData name="Matthew Dodds" userId="80d5a6ea92063750" providerId="LiveId" clId="{614D3421-716A-4CB0-994B-C24DF82A0F6F}" dt="2025-12-11T18:13:32.738" v="3608" actId="14100"/>
          <ac:cxnSpMkLst>
            <pc:docMk/>
            <pc:sldMk cId="2010322170" sldId="287"/>
            <ac:cxnSpMk id="27" creationId="{DD7FE9DD-6196-E929-38AF-A8B3408AC94E}"/>
          </ac:cxnSpMkLst>
        </pc:cxnChg>
        <pc:cxnChg chg="add mod">
          <ac:chgData name="Matthew Dodds" userId="80d5a6ea92063750" providerId="LiveId" clId="{614D3421-716A-4CB0-994B-C24DF82A0F6F}" dt="2025-12-11T18:03:30.073" v="3421" actId="14100"/>
          <ac:cxnSpMkLst>
            <pc:docMk/>
            <pc:sldMk cId="2010322170" sldId="287"/>
            <ac:cxnSpMk id="115" creationId="{1197BF03-A98D-6F60-EDC6-B6DC5964F3D9}"/>
          </ac:cxnSpMkLst>
        </pc:cxnChg>
        <pc:cxnChg chg="add mod">
          <ac:chgData name="Matthew Dodds" userId="80d5a6ea92063750" providerId="LiveId" clId="{614D3421-716A-4CB0-994B-C24DF82A0F6F}" dt="2025-12-11T17:59:26.325" v="3370" actId="14100"/>
          <ac:cxnSpMkLst>
            <pc:docMk/>
            <pc:sldMk cId="2010322170" sldId="287"/>
            <ac:cxnSpMk id="121" creationId="{9AEDDD97-97E5-7A16-0D7D-E3C2DB827030}"/>
          </ac:cxnSpMkLst>
        </pc:cxnChg>
        <pc:cxnChg chg="add mod">
          <ac:chgData name="Matthew Dodds" userId="80d5a6ea92063750" providerId="LiveId" clId="{614D3421-716A-4CB0-994B-C24DF82A0F6F}" dt="2025-12-11T18:07:38.774" v="3501" actId="1035"/>
          <ac:cxnSpMkLst>
            <pc:docMk/>
            <pc:sldMk cId="2010322170" sldId="287"/>
            <ac:cxnSpMk id="137" creationId="{00FAE24D-4424-7CC2-AE9D-B69D6BBD82C1}"/>
          </ac:cxnSpMkLst>
        </pc:cxnChg>
        <pc:cxnChg chg="add mod">
          <ac:chgData name="Matthew Dodds" userId="80d5a6ea92063750" providerId="LiveId" clId="{614D3421-716A-4CB0-994B-C24DF82A0F6F}" dt="2025-12-11T18:03:09.209" v="3419" actId="164"/>
          <ac:cxnSpMkLst>
            <pc:docMk/>
            <pc:sldMk cId="2010322170" sldId="287"/>
            <ac:cxnSpMk id="178" creationId="{078AE643-ED51-472C-0121-2CA045619696}"/>
          </ac:cxnSpMkLst>
        </pc:cxnChg>
        <pc:cxnChg chg="add mod">
          <ac:chgData name="Matthew Dodds" userId="80d5a6ea92063750" providerId="LiveId" clId="{614D3421-716A-4CB0-994B-C24DF82A0F6F}" dt="2025-12-11T18:03:09.209" v="3419" actId="164"/>
          <ac:cxnSpMkLst>
            <pc:docMk/>
            <pc:sldMk cId="2010322170" sldId="287"/>
            <ac:cxnSpMk id="183" creationId="{971FC4DA-F7E0-00C3-5948-8F542285A02E}"/>
          </ac:cxnSpMkLst>
        </pc:cxnChg>
        <pc:cxnChg chg="add mod">
          <ac:chgData name="Matthew Dodds" userId="80d5a6ea92063750" providerId="LiveId" clId="{614D3421-716A-4CB0-994B-C24DF82A0F6F}" dt="2025-12-11T18:12:17.628" v="3586"/>
          <ac:cxnSpMkLst>
            <pc:docMk/>
            <pc:sldMk cId="2010322170" sldId="287"/>
            <ac:cxnSpMk id="189" creationId="{36E45C0B-7691-C323-671C-76AC66B79E9F}"/>
          </ac:cxnSpMkLst>
        </pc:cxnChg>
      </pc:sldChg>
      <pc:sldChg chg="addSp delSp modSp add mod">
        <pc:chgData name="Matthew Dodds" userId="80d5a6ea92063750" providerId="LiveId" clId="{614D3421-716A-4CB0-994B-C24DF82A0F6F}" dt="2025-12-14T07:12:28.957" v="8223" actId="207"/>
        <pc:sldMkLst>
          <pc:docMk/>
          <pc:sldMk cId="721286722" sldId="289"/>
        </pc:sldMkLst>
        <pc:spChg chg="add mod">
          <ac:chgData name="Matthew Dodds" userId="80d5a6ea92063750" providerId="LiveId" clId="{614D3421-716A-4CB0-994B-C24DF82A0F6F}" dt="2025-12-11T22:44:44.903" v="5536"/>
          <ac:spMkLst>
            <pc:docMk/>
            <pc:sldMk cId="721286722" sldId="289"/>
            <ac:spMk id="14" creationId="{A7B2CD4D-DF2B-82BF-4375-A6AD4819655C}"/>
          </ac:spMkLst>
        </pc:spChg>
        <pc:spChg chg="mod">
          <ac:chgData name="Matthew Dodds" userId="80d5a6ea92063750" providerId="LiveId" clId="{614D3421-716A-4CB0-994B-C24DF82A0F6F}" dt="2025-12-11T22:48:35.238" v="5672"/>
          <ac:spMkLst>
            <pc:docMk/>
            <pc:sldMk cId="721286722" sldId="289"/>
            <ac:spMk id="17" creationId="{DD427BB0-7169-9B8C-0677-32784F66449E}"/>
          </ac:spMkLst>
        </pc:spChg>
        <pc:spChg chg="mod">
          <ac:chgData name="Matthew Dodds" userId="80d5a6ea92063750" providerId="LiveId" clId="{614D3421-716A-4CB0-994B-C24DF82A0F6F}" dt="2025-12-11T22:48:56.872" v="5676" actId="20577"/>
          <ac:spMkLst>
            <pc:docMk/>
            <pc:sldMk cId="721286722" sldId="289"/>
            <ac:spMk id="18" creationId="{37ACB4FA-AD26-48C2-740E-CE08C5BCB3AD}"/>
          </ac:spMkLst>
        </pc:spChg>
        <pc:spChg chg="mod">
          <ac:chgData name="Matthew Dodds" userId="80d5a6ea92063750" providerId="LiveId" clId="{614D3421-716A-4CB0-994B-C24DF82A0F6F}" dt="2025-12-11T22:48:35.238" v="5672"/>
          <ac:spMkLst>
            <pc:docMk/>
            <pc:sldMk cId="721286722" sldId="289"/>
            <ac:spMk id="19" creationId="{EDEFF342-DFC0-3CA5-1B7E-B0B9253E2467}"/>
          </ac:spMkLst>
        </pc:spChg>
        <pc:spChg chg="mod">
          <ac:chgData name="Matthew Dodds" userId="80d5a6ea92063750" providerId="LiveId" clId="{614D3421-716A-4CB0-994B-C24DF82A0F6F}" dt="2025-12-11T22:48:35.567" v="5673"/>
          <ac:spMkLst>
            <pc:docMk/>
            <pc:sldMk cId="721286722" sldId="289"/>
            <ac:spMk id="21" creationId="{BB82526C-70B4-67A6-2475-2C7F1EE25BA4}"/>
          </ac:spMkLst>
        </pc:spChg>
        <pc:spChg chg="mod">
          <ac:chgData name="Matthew Dodds" userId="80d5a6ea92063750" providerId="LiveId" clId="{614D3421-716A-4CB0-994B-C24DF82A0F6F}" dt="2025-12-11T22:49:15.414" v="5679" actId="20577"/>
          <ac:spMkLst>
            <pc:docMk/>
            <pc:sldMk cId="721286722" sldId="289"/>
            <ac:spMk id="22" creationId="{672C3DA3-8842-4F87-84E3-8629DAF03650}"/>
          </ac:spMkLst>
        </pc:spChg>
        <pc:spChg chg="mod">
          <ac:chgData name="Matthew Dodds" userId="80d5a6ea92063750" providerId="LiveId" clId="{614D3421-716A-4CB0-994B-C24DF82A0F6F}" dt="2025-12-11T22:48:35.567" v="5673"/>
          <ac:spMkLst>
            <pc:docMk/>
            <pc:sldMk cId="721286722" sldId="289"/>
            <ac:spMk id="24" creationId="{2771E1DB-33A3-D587-FA06-0BEBE9789E4A}"/>
          </ac:spMkLst>
        </pc:spChg>
        <pc:spChg chg="mod">
          <ac:chgData name="Matthew Dodds" userId="80d5a6ea92063750" providerId="LiveId" clId="{614D3421-716A-4CB0-994B-C24DF82A0F6F}" dt="2025-12-11T22:49:20.944" v="5680"/>
          <ac:spMkLst>
            <pc:docMk/>
            <pc:sldMk cId="721286722" sldId="289"/>
            <ac:spMk id="33" creationId="{41C989D1-FCE1-FD01-B019-D7CA375F8799}"/>
          </ac:spMkLst>
        </pc:spChg>
        <pc:spChg chg="mod">
          <ac:chgData name="Matthew Dodds" userId="80d5a6ea92063750" providerId="LiveId" clId="{614D3421-716A-4CB0-994B-C24DF82A0F6F}" dt="2025-12-11T23:00:48.160" v="5853" actId="6549"/>
          <ac:spMkLst>
            <pc:docMk/>
            <pc:sldMk cId="721286722" sldId="289"/>
            <ac:spMk id="38" creationId="{78560D15-529F-E524-2FBA-4DF17B0E05D1}"/>
          </ac:spMkLst>
        </pc:spChg>
        <pc:spChg chg="mod">
          <ac:chgData name="Matthew Dodds" userId="80d5a6ea92063750" providerId="LiveId" clId="{614D3421-716A-4CB0-994B-C24DF82A0F6F}" dt="2025-12-11T22:45:00.216" v="5544" actId="1035"/>
          <ac:spMkLst>
            <pc:docMk/>
            <pc:sldMk cId="721286722" sldId="289"/>
            <ac:spMk id="39" creationId="{810975DD-DBEB-2312-B019-CFEEC9655781}"/>
          </ac:spMkLst>
        </pc:spChg>
        <pc:spChg chg="mod">
          <ac:chgData name="Matthew Dodds" userId="80d5a6ea92063750" providerId="LiveId" clId="{614D3421-716A-4CB0-994B-C24DF82A0F6F}" dt="2025-12-11T22:49:30.176" v="5682" actId="20577"/>
          <ac:spMkLst>
            <pc:docMk/>
            <pc:sldMk cId="721286722" sldId="289"/>
            <ac:spMk id="44" creationId="{7F155362-2FDA-509C-B1E1-D000F822CAD2}"/>
          </ac:spMkLst>
        </pc:spChg>
        <pc:spChg chg="mod">
          <ac:chgData name="Matthew Dodds" userId="80d5a6ea92063750" providerId="LiveId" clId="{614D3421-716A-4CB0-994B-C24DF82A0F6F}" dt="2025-12-11T22:49:20.944" v="5680"/>
          <ac:spMkLst>
            <pc:docMk/>
            <pc:sldMk cId="721286722" sldId="289"/>
            <ac:spMk id="45" creationId="{FB47D84D-2CD9-F69C-492C-B4EDBC977BF7}"/>
          </ac:spMkLst>
        </pc:spChg>
        <pc:spChg chg="add mod">
          <ac:chgData name="Matthew Dodds" userId="80d5a6ea92063750" providerId="LiveId" clId="{614D3421-716A-4CB0-994B-C24DF82A0F6F}" dt="2025-12-11T23:01:54.814" v="5871" actId="404"/>
          <ac:spMkLst>
            <pc:docMk/>
            <pc:sldMk cId="721286722" sldId="289"/>
            <ac:spMk id="46" creationId="{FE0D9E85-7C75-FA41-1801-CA3FF1388B48}"/>
          </ac:spMkLst>
        </pc:spChg>
        <pc:spChg chg="add mod">
          <ac:chgData name="Matthew Dodds" userId="80d5a6ea92063750" providerId="LiveId" clId="{614D3421-716A-4CB0-994B-C24DF82A0F6F}" dt="2025-12-11T23:01:59.978" v="5873" actId="207"/>
          <ac:spMkLst>
            <pc:docMk/>
            <pc:sldMk cId="721286722" sldId="289"/>
            <ac:spMk id="47" creationId="{F4D16DEC-53EA-6626-04CE-732125758F19}"/>
          </ac:spMkLst>
        </pc:spChg>
        <pc:spChg chg="mod">
          <ac:chgData name="Matthew Dodds" userId="80d5a6ea92063750" providerId="LiveId" clId="{614D3421-716A-4CB0-994B-C24DF82A0F6F}" dt="2025-12-14T07:12:28.957" v="8223" actId="207"/>
          <ac:spMkLst>
            <pc:docMk/>
            <pc:sldMk cId="721286722" sldId="289"/>
            <ac:spMk id="61" creationId="{3A12EE4A-DE6B-597D-9087-521A00703378}"/>
          </ac:spMkLst>
        </pc:spChg>
        <pc:spChg chg="mod ord">
          <ac:chgData name="Matthew Dodds" userId="80d5a6ea92063750" providerId="LiveId" clId="{614D3421-716A-4CB0-994B-C24DF82A0F6F}" dt="2025-12-14T07:12:03.495" v="8220" actId="207"/>
          <ac:spMkLst>
            <pc:docMk/>
            <pc:sldMk cId="721286722" sldId="289"/>
            <ac:spMk id="64" creationId="{7D3724AB-F540-9E44-F423-F8AE7A4592DB}"/>
          </ac:spMkLst>
        </pc:spChg>
        <pc:spChg chg="mod ord">
          <ac:chgData name="Matthew Dodds" userId="80d5a6ea92063750" providerId="LiveId" clId="{614D3421-716A-4CB0-994B-C24DF82A0F6F}" dt="2025-12-14T07:11:54.520" v="8219" actId="167"/>
          <ac:spMkLst>
            <pc:docMk/>
            <pc:sldMk cId="721286722" sldId="289"/>
            <ac:spMk id="65" creationId="{E62D4969-F92E-89DB-ED57-33B21E81098E}"/>
          </ac:spMkLst>
        </pc:spChg>
        <pc:spChg chg="mod">
          <ac:chgData name="Matthew Dodds" userId="80d5a6ea92063750" providerId="LiveId" clId="{614D3421-716A-4CB0-994B-C24DF82A0F6F}" dt="2025-12-14T07:12:17.101" v="8222" actId="207"/>
          <ac:spMkLst>
            <pc:docMk/>
            <pc:sldMk cId="721286722" sldId="289"/>
            <ac:spMk id="67" creationId="{C78928C0-990A-50C5-E149-01D6020B8A58}"/>
          </ac:spMkLst>
        </pc:spChg>
        <pc:spChg chg="ord">
          <ac:chgData name="Matthew Dodds" userId="80d5a6ea92063750" providerId="LiveId" clId="{614D3421-716A-4CB0-994B-C24DF82A0F6F}" dt="2025-12-14T07:12:11.297" v="8221" actId="167"/>
          <ac:spMkLst>
            <pc:docMk/>
            <pc:sldMk cId="721286722" sldId="289"/>
            <ac:spMk id="68" creationId="{E1E47E31-9D62-FF2F-6123-3A7736EA8664}"/>
          </ac:spMkLst>
        </pc:spChg>
        <pc:spChg chg="mod">
          <ac:chgData name="Matthew Dodds" userId="80d5a6ea92063750" providerId="LiveId" clId="{614D3421-716A-4CB0-994B-C24DF82A0F6F}" dt="2025-12-11T22:44:54.779" v="5541" actId="1035"/>
          <ac:spMkLst>
            <pc:docMk/>
            <pc:sldMk cId="721286722" sldId="289"/>
            <ac:spMk id="70" creationId="{5E2A60B5-3AEE-39D0-8E57-03D26E31B174}"/>
          </ac:spMkLst>
        </pc:spChg>
        <pc:spChg chg="mod">
          <ac:chgData name="Matthew Dodds" userId="80d5a6ea92063750" providerId="LiveId" clId="{614D3421-716A-4CB0-994B-C24DF82A0F6F}" dt="2025-12-11T22:48:18.729" v="5668" actId="164"/>
          <ac:spMkLst>
            <pc:docMk/>
            <pc:sldMk cId="721286722" sldId="289"/>
            <ac:spMk id="86" creationId="{987CC01E-7AFF-C50E-5DA7-8D8726B59671}"/>
          </ac:spMkLst>
        </pc:spChg>
        <pc:spChg chg="mod">
          <ac:chgData name="Matthew Dodds" userId="80d5a6ea92063750" providerId="LiveId" clId="{614D3421-716A-4CB0-994B-C24DF82A0F6F}" dt="2025-12-11T21:58:18.992" v="4641" actId="1038"/>
          <ac:spMkLst>
            <pc:docMk/>
            <pc:sldMk cId="721286722" sldId="289"/>
            <ac:spMk id="91" creationId="{DD75F4C6-34A8-D3D8-EA66-353EB2D617E5}"/>
          </ac:spMkLst>
        </pc:spChg>
        <pc:spChg chg="mod">
          <ac:chgData name="Matthew Dodds" userId="80d5a6ea92063750" providerId="LiveId" clId="{614D3421-716A-4CB0-994B-C24DF82A0F6F}" dt="2025-12-11T21:58:39.854" v="4652" actId="1037"/>
          <ac:spMkLst>
            <pc:docMk/>
            <pc:sldMk cId="721286722" sldId="289"/>
            <ac:spMk id="96" creationId="{3BF7244B-A97D-89FB-54FA-577A03314956}"/>
          </ac:spMkLst>
        </pc:spChg>
        <pc:spChg chg="mod">
          <ac:chgData name="Matthew Dodds" userId="80d5a6ea92063750" providerId="LiveId" clId="{614D3421-716A-4CB0-994B-C24DF82A0F6F}" dt="2025-12-11T21:58:35.104" v="4642" actId="1076"/>
          <ac:spMkLst>
            <pc:docMk/>
            <pc:sldMk cId="721286722" sldId="289"/>
            <ac:spMk id="97" creationId="{1DFAA2D1-89E0-BC50-4690-570187A85C3F}"/>
          </ac:spMkLst>
        </pc:spChg>
        <pc:spChg chg="mod">
          <ac:chgData name="Matthew Dodds" userId="80d5a6ea92063750" providerId="LiveId" clId="{614D3421-716A-4CB0-994B-C24DF82A0F6F}" dt="2025-12-11T21:56:19.981" v="4587" actId="1038"/>
          <ac:spMkLst>
            <pc:docMk/>
            <pc:sldMk cId="721286722" sldId="289"/>
            <ac:spMk id="106" creationId="{F2808325-4BD0-FFA6-A78B-DD7EE6F1C4A0}"/>
          </ac:spMkLst>
        </pc:spChg>
        <pc:spChg chg="mod">
          <ac:chgData name="Matthew Dodds" userId="80d5a6ea92063750" providerId="LiveId" clId="{614D3421-716A-4CB0-994B-C24DF82A0F6F}" dt="2025-12-11T22:48:18.729" v="5668" actId="164"/>
          <ac:spMkLst>
            <pc:docMk/>
            <pc:sldMk cId="721286722" sldId="289"/>
            <ac:spMk id="108" creationId="{6F3301D0-50E8-C368-5C5E-256B82586B56}"/>
          </ac:spMkLst>
        </pc:spChg>
        <pc:spChg chg="mod">
          <ac:chgData name="Matthew Dodds" userId="80d5a6ea92063750" providerId="LiveId" clId="{614D3421-716A-4CB0-994B-C24DF82A0F6F}" dt="2025-12-11T22:48:18.729" v="5668" actId="164"/>
          <ac:spMkLst>
            <pc:docMk/>
            <pc:sldMk cId="721286722" sldId="289"/>
            <ac:spMk id="112" creationId="{0F3B015F-8E8B-5047-C492-BF402A55C389}"/>
          </ac:spMkLst>
        </pc:spChg>
        <pc:spChg chg="mod">
          <ac:chgData name="Matthew Dodds" userId="80d5a6ea92063750" providerId="LiveId" clId="{614D3421-716A-4CB0-994B-C24DF82A0F6F}" dt="2025-12-11T21:57:46.746" v="4592" actId="1076"/>
          <ac:spMkLst>
            <pc:docMk/>
            <pc:sldMk cId="721286722" sldId="289"/>
            <ac:spMk id="213" creationId="{AC3B1CB0-35AA-2686-ED2E-C98DA6D4B633}"/>
          </ac:spMkLst>
        </pc:spChg>
        <pc:grpChg chg="add mod">
          <ac:chgData name="Matthew Dodds" userId="80d5a6ea92063750" providerId="LiveId" clId="{614D3421-716A-4CB0-994B-C24DF82A0F6F}" dt="2025-12-11T22:48:46.712" v="5674" actId="1076"/>
          <ac:grpSpMkLst>
            <pc:docMk/>
            <pc:sldMk cId="721286722" sldId="289"/>
            <ac:grpSpMk id="15" creationId="{FE335333-CA67-2A01-9360-9CFBC40A2C91}"/>
          </ac:grpSpMkLst>
        </pc:grpChg>
        <pc:grpChg chg="add mod">
          <ac:chgData name="Matthew Dodds" userId="80d5a6ea92063750" providerId="LiveId" clId="{614D3421-716A-4CB0-994B-C24DF82A0F6F}" dt="2025-12-11T22:48:54.735" v="5675" actId="1076"/>
          <ac:grpSpMkLst>
            <pc:docMk/>
            <pc:sldMk cId="721286722" sldId="289"/>
            <ac:grpSpMk id="16" creationId="{E2CD2367-24C7-64AE-2AB2-78D667481EB0}"/>
          </ac:grpSpMkLst>
        </pc:grpChg>
        <pc:grpChg chg="add mod">
          <ac:chgData name="Matthew Dodds" userId="80d5a6ea92063750" providerId="LiveId" clId="{614D3421-716A-4CB0-994B-C24DF82A0F6F}" dt="2025-12-11T22:49:10.634" v="5678" actId="1076"/>
          <ac:grpSpMkLst>
            <pc:docMk/>
            <pc:sldMk cId="721286722" sldId="289"/>
            <ac:grpSpMk id="20" creationId="{FDC0D05D-59F1-C430-BA24-08001B1719B0}"/>
          </ac:grpSpMkLst>
        </pc:grpChg>
        <pc:grpChg chg="add mod">
          <ac:chgData name="Matthew Dodds" userId="80d5a6ea92063750" providerId="LiveId" clId="{614D3421-716A-4CB0-994B-C24DF82A0F6F}" dt="2025-12-11T22:49:27.845" v="5681" actId="1076"/>
          <ac:grpSpMkLst>
            <pc:docMk/>
            <pc:sldMk cId="721286722" sldId="289"/>
            <ac:grpSpMk id="31" creationId="{6FA5518B-DFD0-D752-87D5-96FECEBF6737}"/>
          </ac:grpSpMkLst>
        </pc:grpChg>
        <pc:grpChg chg="mod">
          <ac:chgData name="Matthew Dodds" userId="80d5a6ea92063750" providerId="LiveId" clId="{614D3421-716A-4CB0-994B-C24DF82A0F6F}" dt="2025-12-11T21:58:04.228" v="4628" actId="1038"/>
          <ac:grpSpMkLst>
            <pc:docMk/>
            <pc:sldMk cId="721286722" sldId="289"/>
            <ac:grpSpMk id="152" creationId="{209E3E2F-1C34-40C6-9122-93C6D1DC51FF}"/>
          </ac:grpSpMkLst>
        </pc:grpChg>
        <pc:grpChg chg="mod">
          <ac:chgData name="Matthew Dodds" userId="80d5a6ea92063750" providerId="LiveId" clId="{614D3421-716A-4CB0-994B-C24DF82A0F6F}" dt="2025-12-11T21:57:57.709" v="4609" actId="1038"/>
          <ac:grpSpMkLst>
            <pc:docMk/>
            <pc:sldMk cId="721286722" sldId="289"/>
            <ac:grpSpMk id="159" creationId="{608AAEF9-4BAD-08CD-A0F5-E971C28F03C4}"/>
          </ac:grpSpMkLst>
        </pc:grpChg>
        <pc:grpChg chg="mod">
          <ac:chgData name="Matthew Dodds" userId="80d5a6ea92063750" providerId="LiveId" clId="{614D3421-716A-4CB0-994B-C24DF82A0F6F}" dt="2025-12-11T21:58:14.589" v="4638" actId="1038"/>
          <ac:grpSpMkLst>
            <pc:docMk/>
            <pc:sldMk cId="721286722" sldId="289"/>
            <ac:grpSpMk id="182" creationId="{15C962C6-3027-04C7-00F2-3397A9D2B61E}"/>
          </ac:grpSpMkLst>
        </pc:grpChg>
        <pc:grpChg chg="mod">
          <ac:chgData name="Matthew Dodds" userId="80d5a6ea92063750" providerId="LiveId" clId="{614D3421-716A-4CB0-994B-C24DF82A0F6F}" dt="2025-12-11T21:58:14.589" v="4638" actId="1038"/>
          <ac:grpSpMkLst>
            <pc:docMk/>
            <pc:sldMk cId="721286722" sldId="289"/>
            <ac:grpSpMk id="183" creationId="{B7732F58-5E46-0156-8189-83BF0BA22709}"/>
          </ac:grpSpMkLst>
        </pc:grpChg>
        <pc:grpChg chg="mod">
          <ac:chgData name="Matthew Dodds" userId="80d5a6ea92063750" providerId="LiveId" clId="{614D3421-716A-4CB0-994B-C24DF82A0F6F}" dt="2025-12-11T21:58:14.589" v="4638" actId="1038"/>
          <ac:grpSpMkLst>
            <pc:docMk/>
            <pc:sldMk cId="721286722" sldId="289"/>
            <ac:grpSpMk id="197" creationId="{61DBA4EA-5FE8-A831-0E1D-6C12FAA0C98D}"/>
          </ac:grpSpMkLst>
        </pc:grpChg>
        <pc:grpChg chg="mod">
          <ac:chgData name="Matthew Dodds" userId="80d5a6ea92063750" providerId="LiveId" clId="{614D3421-716A-4CB0-994B-C24DF82A0F6F}" dt="2025-12-11T21:58:14.589" v="4638" actId="1038"/>
          <ac:grpSpMkLst>
            <pc:docMk/>
            <pc:sldMk cId="721286722" sldId="289"/>
            <ac:grpSpMk id="206" creationId="{3BBEF6E9-46F8-FF0E-08D9-87E47CF21068}"/>
          </ac:grpSpMkLst>
        </pc:grpChg>
        <pc:cxnChg chg="add mod">
          <ac:chgData name="Matthew Dodds" userId="80d5a6ea92063750" providerId="LiveId" clId="{614D3421-716A-4CB0-994B-C24DF82A0F6F}" dt="2025-12-11T23:02:29.967" v="5880" actId="1038"/>
          <ac:cxnSpMkLst>
            <pc:docMk/>
            <pc:sldMk cId="721286722" sldId="289"/>
            <ac:cxnSpMk id="48" creationId="{93DA1DC7-66F0-BBC7-8277-5957813CA247}"/>
          </ac:cxnSpMkLst>
        </pc:cxnChg>
      </pc:sldChg>
      <pc:sldChg chg="addSp delSp modSp add mod ord">
        <pc:chgData name="Matthew Dodds" userId="80d5a6ea92063750" providerId="LiveId" clId="{614D3421-716A-4CB0-994B-C24DF82A0F6F}" dt="2025-12-14T11:53:43.761" v="9024" actId="478"/>
        <pc:sldMkLst>
          <pc:docMk/>
          <pc:sldMk cId="614139898" sldId="290"/>
        </pc:sldMkLst>
      </pc:sldChg>
      <pc:sldChg chg="addSp delSp modSp add mod ord">
        <pc:chgData name="Matthew Dodds" userId="80d5a6ea92063750" providerId="LiveId" clId="{614D3421-716A-4CB0-994B-C24DF82A0F6F}" dt="2025-12-19T23:10:20.206" v="15553"/>
        <pc:sldMkLst>
          <pc:docMk/>
          <pc:sldMk cId="3760332738" sldId="291"/>
        </pc:sldMkLst>
        <pc:spChg chg="mod">
          <ac:chgData name="Matthew Dodds" userId="80d5a6ea92063750" providerId="LiveId" clId="{614D3421-716A-4CB0-994B-C24DF82A0F6F}" dt="2025-12-14T00:19:57.930" v="6778" actId="207"/>
          <ac:spMkLst>
            <pc:docMk/>
            <pc:sldMk cId="3760332738" sldId="291"/>
            <ac:spMk id="13" creationId="{86767856-6993-0649-FFA3-FD2305DE7434}"/>
          </ac:spMkLst>
        </pc:spChg>
        <pc:spChg chg="add mod ord">
          <ac:chgData name="Matthew Dodds" userId="80d5a6ea92063750" providerId="LiveId" clId="{614D3421-716A-4CB0-994B-C24DF82A0F6F}" dt="2025-12-14T07:21:38.473" v="8301" actId="404"/>
          <ac:spMkLst>
            <pc:docMk/>
            <pc:sldMk cId="3760332738" sldId="291"/>
            <ac:spMk id="15" creationId="{35A24453-4F96-0F93-7C41-56ECB3102857}"/>
          </ac:spMkLst>
        </pc:spChg>
        <pc:spChg chg="add mod">
          <ac:chgData name="Matthew Dodds" userId="80d5a6ea92063750" providerId="LiveId" clId="{614D3421-716A-4CB0-994B-C24DF82A0F6F}" dt="2025-12-14T07:21:43" v="8311" actId="1035"/>
          <ac:spMkLst>
            <pc:docMk/>
            <pc:sldMk cId="3760332738" sldId="291"/>
            <ac:spMk id="16" creationId="{66D4ECFC-57C6-7A04-9A4B-AD5D77F1152C}"/>
          </ac:spMkLst>
        </pc:spChg>
        <pc:spChg chg="add mod">
          <ac:chgData name="Matthew Dodds" userId="80d5a6ea92063750" providerId="LiveId" clId="{614D3421-716A-4CB0-994B-C24DF82A0F6F}" dt="2025-12-13T23:38:34.742" v="5922" actId="1076"/>
          <ac:spMkLst>
            <pc:docMk/>
            <pc:sldMk cId="3760332738" sldId="291"/>
            <ac:spMk id="39" creationId="{AF93E190-9C81-4EA6-AC9A-E3731BF7AB38}"/>
          </ac:spMkLst>
        </pc:spChg>
        <pc:spChg chg="add mod">
          <ac:chgData name="Matthew Dodds" userId="80d5a6ea92063750" providerId="LiveId" clId="{614D3421-716A-4CB0-994B-C24DF82A0F6F}" dt="2025-12-13T23:55:23.259" v="6203" actId="1076"/>
          <ac:spMkLst>
            <pc:docMk/>
            <pc:sldMk cId="3760332738" sldId="291"/>
            <ac:spMk id="45" creationId="{D6331C03-EF17-335E-2E89-7A16BCC76AAC}"/>
          </ac:spMkLst>
        </pc:spChg>
        <pc:spChg chg="add mod">
          <ac:chgData name="Matthew Dodds" userId="80d5a6ea92063750" providerId="LiveId" clId="{614D3421-716A-4CB0-994B-C24DF82A0F6F}" dt="2025-12-14T00:03:35.666" v="6342" actId="1076"/>
          <ac:spMkLst>
            <pc:docMk/>
            <pc:sldMk cId="3760332738" sldId="291"/>
            <ac:spMk id="49" creationId="{5BB8616B-D74C-92CF-0CA3-993D4799874B}"/>
          </ac:spMkLst>
        </pc:spChg>
        <pc:spChg chg="add mod">
          <ac:chgData name="Matthew Dodds" userId="80d5a6ea92063750" providerId="LiveId" clId="{614D3421-716A-4CB0-994B-C24DF82A0F6F}" dt="2025-12-14T00:06:05.330" v="6406" actId="1076"/>
          <ac:spMkLst>
            <pc:docMk/>
            <pc:sldMk cId="3760332738" sldId="291"/>
            <ac:spMk id="59" creationId="{8AE6DAB8-8530-B19B-58AE-F9716B4D9D63}"/>
          </ac:spMkLst>
        </pc:spChg>
        <pc:spChg chg="mod">
          <ac:chgData name="Matthew Dodds" userId="80d5a6ea92063750" providerId="LiveId" clId="{614D3421-716A-4CB0-994B-C24DF82A0F6F}" dt="2025-12-13T23:55:31.716" v="6204" actId="1076"/>
          <ac:spMkLst>
            <pc:docMk/>
            <pc:sldMk cId="3760332738" sldId="291"/>
            <ac:spMk id="84" creationId="{F8EBF86B-FF14-85AC-7F28-5104D35506D6}"/>
          </ac:spMkLst>
        </pc:spChg>
        <pc:spChg chg="add mod">
          <ac:chgData name="Matthew Dodds" userId="80d5a6ea92063750" providerId="LiveId" clId="{614D3421-716A-4CB0-994B-C24DF82A0F6F}" dt="2025-12-13T23:55:58.821" v="6206" actId="164"/>
          <ac:spMkLst>
            <pc:docMk/>
            <pc:sldMk cId="3760332738" sldId="291"/>
            <ac:spMk id="85" creationId="{CFFAE77F-FD67-F11D-C32A-499F41697E5B}"/>
          </ac:spMkLst>
        </pc:spChg>
        <pc:spChg chg="mod">
          <ac:chgData name="Matthew Dodds" userId="80d5a6ea92063750" providerId="LiveId" clId="{614D3421-716A-4CB0-994B-C24DF82A0F6F}" dt="2025-12-13T23:39:06.148" v="5923" actId="208"/>
          <ac:spMkLst>
            <pc:docMk/>
            <pc:sldMk cId="3760332738" sldId="291"/>
            <ac:spMk id="96" creationId="{3391F716-6317-DBD6-238C-25C4063BD0E6}"/>
          </ac:spMkLst>
        </pc:spChg>
        <pc:spChg chg="mod">
          <ac:chgData name="Matthew Dodds" userId="80d5a6ea92063750" providerId="LiveId" clId="{614D3421-716A-4CB0-994B-C24DF82A0F6F}" dt="2025-12-14T06:52:30.490" v="7898" actId="207"/>
          <ac:spMkLst>
            <pc:docMk/>
            <pc:sldMk cId="3760332738" sldId="291"/>
            <ac:spMk id="97" creationId="{6594D98A-D865-39BB-2827-1649275D3BE2}"/>
          </ac:spMkLst>
        </pc:spChg>
        <pc:spChg chg="mod">
          <ac:chgData name="Matthew Dodds" userId="80d5a6ea92063750" providerId="LiveId" clId="{614D3421-716A-4CB0-994B-C24DF82A0F6F}" dt="2025-12-13T23:45:16.009" v="6079" actId="1076"/>
          <ac:spMkLst>
            <pc:docMk/>
            <pc:sldMk cId="3760332738" sldId="291"/>
            <ac:spMk id="99" creationId="{ECAB761C-6ED0-D4F7-11FD-C55C228802DA}"/>
          </ac:spMkLst>
        </pc:spChg>
        <pc:spChg chg="mod">
          <ac:chgData name="Matthew Dodds" userId="80d5a6ea92063750" providerId="LiveId" clId="{614D3421-716A-4CB0-994B-C24DF82A0F6F}" dt="2025-12-14T00:03:39.555" v="6343" actId="1035"/>
          <ac:spMkLst>
            <pc:docMk/>
            <pc:sldMk cId="3760332738" sldId="291"/>
            <ac:spMk id="100" creationId="{C1143C86-EAA8-A223-BB5F-BB982DA6A408}"/>
          </ac:spMkLst>
        </pc:spChg>
        <pc:spChg chg="add mod">
          <ac:chgData name="Matthew Dodds" userId="80d5a6ea92063750" providerId="LiveId" clId="{614D3421-716A-4CB0-994B-C24DF82A0F6F}" dt="2025-12-14T07:58:10.758" v="8904" actId="207"/>
          <ac:spMkLst>
            <pc:docMk/>
            <pc:sldMk cId="3760332738" sldId="291"/>
            <ac:spMk id="124" creationId="{A6121435-A999-B5D2-77D7-035BE752B4BA}"/>
          </ac:spMkLst>
        </pc:spChg>
        <pc:spChg chg="mod topLvl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28" creationId="{E6785C1C-1578-AECD-40BC-3485963DD453}"/>
          </ac:spMkLst>
        </pc:spChg>
        <pc:spChg chg="add mod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30" creationId="{66D4532A-E3AA-53E6-7BD9-747491196E97}"/>
          </ac:spMkLst>
        </pc:spChg>
        <pc:spChg chg="add mod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31" creationId="{492C7C8F-1F5F-3458-E6DC-3C7096FFD12D}"/>
          </ac:spMkLst>
        </pc:spChg>
        <pc:spChg chg="add mod">
          <ac:chgData name="Matthew Dodds" userId="80d5a6ea92063750" providerId="LiveId" clId="{614D3421-716A-4CB0-994B-C24DF82A0F6F}" dt="2025-12-11T22:53:44.416" v="5708" actId="164"/>
          <ac:spMkLst>
            <pc:docMk/>
            <pc:sldMk cId="3760332738" sldId="291"/>
            <ac:spMk id="133" creationId="{D5760CDD-DC77-7E58-4341-46D5C47D4A66}"/>
          </ac:spMkLst>
        </pc:spChg>
        <pc:spChg chg="add mod">
          <ac:chgData name="Matthew Dodds" userId="80d5a6ea92063750" providerId="LiveId" clId="{614D3421-716A-4CB0-994B-C24DF82A0F6F}" dt="2025-12-14T07:56:47.669" v="8897" actId="1035"/>
          <ac:spMkLst>
            <pc:docMk/>
            <pc:sldMk cId="3760332738" sldId="291"/>
            <ac:spMk id="139" creationId="{83EE4FA0-E3DC-AEE3-F565-7FC1D576F994}"/>
          </ac:spMkLst>
        </pc:spChg>
        <pc:spChg chg="add mod">
          <ac:chgData name="Matthew Dodds" userId="80d5a6ea92063750" providerId="LiveId" clId="{614D3421-716A-4CB0-994B-C24DF82A0F6F}" dt="2025-12-14T07:20:14.635" v="8285" actId="108"/>
          <ac:spMkLst>
            <pc:docMk/>
            <pc:sldMk cId="3760332738" sldId="291"/>
            <ac:spMk id="181" creationId="{F40C0DE2-940D-4038-0E15-C4F4F99E3A3B}"/>
          </ac:spMkLst>
        </pc:spChg>
        <pc:spChg chg="add mod">
          <ac:chgData name="Matthew Dodds" userId="80d5a6ea92063750" providerId="LiveId" clId="{614D3421-716A-4CB0-994B-C24DF82A0F6F}" dt="2025-12-14T07:20:14.635" v="8285" actId="108"/>
          <ac:spMkLst>
            <pc:docMk/>
            <pc:sldMk cId="3760332738" sldId="291"/>
            <ac:spMk id="182" creationId="{73B2A325-9A3B-49CA-1C79-FFA78D1BE962}"/>
          </ac:spMkLst>
        </pc:spChg>
        <pc:spChg chg="add mod">
          <ac:chgData name="Matthew Dodds" userId="80d5a6ea92063750" providerId="LiveId" clId="{614D3421-716A-4CB0-994B-C24DF82A0F6F}" dt="2025-12-14T07:20:14.635" v="8285" actId="108"/>
          <ac:spMkLst>
            <pc:docMk/>
            <pc:sldMk cId="3760332738" sldId="291"/>
            <ac:spMk id="185" creationId="{3F68FBAF-4337-790C-3133-3167AB76E0C7}"/>
          </ac:spMkLst>
        </pc:spChg>
        <pc:spChg chg="add mod">
          <ac:chgData name="Matthew Dodds" userId="80d5a6ea92063750" providerId="LiveId" clId="{614D3421-716A-4CB0-994B-C24DF82A0F6F}" dt="2025-12-14T11:27:10.154" v="8994" actId="207"/>
          <ac:spMkLst>
            <pc:docMk/>
            <pc:sldMk cId="3760332738" sldId="291"/>
            <ac:spMk id="186" creationId="{54E23A99-798A-863F-F2FA-71DA5FC69C3C}"/>
          </ac:spMkLst>
        </pc:spChg>
        <pc:spChg chg="add mod topLvl">
          <ac:chgData name="Matthew Dodds" userId="80d5a6ea92063750" providerId="LiveId" clId="{614D3421-716A-4CB0-994B-C24DF82A0F6F}" dt="2025-12-14T07:52:59.053" v="8801" actId="1036"/>
          <ac:spMkLst>
            <pc:docMk/>
            <pc:sldMk cId="3760332738" sldId="291"/>
            <ac:spMk id="190" creationId="{F16D4011-7C63-4CA6-CA0F-A1AC228F5C21}"/>
          </ac:spMkLst>
        </pc:spChg>
        <pc:spChg chg="add mod">
          <ac:chgData name="Matthew Dodds" userId="80d5a6ea92063750" providerId="LiveId" clId="{614D3421-716A-4CB0-994B-C24DF82A0F6F}" dt="2025-12-14T07:57:38.495" v="8902" actId="1036"/>
          <ac:spMkLst>
            <pc:docMk/>
            <pc:sldMk cId="3760332738" sldId="291"/>
            <ac:spMk id="192" creationId="{9E3AB5C1-0590-C1CA-2275-4229D9057E41}"/>
          </ac:spMkLst>
        </pc:spChg>
        <pc:spChg chg="add mod topLvl">
          <ac:chgData name="Matthew Dodds" userId="80d5a6ea92063750" providerId="LiveId" clId="{614D3421-716A-4CB0-994B-C24DF82A0F6F}" dt="2025-12-14T07:52:15.167" v="8764" actId="165"/>
          <ac:spMkLst>
            <pc:docMk/>
            <pc:sldMk cId="3760332738" sldId="291"/>
            <ac:spMk id="204" creationId="{1322BF27-8DFD-50E8-1438-CF5CE571EC69}"/>
          </ac:spMkLst>
        </pc:spChg>
        <pc:spChg chg="add mod">
          <ac:chgData name="Matthew Dodds" userId="80d5a6ea92063750" providerId="LiveId" clId="{614D3421-716A-4CB0-994B-C24DF82A0F6F}" dt="2025-12-14T07:22:53.609" v="8313" actId="207"/>
          <ac:spMkLst>
            <pc:docMk/>
            <pc:sldMk cId="3760332738" sldId="291"/>
            <ac:spMk id="205" creationId="{0B17DFCE-BF38-F789-0758-BA2D07D15A8A}"/>
          </ac:spMkLst>
        </pc:spChg>
        <pc:spChg chg="add mod">
          <ac:chgData name="Matthew Dodds" userId="80d5a6ea92063750" providerId="LiveId" clId="{614D3421-716A-4CB0-994B-C24DF82A0F6F}" dt="2025-12-14T07:52:59.053" v="8801" actId="1036"/>
          <ac:spMkLst>
            <pc:docMk/>
            <pc:sldMk cId="3760332738" sldId="291"/>
            <ac:spMk id="207" creationId="{39717ACB-F536-915A-4694-02AB27F25C19}"/>
          </ac:spMkLst>
        </pc:spChg>
        <pc:spChg chg="mod">
          <ac:chgData name="Matthew Dodds" userId="80d5a6ea92063750" providerId="LiveId" clId="{614D3421-716A-4CB0-994B-C24DF82A0F6F}" dt="2025-12-14T07:12:48.409" v="8224"/>
          <ac:spMkLst>
            <pc:docMk/>
            <pc:sldMk cId="3760332738" sldId="291"/>
            <ac:spMk id="209" creationId="{44CECB43-22BC-033C-35C0-522F3404BB8C}"/>
          </ac:spMkLst>
        </pc:spChg>
        <pc:spChg chg="mod">
          <ac:chgData name="Matthew Dodds" userId="80d5a6ea92063750" providerId="LiveId" clId="{614D3421-716A-4CB0-994B-C24DF82A0F6F}" dt="2025-12-14T07:12:48.409" v="8224"/>
          <ac:spMkLst>
            <pc:docMk/>
            <pc:sldMk cId="3760332738" sldId="291"/>
            <ac:spMk id="210" creationId="{DBD62434-603E-C77B-83FE-56EC3EB364CB}"/>
          </ac:spMkLst>
        </pc:spChg>
        <pc:spChg chg="mod">
          <ac:chgData name="Matthew Dodds" userId="80d5a6ea92063750" providerId="LiveId" clId="{614D3421-716A-4CB0-994B-C24DF82A0F6F}" dt="2025-12-14T07:12:48.409" v="8224"/>
          <ac:spMkLst>
            <pc:docMk/>
            <pc:sldMk cId="3760332738" sldId="291"/>
            <ac:spMk id="212" creationId="{51B84774-924E-9980-3484-DC7CA6BC2986}"/>
          </ac:spMkLst>
        </pc:spChg>
        <pc:spChg chg="mod">
          <ac:chgData name="Matthew Dodds" userId="80d5a6ea92063750" providerId="LiveId" clId="{614D3421-716A-4CB0-994B-C24DF82A0F6F}" dt="2025-12-14T07:12:48.409" v="8224"/>
          <ac:spMkLst>
            <pc:docMk/>
            <pc:sldMk cId="3760332738" sldId="291"/>
            <ac:spMk id="213" creationId="{2B38892B-BE8C-8BDD-9EB6-608A7D2B33CB}"/>
          </ac:spMkLst>
        </pc:spChg>
        <pc:spChg chg="mod">
          <ac:chgData name="Matthew Dodds" userId="80d5a6ea92063750" providerId="LiveId" clId="{614D3421-716A-4CB0-994B-C24DF82A0F6F}" dt="2025-12-14T07:12:48.409" v="8224"/>
          <ac:spMkLst>
            <pc:docMk/>
            <pc:sldMk cId="3760332738" sldId="291"/>
            <ac:spMk id="215" creationId="{2D58E3C7-AE20-8D9B-E0E7-6EA42BDDC71E}"/>
          </ac:spMkLst>
        </pc:spChg>
        <pc:spChg chg="mod">
          <ac:chgData name="Matthew Dodds" userId="80d5a6ea92063750" providerId="LiveId" clId="{614D3421-716A-4CB0-994B-C24DF82A0F6F}" dt="2025-12-14T07:12:48.409" v="8224"/>
          <ac:spMkLst>
            <pc:docMk/>
            <pc:sldMk cId="3760332738" sldId="291"/>
            <ac:spMk id="216" creationId="{CEF9AFF6-4491-8D82-DA1A-30F9132C3FC6}"/>
          </ac:spMkLst>
        </pc:spChg>
        <pc:spChg chg="mod">
          <ac:chgData name="Matthew Dodds" userId="80d5a6ea92063750" providerId="LiveId" clId="{614D3421-716A-4CB0-994B-C24DF82A0F6F}" dt="2025-12-14T07:39:44.213" v="8479" actId="1037"/>
          <ac:spMkLst>
            <pc:docMk/>
            <pc:sldMk cId="3760332738" sldId="291"/>
            <ac:spMk id="226" creationId="{5EF3131A-9D40-49ED-7120-9E29B04E5174}"/>
          </ac:spMkLst>
        </pc:spChg>
        <pc:spChg chg="mod">
          <ac:chgData name="Matthew Dodds" userId="80d5a6ea92063750" providerId="LiveId" clId="{614D3421-716A-4CB0-994B-C24DF82A0F6F}" dt="2025-12-14T07:38:55.656" v="8471" actId="207"/>
          <ac:spMkLst>
            <pc:docMk/>
            <pc:sldMk cId="3760332738" sldId="291"/>
            <ac:spMk id="227" creationId="{02F2E832-6F1B-E350-02E7-C77D0F6B421B}"/>
          </ac:spMkLst>
        </pc:spChg>
        <pc:spChg chg="mod">
          <ac:chgData name="Matthew Dodds" userId="80d5a6ea92063750" providerId="LiveId" clId="{614D3421-716A-4CB0-994B-C24DF82A0F6F}" dt="2025-12-14T07:44:16.657" v="8606" actId="20577"/>
          <ac:spMkLst>
            <pc:docMk/>
            <pc:sldMk cId="3760332738" sldId="291"/>
            <ac:spMk id="228" creationId="{2A9D841B-B1C9-BF2E-7985-F14FC8195B20}"/>
          </ac:spMkLst>
        </pc:spChg>
        <pc:spChg chg="mod">
          <ac:chgData name="Matthew Dodds" userId="80d5a6ea92063750" providerId="LiveId" clId="{614D3421-716A-4CB0-994B-C24DF82A0F6F}" dt="2025-12-14T07:44:56.677" v="8619"/>
          <ac:spMkLst>
            <pc:docMk/>
            <pc:sldMk cId="3760332738" sldId="291"/>
            <ac:spMk id="321" creationId="{13E85396-8829-0811-E51B-B300A8364F26}"/>
          </ac:spMkLst>
        </pc:spChg>
        <pc:spChg chg="mod">
          <ac:chgData name="Matthew Dodds" userId="80d5a6ea92063750" providerId="LiveId" clId="{614D3421-716A-4CB0-994B-C24DF82A0F6F}" dt="2025-12-14T07:44:56.677" v="8619"/>
          <ac:spMkLst>
            <pc:docMk/>
            <pc:sldMk cId="3760332738" sldId="291"/>
            <ac:spMk id="322" creationId="{4366B159-B474-0358-546B-3EAE669A7DA3}"/>
          </ac:spMkLst>
        </pc:spChg>
        <pc:spChg chg="mod">
          <ac:chgData name="Matthew Dodds" userId="80d5a6ea92063750" providerId="LiveId" clId="{614D3421-716A-4CB0-994B-C24DF82A0F6F}" dt="2025-12-14T07:44:56.677" v="8619"/>
          <ac:spMkLst>
            <pc:docMk/>
            <pc:sldMk cId="3760332738" sldId="291"/>
            <ac:spMk id="323" creationId="{ACBADF1A-F367-8DE6-B0E3-C5B4784CF5D7}"/>
          </ac:spMkLst>
        </pc:spChg>
        <pc:spChg chg="mod">
          <ac:chgData name="Matthew Dodds" userId="80d5a6ea92063750" providerId="LiveId" clId="{614D3421-716A-4CB0-994B-C24DF82A0F6F}" dt="2025-12-14T07:44:56.821" v="8620"/>
          <ac:spMkLst>
            <pc:docMk/>
            <pc:sldMk cId="3760332738" sldId="291"/>
            <ac:spMk id="328" creationId="{2EB1D6ED-0094-D14A-EAC2-AA2F846EB397}"/>
          </ac:spMkLst>
        </pc:spChg>
        <pc:spChg chg="mod">
          <ac:chgData name="Matthew Dodds" userId="80d5a6ea92063750" providerId="LiveId" clId="{614D3421-716A-4CB0-994B-C24DF82A0F6F}" dt="2025-12-14T07:44:56.821" v="8620"/>
          <ac:spMkLst>
            <pc:docMk/>
            <pc:sldMk cId="3760332738" sldId="291"/>
            <ac:spMk id="329" creationId="{39D8E261-263E-4D71-C3D2-5B2F8D137713}"/>
          </ac:spMkLst>
        </pc:spChg>
        <pc:spChg chg="mod">
          <ac:chgData name="Matthew Dodds" userId="80d5a6ea92063750" providerId="LiveId" clId="{614D3421-716A-4CB0-994B-C24DF82A0F6F}" dt="2025-12-14T07:44:56.821" v="8620"/>
          <ac:spMkLst>
            <pc:docMk/>
            <pc:sldMk cId="3760332738" sldId="291"/>
            <ac:spMk id="330" creationId="{DFD7F2F6-143E-8CB9-E3D7-7DB6BB1250F0}"/>
          </ac:spMkLst>
        </pc:spChg>
        <pc:spChg chg="mod">
          <ac:chgData name="Matthew Dodds" userId="80d5a6ea92063750" providerId="LiveId" clId="{614D3421-716A-4CB0-994B-C24DF82A0F6F}" dt="2025-12-14T07:44:56.969" v="8621"/>
          <ac:spMkLst>
            <pc:docMk/>
            <pc:sldMk cId="3760332738" sldId="291"/>
            <ac:spMk id="335" creationId="{F052F379-56BB-C9FD-D97F-55DE0A7AC657}"/>
          </ac:spMkLst>
        </pc:spChg>
        <pc:spChg chg="mod">
          <ac:chgData name="Matthew Dodds" userId="80d5a6ea92063750" providerId="LiveId" clId="{614D3421-716A-4CB0-994B-C24DF82A0F6F}" dt="2025-12-14T07:44:56.969" v="8621"/>
          <ac:spMkLst>
            <pc:docMk/>
            <pc:sldMk cId="3760332738" sldId="291"/>
            <ac:spMk id="336" creationId="{CF08FCDA-6C56-8EC2-80D0-5940C9E5F4C7}"/>
          </ac:spMkLst>
        </pc:spChg>
        <pc:spChg chg="mod">
          <ac:chgData name="Matthew Dodds" userId="80d5a6ea92063750" providerId="LiveId" clId="{614D3421-716A-4CB0-994B-C24DF82A0F6F}" dt="2025-12-14T07:44:56.969" v="8621"/>
          <ac:spMkLst>
            <pc:docMk/>
            <pc:sldMk cId="3760332738" sldId="291"/>
            <ac:spMk id="337" creationId="{4F178045-DBB7-D627-2CCA-82C641E387C6}"/>
          </ac:spMkLst>
        </pc:spChg>
        <pc:spChg chg="mod">
          <ac:chgData name="Matthew Dodds" userId="80d5a6ea92063750" providerId="LiveId" clId="{614D3421-716A-4CB0-994B-C24DF82A0F6F}" dt="2025-12-14T07:44:57.117" v="8622"/>
          <ac:spMkLst>
            <pc:docMk/>
            <pc:sldMk cId="3760332738" sldId="291"/>
            <ac:spMk id="342" creationId="{C9CC4475-1C00-20DB-636D-A2120EAB5934}"/>
          </ac:spMkLst>
        </pc:spChg>
        <pc:spChg chg="mod">
          <ac:chgData name="Matthew Dodds" userId="80d5a6ea92063750" providerId="LiveId" clId="{614D3421-716A-4CB0-994B-C24DF82A0F6F}" dt="2025-12-14T07:44:57.117" v="8622"/>
          <ac:spMkLst>
            <pc:docMk/>
            <pc:sldMk cId="3760332738" sldId="291"/>
            <ac:spMk id="343" creationId="{2806DBD0-0AD4-4363-98E2-370CBCAF5A0C}"/>
          </ac:spMkLst>
        </pc:spChg>
        <pc:spChg chg="mod">
          <ac:chgData name="Matthew Dodds" userId="80d5a6ea92063750" providerId="LiveId" clId="{614D3421-716A-4CB0-994B-C24DF82A0F6F}" dt="2025-12-14T07:44:57.117" v="8622"/>
          <ac:spMkLst>
            <pc:docMk/>
            <pc:sldMk cId="3760332738" sldId="291"/>
            <ac:spMk id="344" creationId="{066EC95B-1BEC-3BED-551C-489F9D3E62D9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49" creationId="{759978AA-E36F-40F6-50C8-45D3A8A182E9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50" creationId="{E41D3B09-C11A-1945-D841-B5FA2FF58578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51" creationId="{08BA2198-0797-C95D-E515-40A8D3FD24CB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56" creationId="{4D3B973C-1858-5775-F651-E5B8085DDA70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58" creationId="{7A979281-9DCE-A331-EDA1-5E2D3C2CF781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63" creationId="{52F6859B-493D-A8B3-CB28-31CB4FFD9A65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64" creationId="{AC8833CC-1C29-0C65-93F4-C9A1BFF142C3}"/>
          </ac:spMkLst>
        </pc:spChg>
        <pc:spChg chg="mod">
          <ac:chgData name="Matthew Dodds" userId="80d5a6ea92063750" providerId="LiveId" clId="{614D3421-716A-4CB0-994B-C24DF82A0F6F}" dt="2025-12-14T07:46:48.409" v="8660"/>
          <ac:spMkLst>
            <pc:docMk/>
            <pc:sldMk cId="3760332738" sldId="291"/>
            <ac:spMk id="370" creationId="{AC70E57B-194B-10F0-1C49-7D0DA2AD86E5}"/>
          </ac:spMkLst>
        </pc:spChg>
        <pc:spChg chg="mod">
          <ac:chgData name="Matthew Dodds" userId="80d5a6ea92063750" providerId="LiveId" clId="{614D3421-716A-4CB0-994B-C24DF82A0F6F}" dt="2025-12-14T07:47:22.600" v="8725"/>
          <ac:spMkLst>
            <pc:docMk/>
            <pc:sldMk cId="3760332738" sldId="291"/>
            <ac:spMk id="385" creationId="{E5C7A7EB-00BC-9620-FD74-D351025FCAD4}"/>
          </ac:spMkLst>
        </pc:spChg>
        <pc:spChg chg="mod">
          <ac:chgData name="Matthew Dodds" userId="80d5a6ea92063750" providerId="LiveId" clId="{614D3421-716A-4CB0-994B-C24DF82A0F6F}" dt="2025-12-14T07:47:22.600" v="8725"/>
          <ac:spMkLst>
            <pc:docMk/>
            <pc:sldMk cId="3760332738" sldId="291"/>
            <ac:spMk id="386" creationId="{9F4DA73B-9E60-96AC-12AD-B7D195AB5878}"/>
          </ac:spMkLst>
        </pc:spChg>
        <pc:spChg chg="add mod">
          <ac:chgData name="Matthew Dodds" userId="80d5a6ea92063750" providerId="LiveId" clId="{614D3421-716A-4CB0-994B-C24DF82A0F6F}" dt="2025-12-14T08:03:26.347" v="8986" actId="1038"/>
          <ac:spMkLst>
            <pc:docMk/>
            <pc:sldMk cId="3760332738" sldId="291"/>
            <ac:spMk id="387" creationId="{FCB16DDC-666D-8B7C-EA76-DCE9E21A86DD}"/>
          </ac:spMkLst>
        </pc:spChg>
        <pc:spChg chg="add mod">
          <ac:chgData name="Matthew Dodds" userId="80d5a6ea92063750" providerId="LiveId" clId="{614D3421-716A-4CB0-994B-C24DF82A0F6F}" dt="2025-12-14T08:00:46.491" v="8944" actId="1036"/>
          <ac:spMkLst>
            <pc:docMk/>
            <pc:sldMk cId="3760332738" sldId="291"/>
            <ac:spMk id="390" creationId="{B511C8E2-AF77-B411-47A7-4C39DC8560FD}"/>
          </ac:spMkLst>
        </pc:spChg>
        <pc:spChg chg="add mod">
          <ac:chgData name="Matthew Dodds" userId="80d5a6ea92063750" providerId="LiveId" clId="{614D3421-716A-4CB0-994B-C24DF82A0F6F}" dt="2025-12-14T08:00:46.491" v="8944" actId="1036"/>
          <ac:spMkLst>
            <pc:docMk/>
            <pc:sldMk cId="3760332738" sldId="291"/>
            <ac:spMk id="391" creationId="{56D403F4-192E-C3B9-7404-EC481AA310A9}"/>
          </ac:spMkLst>
        </pc:spChg>
        <pc:spChg chg="add mod">
          <ac:chgData name="Matthew Dodds" userId="80d5a6ea92063750" providerId="LiveId" clId="{614D3421-716A-4CB0-994B-C24DF82A0F6F}" dt="2025-12-14T08:01:28.836" v="8950" actId="207"/>
          <ac:spMkLst>
            <pc:docMk/>
            <pc:sldMk cId="3760332738" sldId="291"/>
            <ac:spMk id="392" creationId="{AF3D8C6B-6AFF-031C-5D33-4744ED51AC4B}"/>
          </ac:spMkLst>
        </pc:spChg>
        <pc:spChg chg="add mod">
          <ac:chgData name="Matthew Dodds" userId="80d5a6ea92063750" providerId="LiveId" clId="{614D3421-716A-4CB0-994B-C24DF82A0F6F}" dt="2025-12-14T08:01:58.649" v="8959" actId="1036"/>
          <ac:spMkLst>
            <pc:docMk/>
            <pc:sldMk cId="3760332738" sldId="291"/>
            <ac:spMk id="393" creationId="{F56DEE1A-EFF1-E97C-FA38-54EEF92A98D0}"/>
          </ac:spMkLst>
        </pc:spChg>
        <pc:grpChg chg="mod">
          <ac:chgData name="Matthew Dodds" userId="80d5a6ea92063750" providerId="LiveId" clId="{614D3421-716A-4CB0-994B-C24DF82A0F6F}" dt="2025-12-14T07:26:06.136" v="8324" actId="1076"/>
          <ac:grpSpMkLst>
            <pc:docMk/>
            <pc:sldMk cId="3760332738" sldId="291"/>
            <ac:grpSpMk id="9" creationId="{25BA3604-4970-9934-5697-62F45545681C}"/>
          </ac:grpSpMkLst>
        </pc:grpChg>
        <pc:grpChg chg="mod">
          <ac:chgData name="Matthew Dodds" userId="80d5a6ea92063750" providerId="LiveId" clId="{614D3421-716A-4CB0-994B-C24DF82A0F6F}" dt="2025-12-14T07:26:12.305" v="8325" actId="1076"/>
          <ac:grpSpMkLst>
            <pc:docMk/>
            <pc:sldMk cId="3760332738" sldId="291"/>
            <ac:grpSpMk id="10" creationId="{2B957E99-71D9-4436-376C-8BAFAC2C535C}"/>
          </ac:grpSpMkLst>
        </pc:grpChg>
        <pc:grpChg chg="add mod">
          <ac:chgData name="Matthew Dodds" userId="80d5a6ea92063750" providerId="LiveId" clId="{614D3421-716A-4CB0-994B-C24DF82A0F6F}" dt="2025-12-13T23:56:13.481" v="6227" actId="164"/>
          <ac:grpSpMkLst>
            <pc:docMk/>
            <pc:sldMk cId="3760332738" sldId="291"/>
            <ac:grpSpMk id="46" creationId="{E9449AC2-3830-1FB9-E692-0A790A562D00}"/>
          </ac:grpSpMkLst>
        </pc:grpChg>
        <pc:grpChg chg="add mod">
          <ac:chgData name="Matthew Dodds" userId="80d5a6ea92063750" providerId="LiveId" clId="{614D3421-716A-4CB0-994B-C24DF82A0F6F}" dt="2025-12-14T07:31:53.479" v="8430" actId="1036"/>
          <ac:grpSpMkLst>
            <pc:docMk/>
            <pc:sldMk cId="3760332738" sldId="291"/>
            <ac:grpSpMk id="54" creationId="{0C36046F-4668-A005-259B-0996BB7D952D}"/>
          </ac:grpSpMkLst>
        </pc:grpChg>
        <pc:grpChg chg="add mod">
          <ac:chgData name="Matthew Dodds" userId="80d5a6ea92063750" providerId="LiveId" clId="{614D3421-716A-4CB0-994B-C24DF82A0F6F}" dt="2025-12-13T23:55:58.821" v="6206" actId="164"/>
          <ac:grpSpMkLst>
            <pc:docMk/>
            <pc:sldMk cId="3760332738" sldId="291"/>
            <ac:grpSpMk id="69" creationId="{4FF92542-EFDD-2B8A-8DEF-90E33FA4ECBC}"/>
          </ac:grpSpMkLst>
        </pc:grpChg>
        <pc:grpChg chg="add mod">
          <ac:chgData name="Matthew Dodds" userId="80d5a6ea92063750" providerId="LiveId" clId="{614D3421-716A-4CB0-994B-C24DF82A0F6F}" dt="2025-12-14T00:09:38.202" v="6600" actId="1035"/>
          <ac:grpSpMkLst>
            <pc:docMk/>
            <pc:sldMk cId="3760332738" sldId="291"/>
            <ac:grpSpMk id="86" creationId="{9E0E89AF-94EB-B134-EC3F-26475458A3C8}"/>
          </ac:grpSpMkLst>
        </pc:grpChg>
        <pc:grpChg chg="add mod">
          <ac:chgData name="Matthew Dodds" userId="80d5a6ea92063750" providerId="LiveId" clId="{614D3421-716A-4CB0-994B-C24DF82A0F6F}" dt="2025-12-14T00:09:38.202" v="6600" actId="1035"/>
          <ac:grpSpMkLst>
            <pc:docMk/>
            <pc:sldMk cId="3760332738" sldId="291"/>
            <ac:grpSpMk id="87" creationId="{6CE78FF8-0A37-33A9-FF73-549BECF70529}"/>
          </ac:grpSpMkLst>
        </pc:grpChg>
        <pc:grpChg chg="add mod topLvl">
          <ac:chgData name="Matthew Dodds" userId="80d5a6ea92063750" providerId="LiveId" clId="{614D3421-716A-4CB0-994B-C24DF82A0F6F}" dt="2025-12-13T23:48:01.009" v="6128" actId="164"/>
          <ac:grpSpMkLst>
            <pc:docMk/>
            <pc:sldMk cId="3760332738" sldId="291"/>
            <ac:grpSpMk id="98" creationId="{63199BC9-DF96-8BC3-AD6A-8DE752E4CB10}"/>
          </ac:grpSpMkLst>
        </pc:grpChg>
        <pc:grpChg chg="add mod">
          <ac:chgData name="Matthew Dodds" userId="80d5a6ea92063750" providerId="LiveId" clId="{614D3421-716A-4CB0-994B-C24DF82A0F6F}" dt="2025-12-14T06:18:59.426" v="7267" actId="164"/>
          <ac:grpSpMkLst>
            <pc:docMk/>
            <pc:sldMk cId="3760332738" sldId="291"/>
            <ac:grpSpMk id="134" creationId="{7D996611-DF00-D3E4-3939-6B0B0B999EAA}"/>
          </ac:grpSpMkLst>
        </pc:grpChg>
        <pc:grpChg chg="add mod">
          <ac:chgData name="Matthew Dodds" userId="80d5a6ea92063750" providerId="LiveId" clId="{614D3421-716A-4CB0-994B-C24DF82A0F6F}" dt="2025-12-14T07:58:21.066" v="8922" actId="1037"/>
          <ac:grpSpMkLst>
            <pc:docMk/>
            <pc:sldMk cId="3760332738" sldId="291"/>
            <ac:grpSpMk id="172" creationId="{DF458614-DAE0-638C-8FD4-8378BB104F1B}"/>
          </ac:grpSpMkLst>
        </pc:grpChg>
        <pc:grpChg chg="add mod">
          <ac:chgData name="Matthew Dodds" userId="80d5a6ea92063750" providerId="LiveId" clId="{614D3421-716A-4CB0-994B-C24DF82A0F6F}" dt="2025-12-14T07:56:39.460" v="8877" actId="1036"/>
          <ac:grpSpMkLst>
            <pc:docMk/>
            <pc:sldMk cId="3760332738" sldId="291"/>
            <ac:grpSpMk id="193" creationId="{374DBEB8-4549-F462-9C86-D7E67EF274CE}"/>
          </ac:grpSpMkLst>
        </pc:grpChg>
        <pc:grpChg chg="add mod">
          <ac:chgData name="Matthew Dodds" userId="80d5a6ea92063750" providerId="LiveId" clId="{614D3421-716A-4CB0-994B-C24DF82A0F6F}" dt="2025-12-14T07:13:09.122" v="8257" actId="1035"/>
          <ac:grpSpMkLst>
            <pc:docMk/>
            <pc:sldMk cId="3760332738" sldId="291"/>
            <ac:grpSpMk id="208" creationId="{EBE2552E-F10E-CA10-C9D2-E35AC20F2CB3}"/>
          </ac:grpSpMkLst>
        </pc:grpChg>
        <pc:grpChg chg="add mod">
          <ac:chgData name="Matthew Dodds" userId="80d5a6ea92063750" providerId="LiveId" clId="{614D3421-716A-4CB0-994B-C24DF82A0F6F}" dt="2025-12-14T07:13:09.122" v="8257" actId="1035"/>
          <ac:grpSpMkLst>
            <pc:docMk/>
            <pc:sldMk cId="3760332738" sldId="291"/>
            <ac:grpSpMk id="211" creationId="{CA37ACEF-E897-0798-B753-93F1A201507B}"/>
          </ac:grpSpMkLst>
        </pc:grpChg>
        <pc:grpChg chg="add mod">
          <ac:chgData name="Matthew Dodds" userId="80d5a6ea92063750" providerId="LiveId" clId="{614D3421-716A-4CB0-994B-C24DF82A0F6F}" dt="2025-12-14T07:13:09.122" v="8257" actId="1035"/>
          <ac:grpSpMkLst>
            <pc:docMk/>
            <pc:sldMk cId="3760332738" sldId="291"/>
            <ac:grpSpMk id="214" creationId="{7E5055E0-E4D7-30E1-52B4-5C922E2E6233}"/>
          </ac:grpSpMkLst>
        </pc:grpChg>
        <pc:grpChg chg="add mod">
          <ac:chgData name="Matthew Dodds" userId="80d5a6ea92063750" providerId="LiveId" clId="{614D3421-716A-4CB0-994B-C24DF82A0F6F}" dt="2025-12-14T07:44:53.542" v="8618" actId="164"/>
          <ac:grpSpMkLst>
            <pc:docMk/>
            <pc:sldMk cId="3760332738" sldId="291"/>
            <ac:grpSpMk id="224" creationId="{5BE169EF-7692-1E06-3B36-A6B0BF750CD0}"/>
          </ac:grpSpMkLst>
        </pc:grpChg>
        <pc:grpChg chg="mod">
          <ac:chgData name="Matthew Dodds" userId="80d5a6ea92063750" providerId="LiveId" clId="{614D3421-716A-4CB0-994B-C24DF82A0F6F}" dt="2025-12-14T07:30:18.028" v="8362"/>
          <ac:grpSpMkLst>
            <pc:docMk/>
            <pc:sldMk cId="3760332738" sldId="291"/>
            <ac:grpSpMk id="225" creationId="{169CDA9A-226B-A1F3-AAC3-E4951BA559C4}"/>
          </ac:grpSpMkLst>
        </pc:grpChg>
        <pc:grpChg chg="add mod">
          <ac:chgData name="Matthew Dodds" userId="80d5a6ea92063750" providerId="LiveId" clId="{614D3421-716A-4CB0-994B-C24DF82A0F6F}" dt="2025-12-14T07:44:53.542" v="8618" actId="164"/>
          <ac:grpSpMkLst>
            <pc:docMk/>
            <pc:sldMk cId="3760332738" sldId="291"/>
            <ac:grpSpMk id="316" creationId="{DB898B50-EA2F-1277-AB0E-1C6144360EDE}"/>
          </ac:grpSpMkLst>
        </pc:grpChg>
        <pc:grpChg chg="add mod">
          <ac:chgData name="Matthew Dodds" userId="80d5a6ea92063750" providerId="LiveId" clId="{614D3421-716A-4CB0-994B-C24DF82A0F6F}" dt="2025-12-14T07:46:28.712" v="8648" actId="1036"/>
          <ac:grpSpMkLst>
            <pc:docMk/>
            <pc:sldMk cId="3760332738" sldId="291"/>
            <ac:grpSpMk id="317" creationId="{DD2F3513-DE87-1688-D5EF-D8B63A37C50F}"/>
          </ac:grpSpMkLst>
        </pc:grpChg>
        <pc:grpChg chg="mod">
          <ac:chgData name="Matthew Dodds" userId="80d5a6ea92063750" providerId="LiveId" clId="{614D3421-716A-4CB0-994B-C24DF82A0F6F}" dt="2025-12-14T07:44:56.677" v="8619"/>
          <ac:grpSpMkLst>
            <pc:docMk/>
            <pc:sldMk cId="3760332738" sldId="291"/>
            <ac:grpSpMk id="318" creationId="{8544E464-FCAC-34B2-3DF4-66FA16058278}"/>
          </ac:grpSpMkLst>
        </pc:grpChg>
        <pc:grpChg chg="mod">
          <ac:chgData name="Matthew Dodds" userId="80d5a6ea92063750" providerId="LiveId" clId="{614D3421-716A-4CB0-994B-C24DF82A0F6F}" dt="2025-12-14T07:44:56.677" v="8619"/>
          <ac:grpSpMkLst>
            <pc:docMk/>
            <pc:sldMk cId="3760332738" sldId="291"/>
            <ac:grpSpMk id="320" creationId="{5791810D-627E-2069-2C70-19A98E74CAEA}"/>
          </ac:grpSpMkLst>
        </pc:grpChg>
        <pc:grpChg chg="add mod">
          <ac:chgData name="Matthew Dodds" userId="80d5a6ea92063750" providerId="LiveId" clId="{614D3421-716A-4CB0-994B-C24DF82A0F6F}" dt="2025-12-14T07:46:33.402" v="8652" actId="1036"/>
          <ac:grpSpMkLst>
            <pc:docMk/>
            <pc:sldMk cId="3760332738" sldId="291"/>
            <ac:grpSpMk id="324" creationId="{E62917EA-CEDA-2CEB-FE43-E76443479565}"/>
          </ac:grpSpMkLst>
        </pc:grpChg>
        <pc:grpChg chg="mod">
          <ac:chgData name="Matthew Dodds" userId="80d5a6ea92063750" providerId="LiveId" clId="{614D3421-716A-4CB0-994B-C24DF82A0F6F}" dt="2025-12-14T07:44:56.821" v="8620"/>
          <ac:grpSpMkLst>
            <pc:docMk/>
            <pc:sldMk cId="3760332738" sldId="291"/>
            <ac:grpSpMk id="325" creationId="{2DA69A07-1EEB-2EB1-4DB0-1EF23D7EC33F}"/>
          </ac:grpSpMkLst>
        </pc:grpChg>
        <pc:grpChg chg="mod">
          <ac:chgData name="Matthew Dodds" userId="80d5a6ea92063750" providerId="LiveId" clId="{614D3421-716A-4CB0-994B-C24DF82A0F6F}" dt="2025-12-14T07:44:56.821" v="8620"/>
          <ac:grpSpMkLst>
            <pc:docMk/>
            <pc:sldMk cId="3760332738" sldId="291"/>
            <ac:grpSpMk id="327" creationId="{A728913F-E359-69D4-685A-6519B754417B}"/>
          </ac:grpSpMkLst>
        </pc:grpChg>
        <pc:grpChg chg="add mod">
          <ac:chgData name="Matthew Dodds" userId="80d5a6ea92063750" providerId="LiveId" clId="{614D3421-716A-4CB0-994B-C24DF82A0F6F}" dt="2025-12-14T07:46:36.548" v="8656" actId="1036"/>
          <ac:grpSpMkLst>
            <pc:docMk/>
            <pc:sldMk cId="3760332738" sldId="291"/>
            <ac:grpSpMk id="331" creationId="{F3347B8E-D008-D3CB-25FD-80089BB1552E}"/>
          </ac:grpSpMkLst>
        </pc:grpChg>
        <pc:grpChg chg="mod">
          <ac:chgData name="Matthew Dodds" userId="80d5a6ea92063750" providerId="LiveId" clId="{614D3421-716A-4CB0-994B-C24DF82A0F6F}" dt="2025-12-14T07:44:56.969" v="8621"/>
          <ac:grpSpMkLst>
            <pc:docMk/>
            <pc:sldMk cId="3760332738" sldId="291"/>
            <ac:grpSpMk id="332" creationId="{789D8B90-CE8C-EE45-E78C-9E1A2A3A8862}"/>
          </ac:grpSpMkLst>
        </pc:grpChg>
        <pc:grpChg chg="mod">
          <ac:chgData name="Matthew Dodds" userId="80d5a6ea92063750" providerId="LiveId" clId="{614D3421-716A-4CB0-994B-C24DF82A0F6F}" dt="2025-12-14T07:44:56.969" v="8621"/>
          <ac:grpSpMkLst>
            <pc:docMk/>
            <pc:sldMk cId="3760332738" sldId="291"/>
            <ac:grpSpMk id="334" creationId="{7B0CD2E6-0893-01EE-B3D4-954BE87AF77A}"/>
          </ac:grpSpMkLst>
        </pc:grpChg>
        <pc:grpChg chg="add mod">
          <ac:chgData name="Matthew Dodds" userId="80d5a6ea92063750" providerId="LiveId" clId="{614D3421-716A-4CB0-994B-C24DF82A0F6F}" dt="2025-12-14T07:46:40.027" v="8659" actId="1036"/>
          <ac:grpSpMkLst>
            <pc:docMk/>
            <pc:sldMk cId="3760332738" sldId="291"/>
            <ac:grpSpMk id="338" creationId="{F7741F8E-A671-5DE0-C7EA-D8FEC31A7ABB}"/>
          </ac:grpSpMkLst>
        </pc:grpChg>
        <pc:grpChg chg="mod">
          <ac:chgData name="Matthew Dodds" userId="80d5a6ea92063750" providerId="LiveId" clId="{614D3421-716A-4CB0-994B-C24DF82A0F6F}" dt="2025-12-14T07:44:57.117" v="8622"/>
          <ac:grpSpMkLst>
            <pc:docMk/>
            <pc:sldMk cId="3760332738" sldId="291"/>
            <ac:grpSpMk id="339" creationId="{B6846EC1-2C9A-DBDE-1AC0-B6D60534A255}"/>
          </ac:grpSpMkLst>
        </pc:grpChg>
        <pc:grpChg chg="mod">
          <ac:chgData name="Matthew Dodds" userId="80d5a6ea92063750" providerId="LiveId" clId="{614D3421-716A-4CB0-994B-C24DF82A0F6F}" dt="2025-12-14T07:44:57.117" v="8622"/>
          <ac:grpSpMkLst>
            <pc:docMk/>
            <pc:sldMk cId="3760332738" sldId="291"/>
            <ac:grpSpMk id="341" creationId="{1F38B562-D170-5CB0-042F-ED497BD40542}"/>
          </ac:grpSpMkLst>
        </pc:grpChg>
        <pc:grpChg chg="mod">
          <ac:chgData name="Matthew Dodds" userId="80d5a6ea92063750" providerId="LiveId" clId="{614D3421-716A-4CB0-994B-C24DF82A0F6F}" dt="2025-12-14T07:46:58.929" v="8723" actId="1035"/>
          <ac:grpSpMkLst>
            <pc:docMk/>
            <pc:sldMk cId="3760332738" sldId="291"/>
            <ac:grpSpMk id="345" creationId="{830DB503-0256-BE41-CD3B-68B12409A0F3}"/>
          </ac:grpSpMkLst>
        </pc:grpChg>
        <pc:grpChg chg="mod">
          <ac:chgData name="Matthew Dodds" userId="80d5a6ea92063750" providerId="LiveId" clId="{614D3421-716A-4CB0-994B-C24DF82A0F6F}" dt="2025-12-14T07:46:58.929" v="8723" actId="1035"/>
          <ac:grpSpMkLst>
            <pc:docMk/>
            <pc:sldMk cId="3760332738" sldId="291"/>
            <ac:grpSpMk id="352" creationId="{62CE1310-B6C3-AA89-28D7-D816472A377C}"/>
          </ac:grpSpMkLst>
        </pc:grpChg>
        <pc:grpChg chg="mod">
          <ac:chgData name="Matthew Dodds" userId="80d5a6ea92063750" providerId="LiveId" clId="{614D3421-716A-4CB0-994B-C24DF82A0F6F}" dt="2025-12-14T07:46:58.929" v="8723" actId="1035"/>
          <ac:grpSpMkLst>
            <pc:docMk/>
            <pc:sldMk cId="3760332738" sldId="291"/>
            <ac:grpSpMk id="359" creationId="{F590CF32-4922-2284-8526-AF286012920A}"/>
          </ac:grpSpMkLst>
        </pc:grpChg>
        <pc:grpChg chg="mod">
          <ac:chgData name="Matthew Dodds" userId="80d5a6ea92063750" providerId="LiveId" clId="{614D3421-716A-4CB0-994B-C24DF82A0F6F}" dt="2025-12-14T07:46:58.929" v="8723" actId="1035"/>
          <ac:grpSpMkLst>
            <pc:docMk/>
            <pc:sldMk cId="3760332738" sldId="291"/>
            <ac:grpSpMk id="366" creationId="{38D2D624-69F7-680E-4C52-F11A1D4006D8}"/>
          </ac:grpSpMkLst>
        </pc:grpChg>
        <pc:grpChg chg="add mod">
          <ac:chgData name="Matthew Dodds" userId="80d5a6ea92063750" providerId="LiveId" clId="{614D3421-716A-4CB0-994B-C24DF82A0F6F}" dt="2025-12-14T07:48:38.546" v="8735" actId="14100"/>
          <ac:grpSpMkLst>
            <pc:docMk/>
            <pc:sldMk cId="3760332738" sldId="291"/>
            <ac:grpSpMk id="380" creationId="{0D50A284-032B-DF54-BC21-8D1B022EE4D4}"/>
          </ac:grpSpMkLst>
        </pc:grpChg>
        <pc:grpChg chg="mod">
          <ac:chgData name="Matthew Dodds" userId="80d5a6ea92063750" providerId="LiveId" clId="{614D3421-716A-4CB0-994B-C24DF82A0F6F}" dt="2025-12-14T07:47:22.600" v="8725"/>
          <ac:grpSpMkLst>
            <pc:docMk/>
            <pc:sldMk cId="3760332738" sldId="291"/>
            <ac:grpSpMk id="383" creationId="{69C98B7D-E5B3-0447-7687-CD68BC5F407E}"/>
          </ac:grpSpMkLst>
        </pc:grpChg>
        <pc:graphicFrameChg chg="add mod ord modGraphic">
          <ac:chgData name="Matthew Dodds" userId="80d5a6ea92063750" providerId="LiveId" clId="{614D3421-716A-4CB0-994B-C24DF82A0F6F}" dt="2025-12-14T00:09:53.153" v="6614" actId="1035"/>
          <ac:graphicFrameMkLst>
            <pc:docMk/>
            <pc:sldMk cId="3760332738" sldId="291"/>
            <ac:graphicFrameMk id="24" creationId="{2E8BF469-11E6-9DBA-916E-B1D9F10D6604}"/>
          </ac:graphicFrameMkLst>
        </pc:graphicFrameChg>
        <pc:picChg chg="add mod">
          <ac:chgData name="Matthew Dodds" userId="80d5a6ea92063750" providerId="LiveId" clId="{614D3421-716A-4CB0-994B-C24DF82A0F6F}" dt="2025-12-14T08:03:52.853" v="8991" actId="1036"/>
          <ac:picMkLst>
            <pc:docMk/>
            <pc:sldMk cId="3760332738" sldId="291"/>
            <ac:picMk id="395" creationId="{48EFB0B2-0A38-436E-93EA-B6DD7C900C21}"/>
          </ac:picMkLst>
        </pc:picChg>
        <pc:cxnChg chg="add mod">
          <ac:chgData name="Matthew Dodds" userId="80d5a6ea92063750" providerId="LiveId" clId="{614D3421-716A-4CB0-994B-C24DF82A0F6F}" dt="2025-12-14T00:09:38.202" v="6600" actId="1035"/>
          <ac:cxnSpMkLst>
            <pc:docMk/>
            <pc:sldMk cId="3760332738" sldId="291"/>
            <ac:cxnSpMk id="17" creationId="{CB801471-B986-A4E8-6E26-FB9264A15E43}"/>
          </ac:cxnSpMkLst>
        </pc:cxnChg>
        <pc:cxnChg chg="add mod">
          <ac:chgData name="Matthew Dodds" userId="80d5a6ea92063750" providerId="LiveId" clId="{614D3421-716A-4CB0-994B-C24DF82A0F6F}" dt="2025-12-14T06:17:32.436" v="7254" actId="14100"/>
          <ac:cxnSpMkLst>
            <pc:docMk/>
            <pc:sldMk cId="3760332738" sldId="291"/>
            <ac:cxnSpMk id="21" creationId="{4F57FDEA-F950-71F4-E937-3CD48EADAD2C}"/>
          </ac:cxnSpMkLst>
        </pc:cxnChg>
        <pc:cxnChg chg="add mod">
          <ac:chgData name="Matthew Dodds" userId="80d5a6ea92063750" providerId="LiveId" clId="{614D3421-716A-4CB0-994B-C24DF82A0F6F}" dt="2025-12-14T00:09:38.202" v="6600" actId="1035"/>
          <ac:cxnSpMkLst>
            <pc:docMk/>
            <pc:sldMk cId="3760332738" sldId="291"/>
            <ac:cxnSpMk id="41" creationId="{675D6D0F-6403-B544-4475-1A99575BDD5D}"/>
          </ac:cxnSpMkLst>
        </pc:cxnChg>
        <pc:cxnChg chg="add mod">
          <ac:chgData name="Matthew Dodds" userId="80d5a6ea92063750" providerId="LiveId" clId="{614D3421-716A-4CB0-994B-C24DF82A0F6F}" dt="2025-12-14T00:09:38.202" v="6600" actId="1035"/>
          <ac:cxnSpMkLst>
            <pc:docMk/>
            <pc:sldMk cId="3760332738" sldId="291"/>
            <ac:cxnSpMk id="42" creationId="{8B1965D5-86B2-A88B-BFC2-D18139711937}"/>
          </ac:cxnSpMkLst>
        </pc:cxnChg>
        <pc:cxnChg chg="add mod">
          <ac:chgData name="Matthew Dodds" userId="80d5a6ea92063750" providerId="LiveId" clId="{614D3421-716A-4CB0-994B-C24DF82A0F6F}" dt="2025-12-11T22:21:07.209" v="4971" actId="14100"/>
          <ac:cxnSpMkLst>
            <pc:docMk/>
            <pc:sldMk cId="3760332738" sldId="291"/>
            <ac:cxnSpMk id="44" creationId="{6FF6C43A-2CC0-42AB-8602-D9BAFA036974}"/>
          </ac:cxnSpMkLst>
        </pc:cxnChg>
        <pc:cxnChg chg="add mod">
          <ac:chgData name="Matthew Dodds" userId="80d5a6ea92063750" providerId="LiveId" clId="{614D3421-716A-4CB0-994B-C24DF82A0F6F}" dt="2025-12-14T00:09:38.202" v="6600" actId="1035"/>
          <ac:cxnSpMkLst>
            <pc:docMk/>
            <pc:sldMk cId="3760332738" sldId="291"/>
            <ac:cxnSpMk id="47" creationId="{27924B2B-2A40-5C06-26FB-BE499713E9A6}"/>
          </ac:cxnSpMkLst>
        </pc:cxnChg>
        <pc:cxnChg chg="add mod">
          <ac:chgData name="Matthew Dodds" userId="80d5a6ea92063750" providerId="LiveId" clId="{614D3421-716A-4CB0-994B-C24DF82A0F6F}" dt="2025-12-14T00:09:38.202" v="6600" actId="1035"/>
          <ac:cxnSpMkLst>
            <pc:docMk/>
            <pc:sldMk cId="3760332738" sldId="291"/>
            <ac:cxnSpMk id="48" creationId="{904BF3A1-0630-1DBC-A017-017AA17164A1}"/>
          </ac:cxnSpMkLst>
        </pc:cxnChg>
        <pc:cxnChg chg="mod">
          <ac:chgData name="Matthew Dodds" userId="80d5a6ea92063750" providerId="LiveId" clId="{614D3421-716A-4CB0-994B-C24DF82A0F6F}" dt="2025-12-13T23:53:47.132" v="6191"/>
          <ac:cxnSpMkLst>
            <pc:docMk/>
            <pc:sldMk cId="3760332738" sldId="291"/>
            <ac:cxnSpMk id="81" creationId="{8A98C486-BCF4-5F3D-5D0B-36FCE50B3D86}"/>
          </ac:cxnSpMkLst>
        </pc:cxnChg>
        <pc:cxnChg chg="add mod topLvl">
          <ac:chgData name="Matthew Dodds" userId="80d5a6ea92063750" providerId="LiveId" clId="{614D3421-716A-4CB0-994B-C24DF82A0F6F}" dt="2025-12-14T07:52:59.053" v="8801" actId="1036"/>
          <ac:cxnSpMkLst>
            <pc:docMk/>
            <pc:sldMk cId="3760332738" sldId="291"/>
            <ac:cxnSpMk id="178" creationId="{0F3D3EF6-4748-925C-8D71-FB33CA2DA7E2}"/>
          </ac:cxnSpMkLst>
        </pc:cxnChg>
        <pc:cxnChg chg="add mod">
          <ac:chgData name="Matthew Dodds" userId="80d5a6ea92063750" providerId="LiveId" clId="{614D3421-716A-4CB0-994B-C24DF82A0F6F}" dt="2025-12-14T07:52:59.053" v="8801" actId="1036"/>
          <ac:cxnSpMkLst>
            <pc:docMk/>
            <pc:sldMk cId="3760332738" sldId="291"/>
            <ac:cxnSpMk id="183" creationId="{084ACED6-1F9F-5A40-BD26-90D238316AEE}"/>
          </ac:cxnSpMkLst>
        </pc:cxnChg>
        <pc:cxnChg chg="add mod">
          <ac:chgData name="Matthew Dodds" userId="80d5a6ea92063750" providerId="LiveId" clId="{614D3421-716A-4CB0-994B-C24DF82A0F6F}" dt="2025-12-14T07:20:46.252" v="8287" actId="208"/>
          <ac:cxnSpMkLst>
            <pc:docMk/>
            <pc:sldMk cId="3760332738" sldId="291"/>
            <ac:cxnSpMk id="187" creationId="{D2F187F1-5D02-AFD7-21F2-B11FB3C68FCF}"/>
          </ac:cxnSpMkLst>
        </pc:cxnChg>
        <pc:cxnChg chg="add mod topLvl">
          <ac:chgData name="Matthew Dodds" userId="80d5a6ea92063750" providerId="LiveId" clId="{614D3421-716A-4CB0-994B-C24DF82A0F6F}" dt="2025-12-14T07:52:15.167" v="8764" actId="165"/>
          <ac:cxnSpMkLst>
            <pc:docMk/>
            <pc:sldMk cId="3760332738" sldId="291"/>
            <ac:cxnSpMk id="202" creationId="{5392B5E6-8C56-4AA1-F27B-814A2C84BFAA}"/>
          </ac:cxnSpMkLst>
        </pc:cxnChg>
        <pc:cxnChg chg="add mod">
          <ac:chgData name="Matthew Dodds" userId="80d5a6ea92063750" providerId="LiveId" clId="{614D3421-716A-4CB0-994B-C24DF82A0F6F}" dt="2025-12-14T07:18:42.719" v="8283" actId="1035"/>
          <ac:cxnSpMkLst>
            <pc:docMk/>
            <pc:sldMk cId="3760332738" sldId="291"/>
            <ac:cxnSpMk id="217" creationId="{9C391CA9-0DF4-50AA-7DB0-D2BF5A11FCAA}"/>
          </ac:cxnSpMkLst>
        </pc:cxnChg>
        <pc:cxnChg chg="add mod">
          <ac:chgData name="Matthew Dodds" userId="80d5a6ea92063750" providerId="LiveId" clId="{614D3421-716A-4CB0-994B-C24DF82A0F6F}" dt="2025-12-14T07:44:53.542" v="8618" actId="164"/>
          <ac:cxnSpMkLst>
            <pc:docMk/>
            <pc:sldMk cId="3760332738" sldId="291"/>
            <ac:cxnSpMk id="295" creationId="{446F3D07-0912-29B1-9688-7D6BC5161A6B}"/>
          </ac:cxnSpMkLst>
        </pc:cxnChg>
        <pc:cxnChg chg="mod">
          <ac:chgData name="Matthew Dodds" userId="80d5a6ea92063750" providerId="LiveId" clId="{614D3421-716A-4CB0-994B-C24DF82A0F6F}" dt="2025-12-14T07:44:56.677" v="8619"/>
          <ac:cxnSpMkLst>
            <pc:docMk/>
            <pc:sldMk cId="3760332738" sldId="291"/>
            <ac:cxnSpMk id="319" creationId="{7993EF1B-E8C2-4ABD-86D3-79744EF9D11D}"/>
          </ac:cxnSpMkLst>
        </pc:cxnChg>
        <pc:cxnChg chg="mod">
          <ac:chgData name="Matthew Dodds" userId="80d5a6ea92063750" providerId="LiveId" clId="{614D3421-716A-4CB0-994B-C24DF82A0F6F}" dt="2025-12-14T07:44:56.821" v="8620"/>
          <ac:cxnSpMkLst>
            <pc:docMk/>
            <pc:sldMk cId="3760332738" sldId="291"/>
            <ac:cxnSpMk id="326" creationId="{6DDEB9AF-7057-0004-7C6B-11C58F3B6336}"/>
          </ac:cxnSpMkLst>
        </pc:cxnChg>
        <pc:cxnChg chg="mod">
          <ac:chgData name="Matthew Dodds" userId="80d5a6ea92063750" providerId="LiveId" clId="{614D3421-716A-4CB0-994B-C24DF82A0F6F}" dt="2025-12-14T07:44:56.969" v="8621"/>
          <ac:cxnSpMkLst>
            <pc:docMk/>
            <pc:sldMk cId="3760332738" sldId="291"/>
            <ac:cxnSpMk id="333" creationId="{FD26EE9E-6DA9-2E16-FB2A-6F23D3BCA42E}"/>
          </ac:cxnSpMkLst>
        </pc:cxnChg>
        <pc:cxnChg chg="mod">
          <ac:chgData name="Matthew Dodds" userId="80d5a6ea92063750" providerId="LiveId" clId="{614D3421-716A-4CB0-994B-C24DF82A0F6F}" dt="2025-12-14T07:44:57.117" v="8622"/>
          <ac:cxnSpMkLst>
            <pc:docMk/>
            <pc:sldMk cId="3760332738" sldId="291"/>
            <ac:cxnSpMk id="340" creationId="{0EB74D79-E56B-A0C8-2111-6E00B05CED5C}"/>
          </ac:cxnSpMkLst>
        </pc:cxnChg>
        <pc:cxnChg chg="mod">
          <ac:chgData name="Matthew Dodds" userId="80d5a6ea92063750" providerId="LiveId" clId="{614D3421-716A-4CB0-994B-C24DF82A0F6F}" dt="2025-12-14T07:47:22.600" v="8725"/>
          <ac:cxnSpMkLst>
            <pc:docMk/>
            <pc:sldMk cId="3760332738" sldId="291"/>
            <ac:cxnSpMk id="382" creationId="{BBF79464-03FC-157D-8EA5-2A15F56796F4}"/>
          </ac:cxnSpMkLst>
        </pc:cxnChg>
      </pc:sldChg>
      <pc:sldChg chg="addSp delSp modSp add mod">
        <pc:chgData name="Matthew Dodds" userId="80d5a6ea92063750" providerId="LiveId" clId="{614D3421-716A-4CB0-994B-C24DF82A0F6F}" dt="2025-12-11T23:04:19.677" v="5903" actId="1036"/>
        <pc:sldMkLst>
          <pc:docMk/>
          <pc:sldMk cId="908570863" sldId="292"/>
        </pc:sldMkLst>
        <pc:spChg chg="add 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43" creationId="{20AEAFFD-6534-059C-8193-66A9E1732AA2}"/>
          </ac:spMkLst>
        </pc:spChg>
        <pc:spChg chg="mod ord">
          <ac:chgData name="Matthew Dodds" userId="80d5a6ea92063750" providerId="LiveId" clId="{614D3421-716A-4CB0-994B-C24DF82A0F6F}" dt="2025-12-11T23:03:12.839" v="5885" actId="167"/>
          <ac:spMkLst>
            <pc:docMk/>
            <pc:sldMk cId="908570863" sldId="292"/>
            <ac:spMk id="46" creationId="{7D2B45B6-CE35-DC52-3D11-ED967A21693B}"/>
          </ac:spMkLst>
        </pc:spChg>
        <pc:spChg chg="mod">
          <ac:chgData name="Matthew Dodds" userId="80d5a6ea92063750" providerId="LiveId" clId="{614D3421-716A-4CB0-994B-C24DF82A0F6F}" dt="2025-12-11T23:02:47.692" v="5882" actId="207"/>
          <ac:spMkLst>
            <pc:docMk/>
            <pc:sldMk cId="908570863" sldId="292"/>
            <ac:spMk id="47" creationId="{8412DCA4-FC74-0ACE-1B9A-42E3D645F1E7}"/>
          </ac:spMkLst>
        </pc:spChg>
        <pc:spChg chg="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49" creationId="{7B2CE7A6-ACF0-134F-27CF-4FBB3EDF45D1}"/>
          </ac:spMkLst>
        </pc:spChg>
        <pc:spChg chg="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50" creationId="{0E9BC88C-FFEC-9A07-8EA7-F66DF13D7F8C}"/>
          </ac:spMkLst>
        </pc:spChg>
        <pc:spChg chg="add 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51" creationId="{A9053A7A-8848-070D-46C2-37DB5A175098}"/>
          </ac:spMkLst>
        </pc:spChg>
        <pc:spChg chg="mod">
          <ac:chgData name="Matthew Dodds" userId="80d5a6ea92063750" providerId="LiveId" clId="{614D3421-716A-4CB0-994B-C24DF82A0F6F}" dt="2025-12-11T23:04:19.677" v="5903" actId="1036"/>
          <ac:spMkLst>
            <pc:docMk/>
            <pc:sldMk cId="908570863" sldId="292"/>
            <ac:spMk id="52" creationId="{85BB7D9B-E429-90A3-0B59-C898791F65FA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59" creationId="{F6515583-E4FD-D6F5-4B4E-6668129E5797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81" creationId="{04412A39-D353-BED3-78D4-2230F6431533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84" creationId="{110648BA-626A-358A-5E6A-8B0A234B6705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89" creationId="{040B57B0-7BAF-7E3E-EE20-1FF305D9A39E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90" creationId="{588054E7-D02F-09BB-61F5-26D3E32B000B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92" creationId="{5E347D1B-4676-CA79-8E9B-F852FDA44DF0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93" creationId="{060117A7-0B0B-FC2E-F4D7-D3018151F1A4}"/>
          </ac:spMkLst>
        </pc:spChg>
        <pc:spChg chg="mod">
          <ac:chgData name="Matthew Dodds" userId="80d5a6ea92063750" providerId="LiveId" clId="{614D3421-716A-4CB0-994B-C24DF82A0F6F}" dt="2025-12-11T23:04:01.307" v="5895"/>
          <ac:spMkLst>
            <pc:docMk/>
            <pc:sldMk cId="908570863" sldId="292"/>
            <ac:spMk id="94" creationId="{07434972-3ADD-6F56-926C-076B379ABB48}"/>
          </ac:spMkLst>
        </pc:spChg>
        <pc:grpChg chg="mod">
          <ac:chgData name="Matthew Dodds" userId="80d5a6ea92063750" providerId="LiveId" clId="{614D3421-716A-4CB0-994B-C24DF82A0F6F}" dt="2025-12-11T23:04:19.677" v="5903" actId="1036"/>
          <ac:grpSpMkLst>
            <pc:docMk/>
            <pc:sldMk cId="908570863" sldId="292"/>
            <ac:grpSpMk id="56" creationId="{CB292E7D-14B9-2EFD-03AF-665EEC42AE64}"/>
          </ac:grpSpMkLst>
        </pc:grpChg>
        <pc:grpChg chg="mod">
          <ac:chgData name="Matthew Dodds" userId="80d5a6ea92063750" providerId="LiveId" clId="{614D3421-716A-4CB0-994B-C24DF82A0F6F}" dt="2025-12-11T23:04:19.677" v="5903" actId="1036"/>
          <ac:grpSpMkLst>
            <pc:docMk/>
            <pc:sldMk cId="908570863" sldId="292"/>
            <ac:grpSpMk id="83" creationId="{7626E489-E121-F5C9-ACE7-74877B9CC66D}"/>
          </ac:grpSpMkLst>
        </pc:grpChg>
        <pc:grpChg chg="mod">
          <ac:chgData name="Matthew Dodds" userId="80d5a6ea92063750" providerId="LiveId" clId="{614D3421-716A-4CB0-994B-C24DF82A0F6F}" dt="2025-12-11T23:04:19.677" v="5903" actId="1036"/>
          <ac:grpSpMkLst>
            <pc:docMk/>
            <pc:sldMk cId="908570863" sldId="292"/>
            <ac:grpSpMk id="88" creationId="{BB9D223F-B2C2-0208-8733-D46FAB822188}"/>
          </ac:grpSpMkLst>
        </pc:grpChg>
        <pc:cxnChg chg="mod">
          <ac:chgData name="Matthew Dodds" userId="80d5a6ea92063750" providerId="LiveId" clId="{614D3421-716A-4CB0-994B-C24DF82A0F6F}" dt="2025-12-11T23:03:24.646" v="5887" actId="14100"/>
          <ac:cxnSpMkLst>
            <pc:docMk/>
            <pc:sldMk cId="908570863" sldId="292"/>
            <ac:cxnSpMk id="48" creationId="{6ECF0F70-3D17-7D6A-2C51-6D2805754698}"/>
          </ac:cxnSpMkLst>
        </pc:cxnChg>
        <pc:cxnChg chg="mod">
          <ac:chgData name="Matthew Dodds" userId="80d5a6ea92063750" providerId="LiveId" clId="{614D3421-716A-4CB0-994B-C24DF82A0F6F}" dt="2025-12-11T23:04:19.677" v="5903" actId="1036"/>
          <ac:cxnSpMkLst>
            <pc:docMk/>
            <pc:sldMk cId="908570863" sldId="292"/>
            <ac:cxnSpMk id="53" creationId="{ECAE1538-B211-3915-4885-FB39CC8BD4E6}"/>
          </ac:cxnSpMkLst>
        </pc:cxnChg>
        <pc:cxnChg chg="mod">
          <ac:chgData name="Matthew Dodds" userId="80d5a6ea92063750" providerId="LiveId" clId="{614D3421-716A-4CB0-994B-C24DF82A0F6F}" dt="2025-12-11T23:04:19.677" v="5903" actId="1036"/>
          <ac:cxnSpMkLst>
            <pc:docMk/>
            <pc:sldMk cId="908570863" sldId="292"/>
            <ac:cxnSpMk id="54" creationId="{CCDF7270-87E9-AA81-7E35-49E413CF9352}"/>
          </ac:cxnSpMkLst>
        </pc:cxnChg>
      </pc:sldChg>
      <pc:sldChg chg="addSp delSp modSp new mod">
        <pc:chgData name="Matthew Dodds" userId="80d5a6ea92063750" providerId="LiveId" clId="{614D3421-716A-4CB0-994B-C24DF82A0F6F}" dt="2025-12-14T15:06:17.284" v="9101" actId="164"/>
        <pc:sldMkLst>
          <pc:docMk/>
          <pc:sldMk cId="3306101185" sldId="293"/>
        </pc:sldMkLst>
        <pc:spChg chg="add mod">
          <ac:chgData name="Matthew Dodds" userId="80d5a6ea92063750" providerId="LiveId" clId="{614D3421-716A-4CB0-994B-C24DF82A0F6F}" dt="2025-12-14T11:55:05.002" v="9063" actId="1076"/>
          <ac:spMkLst>
            <pc:docMk/>
            <pc:sldMk cId="3306101185" sldId="293"/>
            <ac:spMk id="7" creationId="{34B678C6-8D84-0E6F-B89A-2606C084A264}"/>
          </ac:spMkLst>
        </pc:spChg>
        <pc:spChg chg="add mod">
          <ac:chgData name="Matthew Dodds" userId="80d5a6ea92063750" providerId="LiveId" clId="{614D3421-716A-4CB0-994B-C24DF82A0F6F}" dt="2025-12-14T11:53:46.839" v="9025"/>
          <ac:spMkLst>
            <pc:docMk/>
            <pc:sldMk cId="3306101185" sldId="293"/>
            <ac:spMk id="10" creationId="{59077AAE-E523-A649-3FDF-C61FFBDA9F2E}"/>
          </ac:spMkLst>
        </pc:spChg>
        <pc:spChg chg="add mod">
          <ac:chgData name="Matthew Dodds" userId="80d5a6ea92063750" providerId="LiveId" clId="{614D3421-716A-4CB0-994B-C24DF82A0F6F}" dt="2025-12-14T15:06:17.284" v="9101" actId="164"/>
          <ac:spMkLst>
            <pc:docMk/>
            <pc:sldMk cId="3306101185" sldId="293"/>
            <ac:spMk id="22" creationId="{4F43BF94-C479-31B3-DF32-EC09785C7E0C}"/>
          </ac:spMkLst>
        </pc:spChg>
        <pc:spChg chg="add mod">
          <ac:chgData name="Matthew Dodds" userId="80d5a6ea92063750" providerId="LiveId" clId="{614D3421-716A-4CB0-994B-C24DF82A0F6F}" dt="2025-12-14T11:58:48.288" v="9100" actId="2085"/>
          <ac:spMkLst>
            <pc:docMk/>
            <pc:sldMk cId="3306101185" sldId="293"/>
            <ac:spMk id="23" creationId="{5CF04641-3217-F6A0-0B53-E43DBC8085C7}"/>
          </ac:spMkLst>
        </pc:spChg>
        <pc:grpChg chg="add mod">
          <ac:chgData name="Matthew Dodds" userId="80d5a6ea92063750" providerId="LiveId" clId="{614D3421-716A-4CB0-994B-C24DF82A0F6F}" dt="2025-12-14T15:06:17.284" v="9101" actId="164"/>
          <ac:grpSpMkLst>
            <pc:docMk/>
            <pc:sldMk cId="3306101185" sldId="293"/>
            <ac:grpSpMk id="24" creationId="{5334A8F8-2715-DFE7-68E8-4C70D02FA9D9}"/>
          </ac:grpSpMkLst>
        </pc:grpChg>
        <pc:picChg chg="add mod">
          <ac:chgData name="Matthew Dodds" userId="80d5a6ea92063750" providerId="LiveId" clId="{614D3421-716A-4CB0-994B-C24DF82A0F6F}" dt="2025-12-14T15:06:17.284" v="9101" actId="164"/>
          <ac:picMkLst>
            <pc:docMk/>
            <pc:sldMk cId="3306101185" sldId="293"/>
            <ac:picMk id="21" creationId="{C338B916-70CC-EC58-1B11-60B945ED802B}"/>
          </ac:picMkLst>
        </pc:picChg>
        <pc:cxnChg chg="add mod">
          <ac:chgData name="Matthew Dodds" userId="80d5a6ea92063750" providerId="LiveId" clId="{614D3421-716A-4CB0-994B-C24DF82A0F6F}" dt="2025-12-14T11:54:29.072" v="9047" actId="1076"/>
          <ac:cxnSpMkLst>
            <pc:docMk/>
            <pc:sldMk cId="3306101185" sldId="293"/>
            <ac:cxnSpMk id="3" creationId="{B517DC11-DB09-81C6-EAB6-BFC4DBC443EB}"/>
          </ac:cxnSpMkLst>
        </pc:cxnChg>
      </pc:sldChg>
      <pc:sldChg chg="addSp delSp modSp add mod setBg">
        <pc:chgData name="Matthew Dodds" userId="80d5a6ea92063750" providerId="LiveId" clId="{614D3421-716A-4CB0-994B-C24DF82A0F6F}" dt="2025-12-19T23:06:39.308" v="15551" actId="1076"/>
        <pc:sldMkLst>
          <pc:docMk/>
          <pc:sldMk cId="1271211031" sldId="294"/>
        </pc:sldMkLst>
        <pc:spChg chg="mod">
          <ac:chgData name="Matthew Dodds" userId="80d5a6ea92063750" providerId="LiveId" clId="{614D3421-716A-4CB0-994B-C24DF82A0F6F}" dt="2025-12-19T06:10:10.828" v="12059" actId="20577"/>
          <ac:spMkLst>
            <pc:docMk/>
            <pc:sldMk cId="1271211031" sldId="294"/>
            <ac:spMk id="7" creationId="{1E63844A-02F6-D1E3-2D5C-DF8F07E3977E}"/>
          </ac:spMkLst>
        </pc:spChg>
        <pc:spChg chg="add del mod">
          <ac:chgData name="Matthew Dodds" userId="80d5a6ea92063750" providerId="LiveId" clId="{614D3421-716A-4CB0-994B-C24DF82A0F6F}" dt="2025-12-19T03:50:39.518" v="9861" actId="478"/>
          <ac:spMkLst>
            <pc:docMk/>
            <pc:sldMk cId="1271211031" sldId="294"/>
            <ac:spMk id="9" creationId="{E0D40987-6EAC-DAC1-A751-B35DD60F6158}"/>
          </ac:spMkLst>
        </pc:spChg>
        <pc:spChg chg="add mod">
          <ac:chgData name="Matthew Dodds" userId="80d5a6ea92063750" providerId="LiveId" clId="{614D3421-716A-4CB0-994B-C24DF82A0F6F}" dt="2025-12-18T23:31:29.977" v="9118" actId="1076"/>
          <ac:spMkLst>
            <pc:docMk/>
            <pc:sldMk cId="1271211031" sldId="294"/>
            <ac:spMk id="14" creationId="{CAB66328-C326-1D70-4691-8CF74841F967}"/>
          </ac:spMkLst>
        </pc:spChg>
        <pc:spChg chg="del mod">
          <ac:chgData name="Matthew Dodds" userId="80d5a6ea92063750" providerId="LiveId" clId="{614D3421-716A-4CB0-994B-C24DF82A0F6F}" dt="2025-12-19T03:37:40.357" v="9605" actId="478"/>
          <ac:spMkLst>
            <pc:docMk/>
            <pc:sldMk cId="1271211031" sldId="294"/>
            <ac:spMk id="15" creationId="{309352B2-E14C-D4DF-1EDE-C1BEA593A104}"/>
          </ac:spMkLst>
        </pc:spChg>
        <pc:spChg chg="mod">
          <ac:chgData name="Matthew Dodds" userId="80d5a6ea92063750" providerId="LiveId" clId="{614D3421-716A-4CB0-994B-C24DF82A0F6F}" dt="2025-12-19T14:46:42.893" v="13318" actId="1038"/>
          <ac:spMkLst>
            <pc:docMk/>
            <pc:sldMk cId="1271211031" sldId="294"/>
            <ac:spMk id="16" creationId="{C7CE4873-3F07-73B3-C225-4CC01905D334}"/>
          </ac:spMkLst>
        </pc:spChg>
        <pc:spChg chg="add mod">
          <ac:chgData name="Matthew Dodds" userId="80d5a6ea92063750" providerId="LiveId" clId="{614D3421-716A-4CB0-994B-C24DF82A0F6F}" dt="2025-12-19T19:37:51.289" v="14504" actId="1036"/>
          <ac:spMkLst>
            <pc:docMk/>
            <pc:sldMk cId="1271211031" sldId="294"/>
            <ac:spMk id="18" creationId="{1D7BCF57-A745-E4A2-5680-474FC23D31B9}"/>
          </ac:spMkLst>
        </pc:spChg>
        <pc:spChg chg="add del mod">
          <ac:chgData name="Matthew Dodds" userId="80d5a6ea92063750" providerId="LiveId" clId="{614D3421-716A-4CB0-994B-C24DF82A0F6F}" dt="2025-12-19T03:31:46.291" v="9348" actId="478"/>
          <ac:spMkLst>
            <pc:docMk/>
            <pc:sldMk cId="1271211031" sldId="294"/>
            <ac:spMk id="18" creationId="{61FD0A7A-95F7-91B6-45B0-F153785CA4E9}"/>
          </ac:spMkLst>
        </pc:spChg>
        <pc:spChg chg="add del mod">
          <ac:chgData name="Matthew Dodds" userId="80d5a6ea92063750" providerId="LiveId" clId="{614D3421-716A-4CB0-994B-C24DF82A0F6F}" dt="2025-12-19T03:36:29.878" v="9593" actId="478"/>
          <ac:spMkLst>
            <pc:docMk/>
            <pc:sldMk cId="1271211031" sldId="294"/>
            <ac:spMk id="19" creationId="{422F5DFB-0AED-34D1-62DD-F6CC3DD52687}"/>
          </ac:spMkLst>
        </pc:spChg>
        <pc:spChg chg="add mod">
          <ac:chgData name="Matthew Dodds" userId="80d5a6ea92063750" providerId="LiveId" clId="{614D3421-716A-4CB0-994B-C24DF82A0F6F}" dt="2025-12-19T21:05:30.826" v="14845" actId="692"/>
          <ac:spMkLst>
            <pc:docMk/>
            <pc:sldMk cId="1271211031" sldId="294"/>
            <ac:spMk id="19" creationId="{BE6F5F90-0D70-39C1-3E5B-C9966425311E}"/>
          </ac:spMkLst>
        </pc:spChg>
        <pc:spChg chg="add mod">
          <ac:chgData name="Matthew Dodds" userId="80d5a6ea92063750" providerId="LiveId" clId="{614D3421-716A-4CB0-994B-C24DF82A0F6F}" dt="2025-12-19T18:34:52.860" v="13545" actId="14861"/>
          <ac:spMkLst>
            <pc:docMk/>
            <pc:sldMk cId="1271211031" sldId="294"/>
            <ac:spMk id="20" creationId="{C47E495A-6340-7569-B8E0-DF28177A6C91}"/>
          </ac:spMkLst>
        </pc:spChg>
        <pc:spChg chg="add mod">
          <ac:chgData name="Matthew Dodds" userId="80d5a6ea92063750" providerId="LiveId" clId="{614D3421-716A-4CB0-994B-C24DF82A0F6F}" dt="2025-12-19T22:40:35.204" v="15058"/>
          <ac:spMkLst>
            <pc:docMk/>
            <pc:sldMk cId="1271211031" sldId="294"/>
            <ac:spMk id="22" creationId="{4C51E747-6622-243E-7B46-2318528D7B60}"/>
          </ac:spMkLst>
        </pc:spChg>
        <pc:spChg chg="add mod">
          <ac:chgData name="Matthew Dodds" userId="80d5a6ea92063750" providerId="LiveId" clId="{614D3421-716A-4CB0-994B-C24DF82A0F6F}" dt="2025-12-19T22:35:02.344" v="14920" actId="692"/>
          <ac:spMkLst>
            <pc:docMk/>
            <pc:sldMk cId="1271211031" sldId="294"/>
            <ac:spMk id="23" creationId="{0AE8C857-5B9D-77D4-07A0-2C8690250F3C}"/>
          </ac:spMkLst>
        </pc:spChg>
        <pc:spChg chg="add mod">
          <ac:chgData name="Matthew Dodds" userId="80d5a6ea92063750" providerId="LiveId" clId="{614D3421-716A-4CB0-994B-C24DF82A0F6F}" dt="2025-12-19T19:45:12.042" v="14723" actId="207"/>
          <ac:spMkLst>
            <pc:docMk/>
            <pc:sldMk cId="1271211031" sldId="294"/>
            <ac:spMk id="24" creationId="{1FBB4724-E428-D63C-F640-1C46DE01CED5}"/>
          </ac:spMkLst>
        </pc:spChg>
        <pc:spChg chg="add mod">
          <ac:chgData name="Matthew Dodds" userId="80d5a6ea92063750" providerId="LiveId" clId="{614D3421-716A-4CB0-994B-C24DF82A0F6F}" dt="2025-12-19T19:40:08.365" v="14526" actId="692"/>
          <ac:spMkLst>
            <pc:docMk/>
            <pc:sldMk cId="1271211031" sldId="294"/>
            <ac:spMk id="31" creationId="{D6B0DF5C-CD9E-8321-A5F0-BA1CEC37A3AB}"/>
          </ac:spMkLst>
        </pc:spChg>
        <pc:spChg chg="add mod">
          <ac:chgData name="Matthew Dodds" userId="80d5a6ea92063750" providerId="LiveId" clId="{614D3421-716A-4CB0-994B-C24DF82A0F6F}" dt="2025-12-19T19:40:08.365" v="14526" actId="692"/>
          <ac:spMkLst>
            <pc:docMk/>
            <pc:sldMk cId="1271211031" sldId="294"/>
            <ac:spMk id="32" creationId="{594FD7F8-0567-EBA1-DDF3-4FF5595BE1DA}"/>
          </ac:spMkLst>
        </pc:spChg>
        <pc:spChg chg="add mod">
          <ac:chgData name="Matthew Dodds" userId="80d5a6ea92063750" providerId="LiveId" clId="{614D3421-716A-4CB0-994B-C24DF82A0F6F}" dt="2025-12-19T21:02:44.047" v="14767" actId="1036"/>
          <ac:spMkLst>
            <pc:docMk/>
            <pc:sldMk cId="1271211031" sldId="294"/>
            <ac:spMk id="34" creationId="{A11661DE-248F-50AA-FF99-3EB95D7927D7}"/>
          </ac:spMkLst>
        </pc:spChg>
        <pc:spChg chg="add mod">
          <ac:chgData name="Matthew Dodds" userId="80d5a6ea92063750" providerId="LiveId" clId="{614D3421-716A-4CB0-994B-C24DF82A0F6F}" dt="2025-12-19T21:02:36.861" v="14753" actId="1038"/>
          <ac:spMkLst>
            <pc:docMk/>
            <pc:sldMk cId="1271211031" sldId="294"/>
            <ac:spMk id="35" creationId="{CDB54135-426E-7BEA-DDED-4731784CA072}"/>
          </ac:spMkLst>
        </pc:spChg>
        <pc:spChg chg="add mod">
          <ac:chgData name="Matthew Dodds" userId="80d5a6ea92063750" providerId="LiveId" clId="{614D3421-716A-4CB0-994B-C24DF82A0F6F}" dt="2025-12-19T21:02:55.278" v="14769" actId="14100"/>
          <ac:spMkLst>
            <pc:docMk/>
            <pc:sldMk cId="1271211031" sldId="294"/>
            <ac:spMk id="36" creationId="{60ABF86D-F334-BA1B-6229-094147462559}"/>
          </ac:spMkLst>
        </pc:spChg>
        <pc:spChg chg="mod">
          <ac:chgData name="Matthew Dodds" userId="80d5a6ea92063750" providerId="LiveId" clId="{614D3421-716A-4CB0-994B-C24DF82A0F6F}" dt="2025-12-19T03:52:35.839" v="9879" actId="1076"/>
          <ac:spMkLst>
            <pc:docMk/>
            <pc:sldMk cId="1271211031" sldId="294"/>
            <ac:spMk id="36" creationId="{EC1B74A6-327B-FDFD-59AC-DECB5238ECCB}"/>
          </ac:spMkLst>
        </pc:spChg>
        <pc:spChg chg="mod">
          <ac:chgData name="Matthew Dodds" userId="80d5a6ea92063750" providerId="LiveId" clId="{614D3421-716A-4CB0-994B-C24DF82A0F6F}" dt="2025-12-19T03:41:12.844" v="9620"/>
          <ac:spMkLst>
            <pc:docMk/>
            <pc:sldMk cId="1271211031" sldId="294"/>
            <ac:spMk id="37" creationId="{7A33A455-7AB7-FF39-80FC-1A36AFADC8CD}"/>
          </ac:spMkLst>
        </pc:spChg>
        <pc:spChg chg="add mod">
          <ac:chgData name="Matthew Dodds" userId="80d5a6ea92063750" providerId="LiveId" clId="{614D3421-716A-4CB0-994B-C24DF82A0F6F}" dt="2025-12-19T19:34:37.085" v="14414" actId="1037"/>
          <ac:spMkLst>
            <pc:docMk/>
            <pc:sldMk cId="1271211031" sldId="294"/>
            <ac:spMk id="38" creationId="{A297B3A9-5425-5208-CA3F-E570A913FBF5}"/>
          </ac:spMkLst>
        </pc:spChg>
        <pc:spChg chg="add del mod">
          <ac:chgData name="Matthew Dodds" userId="80d5a6ea92063750" providerId="LiveId" clId="{614D3421-716A-4CB0-994B-C24DF82A0F6F}" dt="2025-12-19T04:09:07.527" v="10604" actId="478"/>
          <ac:spMkLst>
            <pc:docMk/>
            <pc:sldMk cId="1271211031" sldId="294"/>
            <ac:spMk id="38" creationId="{B3B306B4-0174-090D-2E5E-E35A74D88A1B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1" creationId="{AE3535C9-79EE-8F52-4D4A-3EB702F778E1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2" creationId="{0D78531A-FFC6-5F90-86BC-B8B99A600F28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3" creationId="{5B85A0F1-6307-3333-B77C-02AB1A698053}"/>
          </ac:spMkLst>
        </pc:spChg>
        <pc:spChg chg="add del mod">
          <ac:chgData name="Matthew Dodds" userId="80d5a6ea92063750" providerId="LiveId" clId="{614D3421-716A-4CB0-994B-C24DF82A0F6F}" dt="2025-12-19T04:07:49.682" v="10576" actId="478"/>
          <ac:spMkLst>
            <pc:docMk/>
            <pc:sldMk cId="1271211031" sldId="294"/>
            <ac:spMk id="43" creationId="{8884CD48-EB4F-2C77-4EC3-29528423D9D7}"/>
          </ac:spMkLst>
        </pc:spChg>
        <pc:spChg chg="add del mod">
          <ac:chgData name="Matthew Dodds" userId="80d5a6ea92063750" providerId="LiveId" clId="{614D3421-716A-4CB0-994B-C24DF82A0F6F}" dt="2025-12-19T14:49:03.894" v="13342" actId="478"/>
          <ac:spMkLst>
            <pc:docMk/>
            <pc:sldMk cId="1271211031" sldId="294"/>
            <ac:spMk id="44" creationId="{C76D2D53-4E91-C5ED-2B63-26F8DB6C0313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5" creationId="{3321D620-9F22-595C-71DA-C977F661B72E}"/>
          </ac:spMkLst>
        </pc:spChg>
        <pc:spChg chg="mod">
          <ac:chgData name="Matthew Dodds" userId="80d5a6ea92063750" providerId="LiveId" clId="{614D3421-716A-4CB0-994B-C24DF82A0F6F}" dt="2025-12-19T03:40:19.002" v="9614" actId="165"/>
          <ac:spMkLst>
            <pc:docMk/>
            <pc:sldMk cId="1271211031" sldId="294"/>
            <ac:spMk id="45" creationId="{5ABC06BB-C646-5760-9484-3EC520A8165B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6" creationId="{9B6EB609-A85C-05F9-F904-638A1ACA75D0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7" creationId="{275802A9-019B-A1B8-F31B-25C3F1E6828A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8" creationId="{726DDE6C-1E45-F392-EC3F-9C76B27513B8}"/>
          </ac:spMkLst>
        </pc:spChg>
        <pc:spChg chg="add del mod">
          <ac:chgData name="Matthew Dodds" userId="80d5a6ea92063750" providerId="LiveId" clId="{614D3421-716A-4CB0-994B-C24DF82A0F6F}" dt="2025-12-19T19:06:36.437" v="13855" actId="478"/>
          <ac:spMkLst>
            <pc:docMk/>
            <pc:sldMk cId="1271211031" sldId="294"/>
            <ac:spMk id="49" creationId="{6B76CE9D-33A0-EA9E-3FFB-A61674E82FD3}"/>
          </ac:spMkLst>
        </pc:spChg>
        <pc:spChg chg="del mod topLvl">
          <ac:chgData name="Matthew Dodds" userId="80d5a6ea92063750" providerId="LiveId" clId="{614D3421-716A-4CB0-994B-C24DF82A0F6F}" dt="2025-12-19T03:51:02.925" v="9866" actId="478"/>
          <ac:spMkLst>
            <pc:docMk/>
            <pc:sldMk cId="1271211031" sldId="294"/>
            <ac:spMk id="49" creationId="{D333CA15-6915-EB92-F71F-40FFF3A79815}"/>
          </ac:spMkLst>
        </pc:spChg>
        <pc:spChg chg="mod topLvl">
          <ac:chgData name="Matthew Dodds" userId="80d5a6ea92063750" providerId="LiveId" clId="{614D3421-716A-4CB0-994B-C24DF82A0F6F}" dt="2025-12-19T06:21:22.482" v="12274" actId="164"/>
          <ac:spMkLst>
            <pc:docMk/>
            <pc:sldMk cId="1271211031" sldId="294"/>
            <ac:spMk id="51" creationId="{2597173F-2599-1F5D-D8D5-714F8B833459}"/>
          </ac:spMkLst>
        </pc:spChg>
        <pc:spChg chg="mod topLvl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52" creationId="{4977F3D8-0302-7754-D78D-058F3462444F}"/>
          </ac:spMkLst>
        </pc:spChg>
        <pc:spChg chg="add del mod">
          <ac:chgData name="Matthew Dodds" userId="80d5a6ea92063750" providerId="LiveId" clId="{614D3421-716A-4CB0-994B-C24DF82A0F6F}" dt="2025-12-19T04:07:46.228" v="10575" actId="478"/>
          <ac:spMkLst>
            <pc:docMk/>
            <pc:sldMk cId="1271211031" sldId="294"/>
            <ac:spMk id="53" creationId="{62B0C8B9-56C0-2D22-31E3-091D7414C27C}"/>
          </ac:spMkLst>
        </pc:spChg>
        <pc:spChg chg="add mod">
          <ac:chgData name="Matthew Dodds" userId="80d5a6ea92063750" providerId="LiveId" clId="{614D3421-716A-4CB0-994B-C24DF82A0F6F}" dt="2025-12-19T03:55:23.592" v="9937" actId="164"/>
          <ac:spMkLst>
            <pc:docMk/>
            <pc:sldMk cId="1271211031" sldId="294"/>
            <ac:spMk id="55" creationId="{95D61E81-333A-AB2F-FE93-245A2B9E2812}"/>
          </ac:spMkLst>
        </pc:spChg>
        <pc:spChg chg="add mod">
          <ac:chgData name="Matthew Dodds" userId="80d5a6ea92063750" providerId="LiveId" clId="{614D3421-716A-4CB0-994B-C24DF82A0F6F}" dt="2025-12-19T03:55:23.592" v="9937" actId="164"/>
          <ac:spMkLst>
            <pc:docMk/>
            <pc:sldMk cId="1271211031" sldId="294"/>
            <ac:spMk id="56" creationId="{40271D38-B2D5-0ABD-C91A-523DCF92F8F0}"/>
          </ac:spMkLst>
        </pc:spChg>
        <pc:spChg chg="add mod">
          <ac:chgData name="Matthew Dodds" userId="80d5a6ea92063750" providerId="LiveId" clId="{614D3421-716A-4CB0-994B-C24DF82A0F6F}" dt="2025-12-19T21:04:27.391" v="14794" actId="692"/>
          <ac:spMkLst>
            <pc:docMk/>
            <pc:sldMk cId="1271211031" sldId="294"/>
            <ac:spMk id="57" creationId="{7468F9EA-332C-9072-B2AC-E45FA3830894}"/>
          </ac:spMkLst>
        </pc:spChg>
        <pc:spChg chg="add mod">
          <ac:chgData name="Matthew Dodds" userId="80d5a6ea92063750" providerId="LiveId" clId="{614D3421-716A-4CB0-994B-C24DF82A0F6F}" dt="2025-12-19T03:55:23.592" v="9937" actId="164"/>
          <ac:spMkLst>
            <pc:docMk/>
            <pc:sldMk cId="1271211031" sldId="294"/>
            <ac:spMk id="57" creationId="{7D7359CF-E781-5758-33EA-58EFFD2927D2}"/>
          </ac:spMkLst>
        </pc:spChg>
        <pc:spChg chg="add mod">
          <ac:chgData name="Matthew Dodds" userId="80d5a6ea92063750" providerId="LiveId" clId="{614D3421-716A-4CB0-994B-C24DF82A0F6F}" dt="2025-12-19T19:03:22.355" v="13818"/>
          <ac:spMkLst>
            <pc:docMk/>
            <pc:sldMk cId="1271211031" sldId="294"/>
            <ac:spMk id="58" creationId="{0901EDBA-C093-F2B6-7851-14FD6EF8AA0E}"/>
          </ac:spMkLst>
        </pc:spChg>
        <pc:spChg chg="add mod">
          <ac:chgData name="Matthew Dodds" userId="80d5a6ea92063750" providerId="LiveId" clId="{614D3421-716A-4CB0-994B-C24DF82A0F6F}" dt="2025-12-19T03:55:05.773" v="9936"/>
          <ac:spMkLst>
            <pc:docMk/>
            <pc:sldMk cId="1271211031" sldId="294"/>
            <ac:spMk id="58" creationId="{3D9D991A-7641-FF41-EE74-500EABB01544}"/>
          </ac:spMkLst>
        </pc:spChg>
        <pc:spChg chg="add mod ord">
          <ac:chgData name="Matthew Dodds" userId="80d5a6ea92063750" providerId="LiveId" clId="{614D3421-716A-4CB0-994B-C24DF82A0F6F}" dt="2025-12-19T19:45:22.941" v="14726" actId="692"/>
          <ac:spMkLst>
            <pc:docMk/>
            <pc:sldMk cId="1271211031" sldId="294"/>
            <ac:spMk id="59" creationId="{A76E0489-182E-9F28-A937-C5FCB48A0DCF}"/>
          </ac:spMkLst>
        </pc:spChg>
        <pc:spChg chg="del mod topLvl">
          <ac:chgData name="Matthew Dodds" userId="80d5a6ea92063750" providerId="LiveId" clId="{614D3421-716A-4CB0-994B-C24DF82A0F6F}" dt="2025-12-19T03:41:19.339" v="9622" actId="478"/>
          <ac:spMkLst>
            <pc:docMk/>
            <pc:sldMk cId="1271211031" sldId="294"/>
            <ac:spMk id="59" creationId="{B2805D4B-23D1-E370-A66E-0C26311AB1BD}"/>
          </ac:spMkLst>
        </pc:spChg>
        <pc:spChg chg="add mod">
          <ac:chgData name="Matthew Dodds" userId="80d5a6ea92063750" providerId="LiveId" clId="{614D3421-716A-4CB0-994B-C24DF82A0F6F}" dt="2025-12-19T19:07:17.679" v="13865" actId="1076"/>
          <ac:spMkLst>
            <pc:docMk/>
            <pc:sldMk cId="1271211031" sldId="294"/>
            <ac:spMk id="60" creationId="{DC6207E3-68AE-FF71-3CCE-E5E82B9C78E0}"/>
          </ac:spMkLst>
        </pc:spChg>
        <pc:spChg chg="add mod">
          <ac:chgData name="Matthew Dodds" userId="80d5a6ea92063750" providerId="LiveId" clId="{614D3421-716A-4CB0-994B-C24DF82A0F6F}" dt="2025-12-19T19:10:12.478" v="14004" actId="692"/>
          <ac:spMkLst>
            <pc:docMk/>
            <pc:sldMk cId="1271211031" sldId="294"/>
            <ac:spMk id="61" creationId="{7D71977B-05B9-3107-167D-BEBE5DC3CEA9}"/>
          </ac:spMkLst>
        </pc:spChg>
        <pc:spChg chg="mod">
          <ac:chgData name="Matthew Dodds" userId="80d5a6ea92063750" providerId="LiveId" clId="{614D3421-716A-4CB0-994B-C24DF82A0F6F}" dt="2025-12-19T03:55:27.146" v="9938"/>
          <ac:spMkLst>
            <pc:docMk/>
            <pc:sldMk cId="1271211031" sldId="294"/>
            <ac:spMk id="62" creationId="{9BC592EF-B0E4-83F7-15D4-918F038E75B1}"/>
          </ac:spMkLst>
        </pc:spChg>
        <pc:spChg chg="add mod">
          <ac:chgData name="Matthew Dodds" userId="80d5a6ea92063750" providerId="LiveId" clId="{614D3421-716A-4CB0-994B-C24DF82A0F6F}" dt="2025-12-19T19:10:20.577" v="14007" actId="692"/>
          <ac:spMkLst>
            <pc:docMk/>
            <pc:sldMk cId="1271211031" sldId="294"/>
            <ac:spMk id="62" creationId="{9F69C324-C382-4289-75BA-5467E00338D1}"/>
          </ac:spMkLst>
        </pc:spChg>
        <pc:spChg chg="add del mod">
          <ac:chgData name="Matthew Dodds" userId="80d5a6ea92063750" providerId="LiveId" clId="{614D3421-716A-4CB0-994B-C24DF82A0F6F}" dt="2025-12-19T19:11:33.500" v="14102" actId="21"/>
          <ac:spMkLst>
            <pc:docMk/>
            <pc:sldMk cId="1271211031" sldId="294"/>
            <ac:spMk id="63" creationId="{4DF5753D-3EE3-8A8D-6857-BBD32989274E}"/>
          </ac:spMkLst>
        </pc:spChg>
        <pc:spChg chg="mod">
          <ac:chgData name="Matthew Dodds" userId="80d5a6ea92063750" providerId="LiveId" clId="{614D3421-716A-4CB0-994B-C24DF82A0F6F}" dt="2025-12-19T03:56:58.559" v="10001" actId="20577"/>
          <ac:spMkLst>
            <pc:docMk/>
            <pc:sldMk cId="1271211031" sldId="294"/>
            <ac:spMk id="63" creationId="{B114A47D-BF00-965B-A3CB-9336887F63C8}"/>
          </ac:spMkLst>
        </pc:spChg>
        <pc:spChg chg="mod">
          <ac:chgData name="Matthew Dodds" userId="80d5a6ea92063750" providerId="LiveId" clId="{614D3421-716A-4CB0-994B-C24DF82A0F6F}" dt="2025-12-19T03:57:03.169" v="10005" actId="20577"/>
          <ac:spMkLst>
            <pc:docMk/>
            <pc:sldMk cId="1271211031" sldId="294"/>
            <ac:spMk id="64" creationId="{56B321CB-9324-91B0-F3C8-BEE81DC15A41}"/>
          </ac:spMkLst>
        </pc:spChg>
        <pc:spChg chg="add mod">
          <ac:chgData name="Matthew Dodds" userId="80d5a6ea92063750" providerId="LiveId" clId="{614D3421-716A-4CB0-994B-C24DF82A0F6F}" dt="2025-12-19T19:11:16.012" v="14080" actId="14100"/>
          <ac:spMkLst>
            <pc:docMk/>
            <pc:sldMk cId="1271211031" sldId="294"/>
            <ac:spMk id="64" creationId="{82903B91-9FD0-6CB5-29B0-E3993BEBAE10}"/>
          </ac:spMkLst>
        </pc:spChg>
        <pc:spChg chg="add mod">
          <ac:chgData name="Matthew Dodds" userId="80d5a6ea92063750" providerId="LiveId" clId="{614D3421-716A-4CB0-994B-C24DF82A0F6F}" dt="2025-12-19T19:11:28.061" v="14101" actId="20577"/>
          <ac:spMkLst>
            <pc:docMk/>
            <pc:sldMk cId="1271211031" sldId="294"/>
            <ac:spMk id="65" creationId="{362EBBA9-2914-ECEE-2132-301588F8AE08}"/>
          </ac:spMkLst>
        </pc:spChg>
        <pc:spChg chg="mod">
          <ac:chgData name="Matthew Dodds" userId="80d5a6ea92063750" providerId="LiveId" clId="{614D3421-716A-4CB0-994B-C24DF82A0F6F}" dt="2025-12-19T03:57:21.382" v="10033" actId="20577"/>
          <ac:spMkLst>
            <pc:docMk/>
            <pc:sldMk cId="1271211031" sldId="294"/>
            <ac:spMk id="65" creationId="{BF27443B-490E-2D6A-9E4C-9E9A3C44D0FA}"/>
          </ac:spMkLst>
        </pc:spChg>
        <pc:spChg chg="mod topLvl">
          <ac:chgData name="Matthew Dodds" userId="80d5a6ea92063750" providerId="LiveId" clId="{614D3421-716A-4CB0-994B-C24DF82A0F6F}" dt="2025-12-19T23:06:35.625" v="15550" actId="164"/>
          <ac:spMkLst>
            <pc:docMk/>
            <pc:sldMk cId="1271211031" sldId="294"/>
            <ac:spMk id="67" creationId="{2D0DB05C-33A6-2004-B32F-0888740587D3}"/>
          </ac:spMkLst>
        </pc:spChg>
        <pc:spChg chg="del mod">
          <ac:chgData name="Matthew Dodds" userId="80d5a6ea92063750" providerId="LiveId" clId="{614D3421-716A-4CB0-994B-C24DF82A0F6F}" dt="2025-12-19T23:05:49.998" v="15542" actId="478"/>
          <ac:spMkLst>
            <pc:docMk/>
            <pc:sldMk cId="1271211031" sldId="294"/>
            <ac:spMk id="68" creationId="{00EAB95F-F22A-0347-CFFB-00FDC5AEF576}"/>
          </ac:spMkLst>
        </pc:spChg>
        <pc:spChg chg="add mod">
          <ac:chgData name="Matthew Dodds" userId="80d5a6ea92063750" providerId="LiveId" clId="{614D3421-716A-4CB0-994B-C24DF82A0F6F}" dt="2025-12-19T19:19:41.364" v="14267" actId="1038"/>
          <ac:spMkLst>
            <pc:docMk/>
            <pc:sldMk cId="1271211031" sldId="294"/>
            <ac:spMk id="69" creationId="{6CE25FBC-2A67-244E-506F-B6F9EB23B6AF}"/>
          </ac:spMkLst>
        </pc:spChg>
        <pc:spChg chg="del mod">
          <ac:chgData name="Matthew Dodds" userId="80d5a6ea92063750" providerId="LiveId" clId="{614D3421-716A-4CB0-994B-C24DF82A0F6F}" dt="2025-12-19T22:41:29.139" v="15075" actId="478"/>
          <ac:spMkLst>
            <pc:docMk/>
            <pc:sldMk cId="1271211031" sldId="294"/>
            <ac:spMk id="70" creationId="{DFE7316A-9F0A-1991-958D-9064B5C72109}"/>
          </ac:spMkLst>
        </pc:spChg>
        <pc:spChg chg="mod topLvl">
          <ac:chgData name="Matthew Dodds" userId="80d5a6ea92063750" providerId="LiveId" clId="{614D3421-716A-4CB0-994B-C24DF82A0F6F}" dt="2025-12-19T23:06:35.625" v="15550" actId="164"/>
          <ac:spMkLst>
            <pc:docMk/>
            <pc:sldMk cId="1271211031" sldId="294"/>
            <ac:spMk id="71" creationId="{5ECDE5C8-8A82-BF2B-1F51-E8EAE1E3C0D9}"/>
          </ac:spMkLst>
        </pc:spChg>
        <pc:spChg chg="mod">
          <ac:chgData name="Matthew Dodds" userId="80d5a6ea92063750" providerId="LiveId" clId="{614D3421-716A-4CB0-994B-C24DF82A0F6F}" dt="2025-12-19T22:40:35.204" v="15058"/>
          <ac:spMkLst>
            <pc:docMk/>
            <pc:sldMk cId="1271211031" sldId="294"/>
            <ac:spMk id="73" creationId="{8E025460-7EEA-D826-963A-8556E6ED99D6}"/>
          </ac:spMkLst>
        </pc:spChg>
        <pc:spChg chg="mod">
          <ac:chgData name="Matthew Dodds" userId="80d5a6ea92063750" providerId="LiveId" clId="{614D3421-716A-4CB0-994B-C24DF82A0F6F}" dt="2025-12-19T22:42:07.124" v="15085" actId="1076"/>
          <ac:spMkLst>
            <pc:docMk/>
            <pc:sldMk cId="1271211031" sldId="294"/>
            <ac:spMk id="74" creationId="{7067B16B-7406-D21B-BFE6-97B12DEEFDAD}"/>
          </ac:spMkLst>
        </pc:spChg>
        <pc:spChg chg="mod">
          <ac:chgData name="Matthew Dodds" userId="80d5a6ea92063750" providerId="LiveId" clId="{614D3421-716A-4CB0-994B-C24DF82A0F6F}" dt="2025-12-19T22:41:39.423" v="15076" actId="21"/>
          <ac:spMkLst>
            <pc:docMk/>
            <pc:sldMk cId="1271211031" sldId="294"/>
            <ac:spMk id="75" creationId="{CA88B0B6-F701-390D-46BB-0CC764131C26}"/>
          </ac:spMkLst>
        </pc:spChg>
        <pc:spChg chg="mod">
          <ac:chgData name="Matthew Dodds" userId="80d5a6ea92063750" providerId="LiveId" clId="{614D3421-716A-4CB0-994B-C24DF82A0F6F}" dt="2025-12-19T22:42:02.701" v="15084" actId="1076"/>
          <ac:spMkLst>
            <pc:docMk/>
            <pc:sldMk cId="1271211031" sldId="294"/>
            <ac:spMk id="76" creationId="{64B4CD2B-A69F-B2E7-520A-BE5BAB3AC044}"/>
          </ac:spMkLst>
        </pc:spChg>
        <pc:spChg chg="add mod">
          <ac:chgData name="Matthew Dodds" userId="80d5a6ea92063750" providerId="LiveId" clId="{614D3421-716A-4CB0-994B-C24DF82A0F6F}" dt="2025-12-19T19:19:36.358" v="14262" actId="1038"/>
          <ac:spMkLst>
            <pc:docMk/>
            <pc:sldMk cId="1271211031" sldId="294"/>
            <ac:spMk id="77" creationId="{52F12650-2F04-C84C-4C93-780FFC81D9F2}"/>
          </ac:spMkLst>
        </pc:spChg>
        <pc:spChg chg="add mod">
          <ac:chgData name="Matthew Dodds" userId="80d5a6ea92063750" providerId="LiveId" clId="{614D3421-716A-4CB0-994B-C24DF82A0F6F}" dt="2025-12-19T22:54:28.481" v="15369" actId="208"/>
          <ac:spMkLst>
            <pc:docMk/>
            <pc:sldMk cId="1271211031" sldId="294"/>
            <ac:spMk id="78" creationId="{303C74B0-9190-6E97-4F2D-E2F20E89A861}"/>
          </ac:spMkLst>
        </pc:spChg>
        <pc:spChg chg="mod">
          <ac:chgData name="Matthew Dodds" userId="80d5a6ea92063750" providerId="LiveId" clId="{614D3421-716A-4CB0-994B-C24DF82A0F6F}" dt="2025-12-19T03:55:54.442" v="9944"/>
          <ac:spMkLst>
            <pc:docMk/>
            <pc:sldMk cId="1271211031" sldId="294"/>
            <ac:spMk id="78" creationId="{5F9B5423-2371-25CD-3E02-4BCE4C5B9A17}"/>
          </ac:spMkLst>
        </pc:spChg>
        <pc:spChg chg="add mod">
          <ac:chgData name="Matthew Dodds" userId="80d5a6ea92063750" providerId="LiveId" clId="{614D3421-716A-4CB0-994B-C24DF82A0F6F}" dt="2025-12-19T19:11:35.054" v="14103"/>
          <ac:spMkLst>
            <pc:docMk/>
            <pc:sldMk cId="1271211031" sldId="294"/>
            <ac:spMk id="79" creationId="{4DF5753D-3EE3-8A8D-6857-BBD32989274E}"/>
          </ac:spMkLst>
        </pc:spChg>
        <pc:spChg chg="mod">
          <ac:chgData name="Matthew Dodds" userId="80d5a6ea92063750" providerId="LiveId" clId="{614D3421-716A-4CB0-994B-C24DF82A0F6F}" dt="2025-12-19T04:02:48.783" v="10322" actId="20577"/>
          <ac:spMkLst>
            <pc:docMk/>
            <pc:sldMk cId="1271211031" sldId="294"/>
            <ac:spMk id="79" creationId="{8C3CBCA7-A0E5-9693-B0F3-4EE7676E4687}"/>
          </ac:spMkLst>
        </pc:spChg>
        <pc:spChg chg="mod">
          <ac:chgData name="Matthew Dodds" userId="80d5a6ea92063750" providerId="LiveId" clId="{614D3421-716A-4CB0-994B-C24DF82A0F6F}" dt="2025-12-19T04:02:52.702" v="10327" actId="20577"/>
          <ac:spMkLst>
            <pc:docMk/>
            <pc:sldMk cId="1271211031" sldId="294"/>
            <ac:spMk id="80" creationId="{6DC7355E-73D9-6B63-716B-D4E35B49EAC1}"/>
          </ac:spMkLst>
        </pc:spChg>
        <pc:spChg chg="add mod">
          <ac:chgData name="Matthew Dodds" userId="80d5a6ea92063750" providerId="LiveId" clId="{614D3421-716A-4CB0-994B-C24DF82A0F6F}" dt="2025-12-19T19:19:36.358" v="14262" actId="1038"/>
          <ac:spMkLst>
            <pc:docMk/>
            <pc:sldMk cId="1271211031" sldId="294"/>
            <ac:spMk id="80" creationId="{EF42976D-2B64-01BF-D9F8-A12873AA1242}"/>
          </ac:spMkLst>
        </pc:spChg>
        <pc:spChg chg="add mod">
          <ac:chgData name="Matthew Dodds" userId="80d5a6ea92063750" providerId="LiveId" clId="{614D3421-716A-4CB0-994B-C24DF82A0F6F}" dt="2025-12-19T19:19:36.358" v="14262" actId="1038"/>
          <ac:spMkLst>
            <pc:docMk/>
            <pc:sldMk cId="1271211031" sldId="294"/>
            <ac:spMk id="81" creationId="{1385602F-5E74-0936-C370-A6A2229F7789}"/>
          </ac:spMkLst>
        </pc:spChg>
        <pc:spChg chg="add mod">
          <ac:chgData name="Matthew Dodds" userId="80d5a6ea92063750" providerId="LiveId" clId="{614D3421-716A-4CB0-994B-C24DF82A0F6F}" dt="2025-12-19T22:54:37.304" v="15377" actId="20577"/>
          <ac:spMkLst>
            <pc:docMk/>
            <pc:sldMk cId="1271211031" sldId="294"/>
            <ac:spMk id="82" creationId="{4D76C5D1-D2E1-0BA1-D60E-AB687A261DE4}"/>
          </ac:spMkLst>
        </pc:spChg>
        <pc:spChg chg="mod">
          <ac:chgData name="Matthew Dodds" userId="80d5a6ea92063750" providerId="LiveId" clId="{614D3421-716A-4CB0-994B-C24DF82A0F6F}" dt="2025-12-19T04:03:07.496" v="10339" actId="20577"/>
          <ac:spMkLst>
            <pc:docMk/>
            <pc:sldMk cId="1271211031" sldId="294"/>
            <ac:spMk id="82" creationId="{E915A66B-5F87-D349-0EB5-6D5A3FA47E37}"/>
          </ac:spMkLst>
        </pc:spChg>
        <pc:spChg chg="add mod">
          <ac:chgData name="Matthew Dodds" userId="80d5a6ea92063750" providerId="LiveId" clId="{614D3421-716A-4CB0-994B-C24DF82A0F6F}" dt="2025-12-19T22:44:56.285" v="15221" actId="14100"/>
          <ac:spMkLst>
            <pc:docMk/>
            <pc:sldMk cId="1271211031" sldId="294"/>
            <ac:spMk id="83" creationId="{B0D11149-9914-D3F2-6E20-CFC2D1E2C40D}"/>
          </ac:spMkLst>
        </pc:spChg>
        <pc:spChg chg="add mod">
          <ac:chgData name="Matthew Dodds" userId="80d5a6ea92063750" providerId="LiveId" clId="{614D3421-716A-4CB0-994B-C24DF82A0F6F}" dt="2025-12-19T22:45:29.736" v="15272" actId="207"/>
          <ac:spMkLst>
            <pc:docMk/>
            <pc:sldMk cId="1271211031" sldId="294"/>
            <ac:spMk id="84" creationId="{1385B2E4-F221-A0A3-8255-9544E305CE9D}"/>
          </ac:spMkLst>
        </pc:spChg>
        <pc:spChg chg="mod">
          <ac:chgData name="Matthew Dodds" userId="80d5a6ea92063750" providerId="LiveId" clId="{614D3421-716A-4CB0-994B-C24DF82A0F6F}" dt="2025-12-18T23:31:23.092" v="9114" actId="164"/>
          <ac:spMkLst>
            <pc:docMk/>
            <pc:sldMk cId="1271211031" sldId="294"/>
            <ac:spMk id="85" creationId="{FC298A02-FA08-4B03-2600-520109BF7E14}"/>
          </ac:spMkLst>
        </pc:spChg>
        <pc:spChg chg="add del mod">
          <ac:chgData name="Matthew Dodds" userId="80d5a6ea92063750" providerId="LiveId" clId="{614D3421-716A-4CB0-994B-C24DF82A0F6F}" dt="2025-12-19T21:08:50.174" v="14876" actId="478"/>
          <ac:spMkLst>
            <pc:docMk/>
            <pc:sldMk cId="1271211031" sldId="294"/>
            <ac:spMk id="86" creationId="{17C36323-266E-4BAE-37A0-8D98B5F54340}"/>
          </ac:spMkLst>
        </pc:spChg>
        <pc:spChg chg="add del mod">
          <ac:chgData name="Matthew Dodds" userId="80d5a6ea92063750" providerId="LiveId" clId="{614D3421-716A-4CB0-994B-C24DF82A0F6F}" dt="2025-12-19T21:10:04.901" v="14887" actId="478"/>
          <ac:spMkLst>
            <pc:docMk/>
            <pc:sldMk cId="1271211031" sldId="294"/>
            <ac:spMk id="87" creationId="{5AE5AC94-7FC3-B6ED-0449-C15DDA0AAC46}"/>
          </ac:spMkLst>
        </pc:spChg>
        <pc:spChg chg="mod">
          <ac:chgData name="Matthew Dodds" userId="80d5a6ea92063750" providerId="LiveId" clId="{614D3421-716A-4CB0-994B-C24DF82A0F6F}" dt="2025-12-19T04:06:16.764" v="10525" actId="207"/>
          <ac:spMkLst>
            <pc:docMk/>
            <pc:sldMk cId="1271211031" sldId="294"/>
            <ac:spMk id="88" creationId="{431699A3-B896-831B-EEEF-9C7EDC8FAA47}"/>
          </ac:spMkLst>
        </pc:spChg>
        <pc:spChg chg="mod">
          <ac:chgData name="Matthew Dodds" userId="80d5a6ea92063750" providerId="LiveId" clId="{614D3421-716A-4CB0-994B-C24DF82A0F6F}" dt="2025-12-19T04:05:54.964" v="10498" actId="20577"/>
          <ac:spMkLst>
            <pc:docMk/>
            <pc:sldMk cId="1271211031" sldId="294"/>
            <ac:spMk id="89" creationId="{76A34C79-9F1E-6580-E852-11594A0460A1}"/>
          </ac:spMkLst>
        </pc:spChg>
        <pc:spChg chg="mod">
          <ac:chgData name="Matthew Dodds" userId="80d5a6ea92063750" providerId="LiveId" clId="{614D3421-716A-4CB0-994B-C24DF82A0F6F}" dt="2025-12-19T04:05:59.493" v="10503" actId="20577"/>
          <ac:spMkLst>
            <pc:docMk/>
            <pc:sldMk cId="1271211031" sldId="294"/>
            <ac:spMk id="90" creationId="{29A9D765-E79A-D893-7A4F-91DB7671619B}"/>
          </ac:spMkLst>
        </pc:spChg>
        <pc:spChg chg="mod">
          <ac:chgData name="Matthew Dodds" userId="80d5a6ea92063750" providerId="LiveId" clId="{614D3421-716A-4CB0-994B-C24DF82A0F6F}" dt="2025-12-19T04:06:07.868" v="10524" actId="20577"/>
          <ac:spMkLst>
            <pc:docMk/>
            <pc:sldMk cId="1271211031" sldId="294"/>
            <ac:spMk id="91" creationId="{819EE3EE-84AE-A92F-637F-8062EEA25014}"/>
          </ac:spMkLst>
        </pc:spChg>
        <pc:spChg chg="mod">
          <ac:chgData name="Matthew Dodds" userId="80d5a6ea92063750" providerId="LiveId" clId="{614D3421-716A-4CB0-994B-C24DF82A0F6F}" dt="2025-12-19T04:05:01.201" v="10424"/>
          <ac:spMkLst>
            <pc:docMk/>
            <pc:sldMk cId="1271211031" sldId="294"/>
            <ac:spMk id="93" creationId="{A7AB0038-B241-8995-99D8-6FF2EE1999E4}"/>
          </ac:spMkLst>
        </pc:spChg>
        <pc:spChg chg="mod">
          <ac:chgData name="Matthew Dodds" userId="80d5a6ea92063750" providerId="LiveId" clId="{614D3421-716A-4CB0-994B-C24DF82A0F6F}" dt="2025-12-19T04:05:20.367" v="10439" actId="20577"/>
          <ac:spMkLst>
            <pc:docMk/>
            <pc:sldMk cId="1271211031" sldId="294"/>
            <ac:spMk id="94" creationId="{723F345E-12DA-E08A-9637-94CDFF18C48B}"/>
          </ac:spMkLst>
        </pc:spChg>
        <pc:spChg chg="mod">
          <ac:chgData name="Matthew Dodds" userId="80d5a6ea92063750" providerId="LiveId" clId="{614D3421-716A-4CB0-994B-C24DF82A0F6F}" dt="2025-12-19T04:05:23.799" v="10441" actId="20577"/>
          <ac:spMkLst>
            <pc:docMk/>
            <pc:sldMk cId="1271211031" sldId="294"/>
            <ac:spMk id="95" creationId="{049F0B6B-D3C7-2621-3C3E-ADE5CB1B415B}"/>
          </ac:spMkLst>
        </pc:spChg>
        <pc:spChg chg="mod topLvl">
          <ac:chgData name="Matthew Dodds" userId="80d5a6ea92063750" providerId="LiveId" clId="{614D3421-716A-4CB0-994B-C24DF82A0F6F}" dt="2025-12-19T04:17:40.347" v="10684" actId="207"/>
          <ac:spMkLst>
            <pc:docMk/>
            <pc:sldMk cId="1271211031" sldId="294"/>
            <ac:spMk id="99" creationId="{9D667B6C-3B48-20F6-A5B8-AAEBB990D724}"/>
          </ac:spMkLst>
        </pc:spChg>
        <pc:spChg chg="del mod">
          <ac:chgData name="Matthew Dodds" userId="80d5a6ea92063750" providerId="LiveId" clId="{614D3421-716A-4CB0-994B-C24DF82A0F6F}" dt="2025-12-19T03:50:51.017" v="9864" actId="478"/>
          <ac:spMkLst>
            <pc:docMk/>
            <pc:sldMk cId="1271211031" sldId="294"/>
            <ac:spMk id="100" creationId="{867DFC2A-C5F2-9303-0F81-76D0EF973817}"/>
          </ac:spMkLst>
        </pc:spChg>
        <pc:spChg chg="mod">
          <ac:chgData name="Matthew Dodds" userId="80d5a6ea92063750" providerId="LiveId" clId="{614D3421-716A-4CB0-994B-C24DF82A0F6F}" dt="2025-12-19T04:05:01.201" v="10424"/>
          <ac:spMkLst>
            <pc:docMk/>
            <pc:sldMk cId="1271211031" sldId="294"/>
            <ac:spMk id="101" creationId="{38880754-D2CB-E7E2-D8FE-2851F1388011}"/>
          </ac:spMkLst>
        </pc:spChg>
        <pc:spChg chg="mod">
          <ac:chgData name="Matthew Dodds" userId="80d5a6ea92063750" providerId="LiveId" clId="{614D3421-716A-4CB0-994B-C24DF82A0F6F}" dt="2025-12-19T04:06:24.464" v="10526"/>
          <ac:spMkLst>
            <pc:docMk/>
            <pc:sldMk cId="1271211031" sldId="294"/>
            <ac:spMk id="103" creationId="{5E9C0AD4-5BD3-2302-BEF1-8D315FF6E06B}"/>
          </ac:spMkLst>
        </pc:spChg>
        <pc:spChg chg="mod">
          <ac:chgData name="Matthew Dodds" userId="80d5a6ea92063750" providerId="LiveId" clId="{614D3421-716A-4CB0-994B-C24DF82A0F6F}" dt="2025-12-19T04:10:55.484" v="10621" actId="20577"/>
          <ac:spMkLst>
            <pc:docMk/>
            <pc:sldMk cId="1271211031" sldId="294"/>
            <ac:spMk id="104" creationId="{EF8FC975-172C-BB1A-D292-61BC5D95730C}"/>
          </ac:spMkLst>
        </pc:spChg>
        <pc:spChg chg="mod">
          <ac:chgData name="Matthew Dodds" userId="80d5a6ea92063750" providerId="LiveId" clId="{614D3421-716A-4CB0-994B-C24DF82A0F6F}" dt="2025-12-19T04:11:02.202" v="10626" actId="20577"/>
          <ac:spMkLst>
            <pc:docMk/>
            <pc:sldMk cId="1271211031" sldId="294"/>
            <ac:spMk id="105" creationId="{CB16BC80-FEBF-1686-4507-58D152B8014D}"/>
          </ac:spMkLst>
        </pc:spChg>
        <pc:spChg chg="mod">
          <ac:chgData name="Matthew Dodds" userId="80d5a6ea92063750" providerId="LiveId" clId="{614D3421-716A-4CB0-994B-C24DF82A0F6F}" dt="2025-12-19T04:06:59.658" v="10566" actId="1036"/>
          <ac:spMkLst>
            <pc:docMk/>
            <pc:sldMk cId="1271211031" sldId="294"/>
            <ac:spMk id="106" creationId="{3C293623-62AB-E5C2-7EB8-5E65496A6EB0}"/>
          </ac:spMkLst>
        </pc:spChg>
        <pc:spChg chg="mod topLvl">
          <ac:chgData name="Matthew Dodds" userId="80d5a6ea92063750" providerId="LiveId" clId="{614D3421-716A-4CB0-994B-C24DF82A0F6F}" dt="2025-12-19T06:18:46.069" v="12182" actId="1035"/>
          <ac:spMkLst>
            <pc:docMk/>
            <pc:sldMk cId="1271211031" sldId="294"/>
            <ac:spMk id="108" creationId="{B34EC6F7-AAF9-4EAE-2052-8CA584FC2539}"/>
          </ac:spMkLst>
        </pc:spChg>
        <pc:spChg chg="mod topLvl">
          <ac:chgData name="Matthew Dodds" userId="80d5a6ea92063750" providerId="LiveId" clId="{614D3421-716A-4CB0-994B-C24DF82A0F6F}" dt="2025-12-19T22:48:29.110" v="15306" actId="165"/>
          <ac:spMkLst>
            <pc:docMk/>
            <pc:sldMk cId="1271211031" sldId="294"/>
            <ac:spMk id="109" creationId="{0CB7FA34-B067-B98B-96F8-B9FC5F9C032C}"/>
          </ac:spMkLst>
        </pc:spChg>
        <pc:spChg chg="mod topLvl">
          <ac:chgData name="Matthew Dodds" userId="80d5a6ea92063750" providerId="LiveId" clId="{614D3421-716A-4CB0-994B-C24DF82A0F6F}" dt="2025-12-19T22:55:01.920" v="15378" actId="208"/>
          <ac:spMkLst>
            <pc:docMk/>
            <pc:sldMk cId="1271211031" sldId="294"/>
            <ac:spMk id="111" creationId="{D6D3068B-F241-957E-DE51-4477D0350702}"/>
          </ac:spMkLst>
        </pc:spChg>
        <pc:spChg chg="del mod">
          <ac:chgData name="Matthew Dodds" userId="80d5a6ea92063750" providerId="LiveId" clId="{614D3421-716A-4CB0-994B-C24DF82A0F6F}" dt="2025-12-19T04:19:04.336" v="10699" actId="21"/>
          <ac:spMkLst>
            <pc:docMk/>
            <pc:sldMk cId="1271211031" sldId="294"/>
            <ac:spMk id="112" creationId="{D68BC024-11C6-D888-0302-6CAD72B370FF}"/>
          </ac:spMkLst>
        </pc:spChg>
        <pc:spChg chg="del mod topLvl">
          <ac:chgData name="Matthew Dodds" userId="80d5a6ea92063750" providerId="LiveId" clId="{614D3421-716A-4CB0-994B-C24DF82A0F6F}" dt="2025-12-19T04:19:04.336" v="10699" actId="21"/>
          <ac:spMkLst>
            <pc:docMk/>
            <pc:sldMk cId="1271211031" sldId="294"/>
            <ac:spMk id="113" creationId="{726BA69B-3103-C2B5-2884-208E3054AB4C}"/>
          </ac:spMkLst>
        </pc:spChg>
        <pc:spChg chg="del mod">
          <ac:chgData name="Matthew Dodds" userId="80d5a6ea92063750" providerId="LiveId" clId="{614D3421-716A-4CB0-994B-C24DF82A0F6F}" dt="2025-12-19T04:19:04.336" v="10699" actId="21"/>
          <ac:spMkLst>
            <pc:docMk/>
            <pc:sldMk cId="1271211031" sldId="294"/>
            <ac:spMk id="114" creationId="{C105449A-977F-652D-F5B6-B257AC031AFF}"/>
          </ac:spMkLst>
        </pc:spChg>
        <pc:spChg chg="add mod">
          <ac:chgData name="Matthew Dodds" userId="80d5a6ea92063750" providerId="LiveId" clId="{614D3421-716A-4CB0-994B-C24DF82A0F6F}" dt="2025-12-19T22:40:06.975" v="15029" actId="1036"/>
          <ac:spMkLst>
            <pc:docMk/>
            <pc:sldMk cId="1271211031" sldId="294"/>
            <ac:spMk id="115" creationId="{D68BC024-11C6-D888-0302-6CAD72B370FF}"/>
          </ac:spMkLst>
        </pc:spChg>
        <pc:spChg chg="add del mod">
          <ac:chgData name="Matthew Dodds" userId="80d5a6ea92063750" providerId="LiveId" clId="{614D3421-716A-4CB0-994B-C24DF82A0F6F}" dt="2025-12-19T22:40:00.624" v="15022" actId="478"/>
          <ac:spMkLst>
            <pc:docMk/>
            <pc:sldMk cId="1271211031" sldId="294"/>
            <ac:spMk id="116" creationId="{726BA69B-3103-C2B5-2884-208E3054AB4C}"/>
          </ac:spMkLst>
        </pc:spChg>
        <pc:spChg chg="add mod">
          <ac:chgData name="Matthew Dodds" userId="80d5a6ea92063750" providerId="LiveId" clId="{614D3421-716A-4CB0-994B-C24DF82A0F6F}" dt="2025-12-19T22:40:18.556" v="15053" actId="1035"/>
          <ac:spMkLst>
            <pc:docMk/>
            <pc:sldMk cId="1271211031" sldId="294"/>
            <ac:spMk id="117" creationId="{C105449A-977F-652D-F5B6-B257AC031AFF}"/>
          </ac:spMkLst>
        </pc:spChg>
        <pc:spChg chg="mod">
          <ac:chgData name="Matthew Dodds" userId="80d5a6ea92063750" providerId="LiveId" clId="{614D3421-716A-4CB0-994B-C24DF82A0F6F}" dt="2025-12-19T04:20:32.302" v="10742"/>
          <ac:spMkLst>
            <pc:docMk/>
            <pc:sldMk cId="1271211031" sldId="294"/>
            <ac:spMk id="120" creationId="{24C428F8-9987-37D1-063C-D5E23CA537DB}"/>
          </ac:spMkLst>
        </pc:spChg>
        <pc:spChg chg="mod">
          <ac:chgData name="Matthew Dodds" userId="80d5a6ea92063750" providerId="LiveId" clId="{614D3421-716A-4CB0-994B-C24DF82A0F6F}" dt="2025-12-19T04:20:32.302" v="10742"/>
          <ac:spMkLst>
            <pc:docMk/>
            <pc:sldMk cId="1271211031" sldId="294"/>
            <ac:spMk id="121" creationId="{8E455CE2-406B-0A54-DB26-56D980110F85}"/>
          </ac:spMkLst>
        </pc:spChg>
        <pc:spChg chg="mod">
          <ac:chgData name="Matthew Dodds" userId="80d5a6ea92063750" providerId="LiveId" clId="{614D3421-716A-4CB0-994B-C24DF82A0F6F}" dt="2025-12-19T04:20:32.302" v="10742"/>
          <ac:spMkLst>
            <pc:docMk/>
            <pc:sldMk cId="1271211031" sldId="294"/>
            <ac:spMk id="122" creationId="{4336E6A9-56E0-4A4F-A88A-1F8AD40569A1}"/>
          </ac:spMkLst>
        </pc:spChg>
        <pc:spChg chg="mod">
          <ac:chgData name="Matthew Dodds" userId="80d5a6ea92063750" providerId="LiveId" clId="{614D3421-716A-4CB0-994B-C24DF82A0F6F}" dt="2025-12-19T04:20:44.956" v="10750" actId="20577"/>
          <ac:spMkLst>
            <pc:docMk/>
            <pc:sldMk cId="1271211031" sldId="294"/>
            <ac:spMk id="123" creationId="{F7235161-07CD-1803-795D-C5F91F58C426}"/>
          </ac:spMkLst>
        </pc:spChg>
        <pc:spChg chg="mod">
          <ac:chgData name="Matthew Dodds" userId="80d5a6ea92063750" providerId="LiveId" clId="{614D3421-716A-4CB0-994B-C24DF82A0F6F}" dt="2025-12-19T22:48:29.110" v="15306" actId="165"/>
          <ac:spMkLst>
            <pc:docMk/>
            <pc:sldMk cId="1271211031" sldId="294"/>
            <ac:spMk id="125" creationId="{EF346A77-AB10-E2E1-4B3A-F0491886668A}"/>
          </ac:spMkLst>
        </pc:spChg>
        <pc:spChg chg="mod">
          <ac:chgData name="Matthew Dodds" userId="80d5a6ea92063750" providerId="LiveId" clId="{614D3421-716A-4CB0-994B-C24DF82A0F6F}" dt="2025-12-19T22:41:02.440" v="15064" actId="6549"/>
          <ac:spMkLst>
            <pc:docMk/>
            <pc:sldMk cId="1271211031" sldId="294"/>
            <ac:spMk id="126" creationId="{49E6DC9C-971F-443C-E8C6-99048E07FE1C}"/>
          </ac:spMkLst>
        </pc:spChg>
        <pc:spChg chg="mod">
          <ac:chgData name="Matthew Dodds" userId="80d5a6ea92063750" providerId="LiveId" clId="{614D3421-716A-4CB0-994B-C24DF82A0F6F}" dt="2025-12-19T22:40:27.735" v="15054" actId="21"/>
          <ac:spMkLst>
            <pc:docMk/>
            <pc:sldMk cId="1271211031" sldId="294"/>
            <ac:spMk id="127" creationId="{B4EE16BE-993E-C8A4-2B95-AB3BBB90A952}"/>
          </ac:spMkLst>
        </pc:spChg>
        <pc:spChg chg="mod">
          <ac:chgData name="Matthew Dodds" userId="80d5a6ea92063750" providerId="LiveId" clId="{614D3421-716A-4CB0-994B-C24DF82A0F6F}" dt="2025-12-19T22:40:57.361" v="15063" actId="1076"/>
          <ac:spMkLst>
            <pc:docMk/>
            <pc:sldMk cId="1271211031" sldId="294"/>
            <ac:spMk id="128" creationId="{C3D3F334-58AA-C54A-AC36-120656DD357A}"/>
          </ac:spMkLst>
        </pc:spChg>
        <pc:spChg chg="mod">
          <ac:chgData name="Matthew Dodds" userId="80d5a6ea92063750" providerId="LiveId" clId="{614D3421-716A-4CB0-994B-C24DF82A0F6F}" dt="2025-12-19T04:23:15.054" v="10801"/>
          <ac:spMkLst>
            <pc:docMk/>
            <pc:sldMk cId="1271211031" sldId="294"/>
            <ac:spMk id="130" creationId="{A95BDDD5-D9AE-DFBA-BB56-7FB2CADAE2F1}"/>
          </ac:spMkLst>
        </pc:spChg>
        <pc:spChg chg="mod">
          <ac:chgData name="Matthew Dodds" userId="80d5a6ea92063750" providerId="LiveId" clId="{614D3421-716A-4CB0-994B-C24DF82A0F6F}" dt="2025-12-19T04:23:15.054" v="10801"/>
          <ac:spMkLst>
            <pc:docMk/>
            <pc:sldMk cId="1271211031" sldId="294"/>
            <ac:spMk id="131" creationId="{60AFF53D-A0F5-BACE-DA68-5B8E61A89A59}"/>
          </ac:spMkLst>
        </pc:spChg>
        <pc:spChg chg="mod">
          <ac:chgData name="Matthew Dodds" userId="80d5a6ea92063750" providerId="LiveId" clId="{614D3421-716A-4CB0-994B-C24DF82A0F6F}" dt="2025-12-19T04:23:15.054" v="10801"/>
          <ac:spMkLst>
            <pc:docMk/>
            <pc:sldMk cId="1271211031" sldId="294"/>
            <ac:spMk id="132" creationId="{C2E257EB-CB57-FE1E-DF0B-DE43D09D284D}"/>
          </ac:spMkLst>
        </pc:spChg>
        <pc:spChg chg="mod">
          <ac:chgData name="Matthew Dodds" userId="80d5a6ea92063750" providerId="LiveId" clId="{614D3421-716A-4CB0-994B-C24DF82A0F6F}" dt="2025-12-19T04:23:15.054" v="10801"/>
          <ac:spMkLst>
            <pc:docMk/>
            <pc:sldMk cId="1271211031" sldId="294"/>
            <ac:spMk id="133" creationId="{3810A088-D232-E6A5-8FAC-ED150A245CC3}"/>
          </ac:spMkLst>
        </pc:spChg>
        <pc:spChg chg="mod">
          <ac:chgData name="Matthew Dodds" userId="80d5a6ea92063750" providerId="LiveId" clId="{614D3421-716A-4CB0-994B-C24DF82A0F6F}" dt="2025-12-19T04:28:29.975" v="10903"/>
          <ac:spMkLst>
            <pc:docMk/>
            <pc:sldMk cId="1271211031" sldId="294"/>
            <ac:spMk id="135" creationId="{3F1ED3D7-446C-DDDF-3D63-736D0A9DA252}"/>
          </ac:spMkLst>
        </pc:spChg>
        <pc:spChg chg="mod">
          <ac:chgData name="Matthew Dodds" userId="80d5a6ea92063750" providerId="LiveId" clId="{614D3421-716A-4CB0-994B-C24DF82A0F6F}" dt="2025-12-19T04:28:50.058" v="10913" actId="20577"/>
          <ac:spMkLst>
            <pc:docMk/>
            <pc:sldMk cId="1271211031" sldId="294"/>
            <ac:spMk id="136" creationId="{D879D815-CC36-03C9-48B2-B8E60B1D77A7}"/>
          </ac:spMkLst>
        </pc:spChg>
        <pc:spChg chg="mod">
          <ac:chgData name="Matthew Dodds" userId="80d5a6ea92063750" providerId="LiveId" clId="{614D3421-716A-4CB0-994B-C24DF82A0F6F}" dt="2025-12-19T04:28:29.975" v="10903"/>
          <ac:spMkLst>
            <pc:docMk/>
            <pc:sldMk cId="1271211031" sldId="294"/>
            <ac:spMk id="137" creationId="{49AD08E5-07C5-0E35-5449-10E6AC345612}"/>
          </ac:spMkLst>
        </pc:spChg>
        <pc:spChg chg="mod">
          <ac:chgData name="Matthew Dodds" userId="80d5a6ea92063750" providerId="LiveId" clId="{614D3421-716A-4CB0-994B-C24DF82A0F6F}" dt="2025-12-19T04:28:29.975" v="10903"/>
          <ac:spMkLst>
            <pc:docMk/>
            <pc:sldMk cId="1271211031" sldId="294"/>
            <ac:spMk id="138" creationId="{B71A7B17-F057-5EF8-0B57-F6C9E3E9B21B}"/>
          </ac:spMkLst>
        </pc:spChg>
        <pc:spChg chg="del mod">
          <ac:chgData name="Matthew Dodds" userId="80d5a6ea92063750" providerId="LiveId" clId="{614D3421-716A-4CB0-994B-C24DF82A0F6F}" dt="2025-12-18T23:31:55.144" v="9121" actId="478"/>
          <ac:spMkLst>
            <pc:docMk/>
            <pc:sldMk cId="1271211031" sldId="294"/>
            <ac:spMk id="139" creationId="{F97C61FA-FA62-8786-92AC-DBA56D0077C1}"/>
          </ac:spMkLst>
        </pc:spChg>
        <pc:spChg chg="mod">
          <ac:chgData name="Matthew Dodds" userId="80d5a6ea92063750" providerId="LiveId" clId="{614D3421-716A-4CB0-994B-C24DF82A0F6F}" dt="2025-12-19T22:55:56.800" v="15380" actId="208"/>
          <ac:spMkLst>
            <pc:docMk/>
            <pc:sldMk cId="1271211031" sldId="294"/>
            <ac:spMk id="140" creationId="{27366A57-4FFC-0A15-FCE6-61399B7C7D5C}"/>
          </ac:spMkLst>
        </pc:spChg>
        <pc:spChg chg="mod">
          <ac:chgData name="Matthew Dodds" userId="80d5a6ea92063750" providerId="LiveId" clId="{614D3421-716A-4CB0-994B-C24DF82A0F6F}" dt="2025-12-19T22:55:56.800" v="15380" actId="208"/>
          <ac:spMkLst>
            <pc:docMk/>
            <pc:sldMk cId="1271211031" sldId="294"/>
            <ac:spMk id="141" creationId="{EDF7D36E-AEBD-3F9F-04AD-2164B0BBF827}"/>
          </ac:spMkLst>
        </pc:spChg>
        <pc:spChg chg="del mod">
          <ac:chgData name="Matthew Dodds" userId="80d5a6ea92063750" providerId="LiveId" clId="{614D3421-716A-4CB0-994B-C24DF82A0F6F}" dt="2025-12-19T22:42:16.827" v="15087" actId="478"/>
          <ac:spMkLst>
            <pc:docMk/>
            <pc:sldMk cId="1271211031" sldId="294"/>
            <ac:spMk id="142" creationId="{57BFC775-D06D-31EF-4B64-96F30BB33AAF}"/>
          </ac:spMkLst>
        </pc:spChg>
        <pc:spChg chg="mod">
          <ac:chgData name="Matthew Dodds" userId="80d5a6ea92063750" providerId="LiveId" clId="{614D3421-716A-4CB0-994B-C24DF82A0F6F}" dt="2025-12-19T22:55:56.800" v="15380" actId="208"/>
          <ac:spMkLst>
            <pc:docMk/>
            <pc:sldMk cId="1271211031" sldId="294"/>
            <ac:spMk id="143" creationId="{E541136A-CAD5-A9D9-C9FB-4702A9A7492E}"/>
          </ac:spMkLst>
        </pc:spChg>
        <pc:spChg chg="mod topLvl">
          <ac:chgData name="Matthew Dodds" userId="80d5a6ea92063750" providerId="LiveId" clId="{614D3421-716A-4CB0-994B-C24DF82A0F6F}" dt="2025-12-19T23:04:23.397" v="15516" actId="164"/>
          <ac:spMkLst>
            <pc:docMk/>
            <pc:sldMk cId="1271211031" sldId="294"/>
            <ac:spMk id="145" creationId="{70D2D8E7-6D0C-33F9-58E6-5061C3F422F3}"/>
          </ac:spMkLst>
        </pc:spChg>
        <pc:spChg chg="mod ord topLvl">
          <ac:chgData name="Matthew Dodds" userId="80d5a6ea92063750" providerId="LiveId" clId="{614D3421-716A-4CB0-994B-C24DF82A0F6F}" dt="2025-12-19T23:04:23.397" v="15516" actId="164"/>
          <ac:spMkLst>
            <pc:docMk/>
            <pc:sldMk cId="1271211031" sldId="294"/>
            <ac:spMk id="146" creationId="{85756F49-E27A-563B-5688-52128F5D31FC}"/>
          </ac:spMkLst>
        </pc:spChg>
        <pc:spChg chg="del mod topLvl">
          <ac:chgData name="Matthew Dodds" userId="80d5a6ea92063750" providerId="LiveId" clId="{614D3421-716A-4CB0-994B-C24DF82A0F6F}" dt="2025-12-19T23:04:08.945" v="15514" actId="478"/>
          <ac:spMkLst>
            <pc:docMk/>
            <pc:sldMk cId="1271211031" sldId="294"/>
            <ac:spMk id="147" creationId="{2DB8031F-4935-1A1F-8A61-9881878BE56B}"/>
          </ac:spMkLst>
        </pc:spChg>
        <pc:spChg chg="mod ord topLvl">
          <ac:chgData name="Matthew Dodds" userId="80d5a6ea92063750" providerId="LiveId" clId="{614D3421-716A-4CB0-994B-C24DF82A0F6F}" dt="2025-12-19T23:04:45.867" v="15521" actId="1076"/>
          <ac:spMkLst>
            <pc:docMk/>
            <pc:sldMk cId="1271211031" sldId="294"/>
            <ac:spMk id="148" creationId="{0D320595-7D34-4EA4-B1CA-B1F5290E3BA5}"/>
          </ac:spMkLst>
        </pc:spChg>
        <pc:spChg chg="mod">
          <ac:chgData name="Matthew Dodds" userId="80d5a6ea92063750" providerId="LiveId" clId="{614D3421-716A-4CB0-994B-C24DF82A0F6F}" dt="2025-12-19T22:56:23.066" v="15381" actId="208"/>
          <ac:spMkLst>
            <pc:docMk/>
            <pc:sldMk cId="1271211031" sldId="294"/>
            <ac:spMk id="150" creationId="{DCF7B1B6-2A42-36CD-529D-2013FD5342BA}"/>
          </ac:spMkLst>
        </pc:spChg>
        <pc:spChg chg="mod">
          <ac:chgData name="Matthew Dodds" userId="80d5a6ea92063750" providerId="LiveId" clId="{614D3421-716A-4CB0-994B-C24DF82A0F6F}" dt="2025-12-19T22:43:13.799" v="15116" actId="20577"/>
          <ac:spMkLst>
            <pc:docMk/>
            <pc:sldMk cId="1271211031" sldId="294"/>
            <ac:spMk id="151" creationId="{C89977D5-E980-6A96-F0B8-2F82ECE93740}"/>
          </ac:spMkLst>
        </pc:spChg>
        <pc:spChg chg="del mod">
          <ac:chgData name="Matthew Dodds" userId="80d5a6ea92063750" providerId="LiveId" clId="{614D3421-716A-4CB0-994B-C24DF82A0F6F}" dt="2025-12-19T22:43:18.142" v="15117" actId="478"/>
          <ac:spMkLst>
            <pc:docMk/>
            <pc:sldMk cId="1271211031" sldId="294"/>
            <ac:spMk id="152" creationId="{DAB8639C-FA81-DECF-2B74-AE3DE4BD90AC}"/>
          </ac:spMkLst>
        </pc:spChg>
        <pc:spChg chg="mod">
          <ac:chgData name="Matthew Dodds" userId="80d5a6ea92063750" providerId="LiveId" clId="{614D3421-716A-4CB0-994B-C24DF82A0F6F}" dt="2025-12-19T22:43:30.182" v="15143" actId="1035"/>
          <ac:spMkLst>
            <pc:docMk/>
            <pc:sldMk cId="1271211031" sldId="294"/>
            <ac:spMk id="153" creationId="{76052B66-1394-A170-9DBB-8EBAB656300E}"/>
          </ac:spMkLst>
        </pc:spChg>
        <pc:spChg chg="mod">
          <ac:chgData name="Matthew Dodds" userId="80d5a6ea92063750" providerId="LiveId" clId="{614D3421-716A-4CB0-994B-C24DF82A0F6F}" dt="2025-12-19T22:38:39.903" v="15008" actId="14100"/>
          <ac:spMkLst>
            <pc:docMk/>
            <pc:sldMk cId="1271211031" sldId="294"/>
            <ac:spMk id="155" creationId="{604C103E-64DA-5273-48D7-E05CF94008B6}"/>
          </ac:spMkLst>
        </pc:spChg>
        <pc:spChg chg="mod">
          <ac:chgData name="Matthew Dodds" userId="80d5a6ea92063750" providerId="LiveId" clId="{614D3421-716A-4CB0-994B-C24DF82A0F6F}" dt="2025-12-19T22:48:29.110" v="15306" actId="165"/>
          <ac:spMkLst>
            <pc:docMk/>
            <pc:sldMk cId="1271211031" sldId="294"/>
            <ac:spMk id="156" creationId="{0BDFB068-92CB-C58A-D72F-102D331A838B}"/>
          </ac:spMkLst>
        </pc:spChg>
        <pc:spChg chg="del mod">
          <ac:chgData name="Matthew Dodds" userId="80d5a6ea92063750" providerId="LiveId" clId="{614D3421-716A-4CB0-994B-C24DF82A0F6F}" dt="2025-12-19T22:43:57.082" v="15162" actId="478"/>
          <ac:spMkLst>
            <pc:docMk/>
            <pc:sldMk cId="1271211031" sldId="294"/>
            <ac:spMk id="157" creationId="{82A6DDA4-091F-DC0C-0350-206709B3ABBC}"/>
          </ac:spMkLst>
        </pc:spChg>
        <pc:spChg chg="mod">
          <ac:chgData name="Matthew Dodds" userId="80d5a6ea92063750" providerId="LiveId" clId="{614D3421-716A-4CB0-994B-C24DF82A0F6F}" dt="2025-12-19T22:44:06.932" v="15193" actId="1036"/>
          <ac:spMkLst>
            <pc:docMk/>
            <pc:sldMk cId="1271211031" sldId="294"/>
            <ac:spMk id="158" creationId="{9DE978CA-7EC1-C1A8-AED6-0D296A7A4174}"/>
          </ac:spMkLst>
        </pc:spChg>
        <pc:spChg chg="add del mod">
          <ac:chgData name="Matthew Dodds" userId="80d5a6ea92063750" providerId="LiveId" clId="{614D3421-716A-4CB0-994B-C24DF82A0F6F}" dt="2025-12-19T19:30:21.460" v="14307" actId="478"/>
          <ac:spMkLst>
            <pc:docMk/>
            <pc:sldMk cId="1271211031" sldId="294"/>
            <ac:spMk id="159" creationId="{1FFF9337-6D18-5B07-8428-4270B0ABECFC}"/>
          </ac:spMkLst>
        </pc:spChg>
        <pc:spChg chg="add mod">
          <ac:chgData name="Matthew Dodds" userId="80d5a6ea92063750" providerId="LiveId" clId="{614D3421-716A-4CB0-994B-C24DF82A0F6F}" dt="2025-12-19T22:40:13.991" v="15047" actId="1036"/>
          <ac:spMkLst>
            <pc:docMk/>
            <pc:sldMk cId="1271211031" sldId="294"/>
            <ac:spMk id="160" creationId="{8C190E11-975F-6E5D-75FD-97C0E63BD1B9}"/>
          </ac:spMkLst>
        </pc:spChg>
        <pc:spChg chg="add mod">
          <ac:chgData name="Matthew Dodds" userId="80d5a6ea92063750" providerId="LiveId" clId="{614D3421-716A-4CB0-994B-C24DF82A0F6F}" dt="2025-12-19T22:40:49.697" v="15062" actId="1076"/>
          <ac:spMkLst>
            <pc:docMk/>
            <pc:sldMk cId="1271211031" sldId="294"/>
            <ac:spMk id="161" creationId="{3FFF9CAB-C382-A23D-AA82-40029960F117}"/>
          </ac:spMkLst>
        </pc:spChg>
        <pc:spChg chg="add del mod">
          <ac:chgData name="Matthew Dodds" userId="80d5a6ea92063750" providerId="LiveId" clId="{614D3421-716A-4CB0-994B-C24DF82A0F6F}" dt="2025-12-19T19:30:21.460" v="14307" actId="478"/>
          <ac:spMkLst>
            <pc:docMk/>
            <pc:sldMk cId="1271211031" sldId="294"/>
            <ac:spMk id="162" creationId="{280CDA2E-C6F3-49CF-A187-F0892F7B6AE7}"/>
          </ac:spMkLst>
        </pc:spChg>
        <pc:spChg chg="add mod">
          <ac:chgData name="Matthew Dodds" userId="80d5a6ea92063750" providerId="LiveId" clId="{614D3421-716A-4CB0-994B-C24DF82A0F6F}" dt="2025-12-19T22:41:45.766" v="15077" actId="1076"/>
          <ac:spMkLst>
            <pc:docMk/>
            <pc:sldMk cId="1271211031" sldId="294"/>
            <ac:spMk id="163" creationId="{D046FF17-FC53-B733-5EEA-F986B995E92B}"/>
          </ac:spMkLst>
        </pc:spChg>
        <pc:spChg chg="add del mod">
          <ac:chgData name="Matthew Dodds" userId="80d5a6ea92063750" providerId="LiveId" clId="{614D3421-716A-4CB0-994B-C24DF82A0F6F}" dt="2025-12-19T19:30:21.460" v="14307" actId="478"/>
          <ac:spMkLst>
            <pc:docMk/>
            <pc:sldMk cId="1271211031" sldId="294"/>
            <ac:spMk id="164" creationId="{14DA3425-6D1D-D7AD-BD84-7F439D590326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165" creationId="{3EADEBDF-6594-E5CD-8C4A-78985F3402EE}"/>
          </ac:spMkLst>
        </pc:spChg>
        <pc:spChg chg="add del mod">
          <ac:chgData name="Matthew Dodds" userId="80d5a6ea92063750" providerId="LiveId" clId="{614D3421-716A-4CB0-994B-C24DF82A0F6F}" dt="2025-12-19T19:30:21.460" v="14307" actId="478"/>
          <ac:spMkLst>
            <pc:docMk/>
            <pc:sldMk cId="1271211031" sldId="294"/>
            <ac:spMk id="166" creationId="{C085CFC5-0284-254D-A025-55CF3D34B5B7}"/>
          </ac:spMkLst>
        </pc:spChg>
        <pc:spChg chg="add mod">
          <ac:chgData name="Matthew Dodds" userId="80d5a6ea92063750" providerId="LiveId" clId="{614D3421-716A-4CB0-994B-C24DF82A0F6F}" dt="2025-12-19T22:43:23.726" v="15135" actId="1036"/>
          <ac:spMkLst>
            <pc:docMk/>
            <pc:sldMk cId="1271211031" sldId="294"/>
            <ac:spMk id="167" creationId="{051BA629-F9A8-2D3B-C2CE-66001C1ABA0D}"/>
          </ac:spMkLst>
        </pc:spChg>
        <pc:spChg chg="add del mod">
          <ac:chgData name="Matthew Dodds" userId="80d5a6ea92063750" providerId="LiveId" clId="{614D3421-716A-4CB0-994B-C24DF82A0F6F}" dt="2025-12-19T19:30:28.857" v="14308" actId="478"/>
          <ac:spMkLst>
            <pc:docMk/>
            <pc:sldMk cId="1271211031" sldId="294"/>
            <ac:spMk id="168" creationId="{2DA01A24-B03D-2D66-11F3-7C26291B75A0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169" creationId="{BBECF8C5-AF8A-01FB-54D5-03E91CD3A5A2}"/>
          </ac:spMkLst>
        </pc:spChg>
        <pc:spChg chg="add mod">
          <ac:chgData name="Matthew Dodds" userId="80d5a6ea92063750" providerId="LiveId" clId="{614D3421-716A-4CB0-994B-C24DF82A0F6F}" dt="2025-12-19T05:45:36.130" v="11533" actId="1037"/>
          <ac:spMkLst>
            <pc:docMk/>
            <pc:sldMk cId="1271211031" sldId="294"/>
            <ac:spMk id="170" creationId="{48858AB1-79EF-327E-07A8-16D8F456FF02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171" creationId="{280AD474-7CA3-E4FE-B6A2-4EB16B4EB10E}"/>
          </ac:spMkLst>
        </pc:spChg>
        <pc:spChg chg="add del mod">
          <ac:chgData name="Matthew Dodds" userId="80d5a6ea92063750" providerId="LiveId" clId="{614D3421-716A-4CB0-994B-C24DF82A0F6F}" dt="2025-12-19T05:43:38.305" v="11502" actId="478"/>
          <ac:spMkLst>
            <pc:docMk/>
            <pc:sldMk cId="1271211031" sldId="294"/>
            <ac:spMk id="172" creationId="{8C8F191A-C56F-8C34-E895-E531E88F534F}"/>
          </ac:spMkLst>
        </pc:spChg>
        <pc:spChg chg="add del mod">
          <ac:chgData name="Matthew Dodds" userId="80d5a6ea92063750" providerId="LiveId" clId="{614D3421-716A-4CB0-994B-C24DF82A0F6F}" dt="2025-12-19T05:43:42.745" v="11504" actId="478"/>
          <ac:spMkLst>
            <pc:docMk/>
            <pc:sldMk cId="1271211031" sldId="294"/>
            <ac:spMk id="173" creationId="{42EB3128-233A-4C9D-AD2A-6224D6F1AA4C}"/>
          </ac:spMkLst>
        </pc:spChg>
        <pc:spChg chg="add del mod">
          <ac:chgData name="Matthew Dodds" userId="80d5a6ea92063750" providerId="LiveId" clId="{614D3421-716A-4CB0-994B-C24DF82A0F6F}" dt="2025-12-19T05:43:45.212" v="11505" actId="478"/>
          <ac:spMkLst>
            <pc:docMk/>
            <pc:sldMk cId="1271211031" sldId="294"/>
            <ac:spMk id="174" creationId="{63C8DA24-B458-0B55-A1B5-47B3375C707F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175" creationId="{257BF98C-39E9-02A4-90AC-23A767785424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176" creationId="{D0756913-6957-376C-518A-47DB4C6E59B3}"/>
          </ac:spMkLst>
        </pc:spChg>
        <pc:spChg chg="add mod">
          <ac:chgData name="Matthew Dodds" userId="80d5a6ea92063750" providerId="LiveId" clId="{614D3421-716A-4CB0-994B-C24DF82A0F6F}" dt="2025-12-19T19:40:30.385" v="14528" actId="207"/>
          <ac:spMkLst>
            <pc:docMk/>
            <pc:sldMk cId="1271211031" sldId="294"/>
            <ac:spMk id="177" creationId="{277339ED-E990-7B5D-1541-7277615D06F6}"/>
          </ac:spMkLst>
        </pc:spChg>
        <pc:spChg chg="add mod">
          <ac:chgData name="Matthew Dodds" userId="80d5a6ea92063750" providerId="LiveId" clId="{614D3421-716A-4CB0-994B-C24DF82A0F6F}" dt="2025-12-19T19:40:30.385" v="14528" actId="207"/>
          <ac:spMkLst>
            <pc:docMk/>
            <pc:sldMk cId="1271211031" sldId="294"/>
            <ac:spMk id="178" creationId="{DE5356EE-0455-2C2B-F52D-DD106B69799C}"/>
          </ac:spMkLst>
        </pc:spChg>
        <pc:spChg chg="add del mod">
          <ac:chgData name="Matthew Dodds" userId="80d5a6ea92063750" providerId="LiveId" clId="{614D3421-716A-4CB0-994B-C24DF82A0F6F}" dt="2025-12-19T05:50:51.754" v="11637" actId="478"/>
          <ac:spMkLst>
            <pc:docMk/>
            <pc:sldMk cId="1271211031" sldId="294"/>
            <ac:spMk id="179" creationId="{CA59C90C-18E2-8281-F634-50AC50E8F212}"/>
          </ac:spMkLst>
        </pc:spChg>
        <pc:spChg chg="add mod topLvl">
          <ac:chgData name="Matthew Dodds" userId="80d5a6ea92063750" providerId="LiveId" clId="{614D3421-716A-4CB0-994B-C24DF82A0F6F}" dt="2025-12-19T23:01:43.066" v="15499" actId="1076"/>
          <ac:spMkLst>
            <pc:docMk/>
            <pc:sldMk cId="1271211031" sldId="294"/>
            <ac:spMk id="180" creationId="{28D3A39F-00EB-85F2-EE71-4B76A5B1FED5}"/>
          </ac:spMkLst>
        </pc:spChg>
        <pc:spChg chg="add del mod topLvl">
          <ac:chgData name="Matthew Dodds" userId="80d5a6ea92063750" providerId="LiveId" clId="{614D3421-716A-4CB0-994B-C24DF82A0F6F}" dt="2025-12-19T22:58:20.290" v="15442" actId="478"/>
          <ac:spMkLst>
            <pc:docMk/>
            <pc:sldMk cId="1271211031" sldId="294"/>
            <ac:spMk id="181" creationId="{50668E77-BDF9-9CAE-9422-3E9DC3A450E9}"/>
          </ac:spMkLst>
        </pc:spChg>
        <pc:spChg chg="add del mod topLvl">
          <ac:chgData name="Matthew Dodds" userId="80d5a6ea92063750" providerId="LiveId" clId="{614D3421-716A-4CB0-994B-C24DF82A0F6F}" dt="2025-12-19T22:58:25.612" v="15443" actId="478"/>
          <ac:spMkLst>
            <pc:docMk/>
            <pc:sldMk cId="1271211031" sldId="294"/>
            <ac:spMk id="182" creationId="{89CF4748-35DF-0B63-1411-DDAB06F63521}"/>
          </ac:spMkLst>
        </pc:spChg>
        <pc:spChg chg="add mod topLvl">
          <ac:chgData name="Matthew Dodds" userId="80d5a6ea92063750" providerId="LiveId" clId="{614D3421-716A-4CB0-994B-C24DF82A0F6F}" dt="2025-12-19T22:51:09.929" v="15330" actId="207"/>
          <ac:spMkLst>
            <pc:docMk/>
            <pc:sldMk cId="1271211031" sldId="294"/>
            <ac:spMk id="183" creationId="{B52459DB-7D4C-A34B-CBCF-067196691B5A}"/>
          </ac:spMkLst>
        </pc:spChg>
        <pc:spChg chg="add del mod topLvl">
          <ac:chgData name="Matthew Dodds" userId="80d5a6ea92063750" providerId="LiveId" clId="{614D3421-716A-4CB0-994B-C24DF82A0F6F}" dt="2025-12-19T22:58:25.612" v="15443" actId="478"/>
          <ac:spMkLst>
            <pc:docMk/>
            <pc:sldMk cId="1271211031" sldId="294"/>
            <ac:spMk id="184" creationId="{D822250C-6A07-01E0-54AB-077D9EBE6911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185" creationId="{55C1AF4F-7578-A21F-DD79-CA81C24D82E9}"/>
          </ac:spMkLst>
        </pc:spChg>
        <pc:spChg chg="mod">
          <ac:chgData name="Matthew Dodds" userId="80d5a6ea92063750" providerId="LiveId" clId="{614D3421-716A-4CB0-994B-C24DF82A0F6F}" dt="2025-12-19T23:02:46.987" v="15500" actId="207"/>
          <ac:spMkLst>
            <pc:docMk/>
            <pc:sldMk cId="1271211031" sldId="294"/>
            <ac:spMk id="187" creationId="{7A701823-24DE-DB72-1CC6-B8D8C35FF936}"/>
          </ac:spMkLst>
        </pc:spChg>
        <pc:spChg chg="del">
          <ac:chgData name="Matthew Dodds" userId="80d5a6ea92063750" providerId="LiveId" clId="{614D3421-716A-4CB0-994B-C24DF82A0F6F}" dt="2025-12-19T06:01:52.974" v="11819" actId="478"/>
          <ac:spMkLst>
            <pc:docMk/>
            <pc:sldMk cId="1271211031" sldId="294"/>
            <ac:spMk id="188" creationId="{A75A9710-3509-4F20-BDB8-E7ECF0DD7FA1}"/>
          </ac:spMkLst>
        </pc:spChg>
        <pc:spChg chg="del mod">
          <ac:chgData name="Matthew Dodds" userId="80d5a6ea92063750" providerId="LiveId" clId="{614D3421-716A-4CB0-994B-C24DF82A0F6F}" dt="2025-12-19T06:01:52.974" v="11819" actId="478"/>
          <ac:spMkLst>
            <pc:docMk/>
            <pc:sldMk cId="1271211031" sldId="294"/>
            <ac:spMk id="190" creationId="{8F1617F9-5902-F85B-848D-35D54FE230F8}"/>
          </ac:spMkLst>
        </pc:spChg>
        <pc:spChg chg="del mod">
          <ac:chgData name="Matthew Dodds" userId="80d5a6ea92063750" providerId="LiveId" clId="{614D3421-716A-4CB0-994B-C24DF82A0F6F}" dt="2025-12-18T23:31:47.107" v="9120" actId="478"/>
          <ac:spMkLst>
            <pc:docMk/>
            <pc:sldMk cId="1271211031" sldId="294"/>
            <ac:spMk id="190" creationId="{C60A1DE8-AF47-0DBE-0883-5D9AD39478CF}"/>
          </ac:spMkLst>
        </pc:spChg>
        <pc:spChg chg="mod">
          <ac:chgData name="Matthew Dodds" userId="80d5a6ea92063750" providerId="LiveId" clId="{614D3421-716A-4CB0-994B-C24DF82A0F6F}" dt="2025-12-19T23:02:46.987" v="15500" actId="207"/>
          <ac:spMkLst>
            <pc:docMk/>
            <pc:sldMk cId="1271211031" sldId="294"/>
            <ac:spMk id="191" creationId="{2411539C-5D20-4424-2743-E16B1AA37CE9}"/>
          </ac:spMkLst>
        </pc:spChg>
        <pc:spChg chg="del mod">
          <ac:chgData name="Matthew Dodds" userId="80d5a6ea92063750" providerId="LiveId" clId="{614D3421-716A-4CB0-994B-C24DF82A0F6F}" dt="2025-12-18T23:31:47.107" v="9120" actId="478"/>
          <ac:spMkLst>
            <pc:docMk/>
            <pc:sldMk cId="1271211031" sldId="294"/>
            <ac:spMk id="192" creationId="{3C430439-4A50-C3BD-59BE-FCEBED886F57}"/>
          </ac:spMkLst>
        </pc:spChg>
        <pc:spChg chg="del">
          <ac:chgData name="Matthew Dodds" userId="80d5a6ea92063750" providerId="LiveId" clId="{614D3421-716A-4CB0-994B-C24DF82A0F6F}" dt="2025-12-19T06:03:15.927" v="11836" actId="478"/>
          <ac:spMkLst>
            <pc:docMk/>
            <pc:sldMk cId="1271211031" sldId="294"/>
            <ac:spMk id="194" creationId="{002F7EBD-DB20-11C7-AD75-73DF0129EB01}"/>
          </ac:spMkLst>
        </pc:spChg>
        <pc:spChg chg="del mod">
          <ac:chgData name="Matthew Dodds" userId="80d5a6ea92063750" providerId="LiveId" clId="{614D3421-716A-4CB0-994B-C24DF82A0F6F}" dt="2025-12-19T06:03:15.927" v="11836" actId="478"/>
          <ac:spMkLst>
            <pc:docMk/>
            <pc:sldMk cId="1271211031" sldId="294"/>
            <ac:spMk id="195" creationId="{E569178F-A6F6-239F-8FD0-68FCAF597580}"/>
          </ac:spMkLst>
        </pc:spChg>
        <pc:spChg chg="mod">
          <ac:chgData name="Matthew Dodds" userId="80d5a6ea92063750" providerId="LiveId" clId="{614D3421-716A-4CB0-994B-C24DF82A0F6F}" dt="2025-12-19T05:59:40.708" v="11803"/>
          <ac:spMkLst>
            <pc:docMk/>
            <pc:sldMk cId="1271211031" sldId="294"/>
            <ac:spMk id="198" creationId="{405CCF5C-FFEF-BC32-46D2-8E30F7FB597C}"/>
          </ac:spMkLst>
        </pc:spChg>
        <pc:spChg chg="del">
          <ac:chgData name="Matthew Dodds" userId="80d5a6ea92063750" providerId="LiveId" clId="{614D3421-716A-4CB0-994B-C24DF82A0F6F}" dt="2025-12-19T06:01:31.267" v="11815" actId="478"/>
          <ac:spMkLst>
            <pc:docMk/>
            <pc:sldMk cId="1271211031" sldId="294"/>
            <ac:spMk id="199" creationId="{F9533976-A09B-E794-AC7F-0F3F87EE8A6B}"/>
          </ac:spMkLst>
        </pc:spChg>
        <pc:spChg chg="del">
          <ac:chgData name="Matthew Dodds" userId="80d5a6ea92063750" providerId="LiveId" clId="{614D3421-716A-4CB0-994B-C24DF82A0F6F}" dt="2025-12-19T06:01:34.448" v="11816" actId="478"/>
          <ac:spMkLst>
            <pc:docMk/>
            <pc:sldMk cId="1271211031" sldId="294"/>
            <ac:spMk id="200" creationId="{83C8D63E-CB5B-4D3C-942E-269A33E54B7A}"/>
          </ac:spMkLst>
        </pc:spChg>
        <pc:spChg chg="mod">
          <ac:chgData name="Matthew Dodds" userId="80d5a6ea92063750" providerId="LiveId" clId="{614D3421-716A-4CB0-994B-C24DF82A0F6F}" dt="2025-12-19T05:59:40.708" v="11803"/>
          <ac:spMkLst>
            <pc:docMk/>
            <pc:sldMk cId="1271211031" sldId="294"/>
            <ac:spMk id="201" creationId="{E8A27A34-055E-20E5-3852-82E2D09FF167}"/>
          </ac:spMkLst>
        </pc:spChg>
        <pc:spChg chg="mod">
          <ac:chgData name="Matthew Dodds" userId="80d5a6ea92063750" providerId="LiveId" clId="{614D3421-716A-4CB0-994B-C24DF82A0F6F}" dt="2025-12-19T22:39:04.699" v="15009" actId="14100"/>
          <ac:spMkLst>
            <pc:docMk/>
            <pc:sldMk cId="1271211031" sldId="294"/>
            <ac:spMk id="203" creationId="{C3E8B4DE-3C52-51CB-E12E-6EBEEBBA2DE7}"/>
          </ac:spMkLst>
        </pc:spChg>
        <pc:spChg chg="del">
          <ac:chgData name="Matthew Dodds" userId="80d5a6ea92063750" providerId="LiveId" clId="{614D3421-716A-4CB0-994B-C24DF82A0F6F}" dt="2025-12-19T06:01:38.419" v="11817" actId="478"/>
          <ac:spMkLst>
            <pc:docMk/>
            <pc:sldMk cId="1271211031" sldId="294"/>
            <ac:spMk id="204" creationId="{4146E895-B2EE-4068-FA33-B43B869A35CA}"/>
          </ac:spMkLst>
        </pc:spChg>
        <pc:spChg chg="del mod">
          <ac:chgData name="Matthew Dodds" userId="80d5a6ea92063750" providerId="LiveId" clId="{614D3421-716A-4CB0-994B-C24DF82A0F6F}" dt="2025-12-18T23:32:02.191" v="9122" actId="478"/>
          <ac:spMkLst>
            <pc:docMk/>
            <pc:sldMk cId="1271211031" sldId="294"/>
            <ac:spMk id="204" creationId="{421DBEFB-0060-0A2B-069A-F5033350D317}"/>
          </ac:spMkLst>
        </pc:spChg>
        <pc:spChg chg="del mod">
          <ac:chgData name="Matthew Dodds" userId="80d5a6ea92063750" providerId="LiveId" clId="{614D3421-716A-4CB0-994B-C24DF82A0F6F}" dt="2025-12-18T23:31:47.107" v="9120" actId="478"/>
          <ac:spMkLst>
            <pc:docMk/>
            <pc:sldMk cId="1271211031" sldId="294"/>
            <ac:spMk id="205" creationId="{2FFF1296-E67E-3B8F-504B-71B5C450C3C4}"/>
          </ac:spMkLst>
        </pc:spChg>
        <pc:spChg chg="del">
          <ac:chgData name="Matthew Dodds" userId="80d5a6ea92063750" providerId="LiveId" clId="{614D3421-716A-4CB0-994B-C24DF82A0F6F}" dt="2025-12-19T06:01:41.819" v="11818" actId="478"/>
          <ac:spMkLst>
            <pc:docMk/>
            <pc:sldMk cId="1271211031" sldId="294"/>
            <ac:spMk id="205" creationId="{67624255-6DD2-7E92-B5DC-6EBEB2860037}"/>
          </ac:spMkLst>
        </pc:spChg>
        <pc:spChg chg="mod">
          <ac:chgData name="Matthew Dodds" userId="80d5a6ea92063750" providerId="LiveId" clId="{614D3421-716A-4CB0-994B-C24DF82A0F6F}" dt="2025-12-19T21:12:52.555" v="14908" actId="207"/>
          <ac:spMkLst>
            <pc:docMk/>
            <pc:sldMk cId="1271211031" sldId="294"/>
            <ac:spMk id="206" creationId="{034BF5A1-6CB2-0106-F7C0-896E87D133AB}"/>
          </ac:spMkLst>
        </pc:spChg>
        <pc:spChg chg="del mod">
          <ac:chgData name="Matthew Dodds" userId="80d5a6ea92063750" providerId="LiveId" clId="{614D3421-716A-4CB0-994B-C24DF82A0F6F}" dt="2025-12-18T23:31:47.107" v="9120" actId="478"/>
          <ac:spMkLst>
            <pc:docMk/>
            <pc:sldMk cId="1271211031" sldId="294"/>
            <ac:spMk id="207" creationId="{D385D8CF-CBA0-DE7A-814D-BCD35E347929}"/>
          </ac:spMkLst>
        </pc:spChg>
        <pc:spChg chg="mod">
          <ac:chgData name="Matthew Dodds" userId="80d5a6ea92063750" providerId="LiveId" clId="{614D3421-716A-4CB0-994B-C24DF82A0F6F}" dt="2025-12-19T22:39:04.699" v="15009" actId="14100"/>
          <ac:spMkLst>
            <pc:docMk/>
            <pc:sldMk cId="1271211031" sldId="294"/>
            <ac:spMk id="217" creationId="{546B112C-C7B8-5A38-C56A-F946DBEC9882}"/>
          </ac:spMkLst>
        </pc:spChg>
        <pc:spChg chg="del">
          <ac:chgData name="Matthew Dodds" userId="80d5a6ea92063750" providerId="LiveId" clId="{614D3421-716A-4CB0-994B-C24DF82A0F6F}" dt="2025-12-19T06:03:20.922" v="11837" actId="478"/>
          <ac:spMkLst>
            <pc:docMk/>
            <pc:sldMk cId="1271211031" sldId="294"/>
            <ac:spMk id="218" creationId="{F98B234D-EA8A-D853-88D2-9100E3D53A09}"/>
          </ac:spMkLst>
        </pc:spChg>
        <pc:spChg chg="del">
          <ac:chgData name="Matthew Dodds" userId="80d5a6ea92063750" providerId="LiveId" clId="{614D3421-716A-4CB0-994B-C24DF82A0F6F}" dt="2025-12-19T06:03:20.922" v="11837" actId="478"/>
          <ac:spMkLst>
            <pc:docMk/>
            <pc:sldMk cId="1271211031" sldId="294"/>
            <ac:spMk id="219" creationId="{28B9D8A2-274B-B227-3934-993C0BEA432E}"/>
          </ac:spMkLst>
        </pc:spChg>
        <pc:spChg chg="mod">
          <ac:chgData name="Matthew Dodds" userId="80d5a6ea92063750" providerId="LiveId" clId="{614D3421-716A-4CB0-994B-C24DF82A0F6F}" dt="2025-12-19T06:36:07.160" v="12631"/>
          <ac:spMkLst>
            <pc:docMk/>
            <pc:sldMk cId="1271211031" sldId="294"/>
            <ac:spMk id="220" creationId="{59146264-CFE3-A670-BD23-0E3D5689B189}"/>
          </ac:spMkLst>
        </pc:spChg>
        <pc:spChg chg="mod">
          <ac:chgData name="Matthew Dodds" userId="80d5a6ea92063750" providerId="LiveId" clId="{614D3421-716A-4CB0-994B-C24DF82A0F6F}" dt="2025-12-19T05:59:40.708" v="11803"/>
          <ac:spMkLst>
            <pc:docMk/>
            <pc:sldMk cId="1271211031" sldId="294"/>
            <ac:spMk id="222" creationId="{CA7C060D-A34A-A508-9DD7-F886AF5A551D}"/>
          </ac:spMkLst>
        </pc:spChg>
        <pc:spChg chg="mod">
          <ac:chgData name="Matthew Dodds" userId="80d5a6ea92063750" providerId="LiveId" clId="{614D3421-716A-4CB0-994B-C24DF82A0F6F}" dt="2025-12-19T05:59:40.708" v="11803"/>
          <ac:spMkLst>
            <pc:docMk/>
            <pc:sldMk cId="1271211031" sldId="294"/>
            <ac:spMk id="227" creationId="{6850FFEF-BB9B-7B54-528E-56A8F8D40108}"/>
          </ac:spMkLst>
        </pc:spChg>
        <pc:spChg chg="del">
          <ac:chgData name="Matthew Dodds" userId="80d5a6ea92063750" providerId="LiveId" clId="{614D3421-716A-4CB0-994B-C24DF82A0F6F}" dt="2025-12-19T06:03:24.110" v="11838" actId="478"/>
          <ac:spMkLst>
            <pc:docMk/>
            <pc:sldMk cId="1271211031" sldId="294"/>
            <ac:spMk id="228" creationId="{5CFAE788-0A70-7C39-2474-2572E021DA18}"/>
          </ac:spMkLst>
        </pc:spChg>
        <pc:spChg chg="del">
          <ac:chgData name="Matthew Dodds" userId="80d5a6ea92063750" providerId="LiveId" clId="{614D3421-716A-4CB0-994B-C24DF82A0F6F}" dt="2025-12-19T06:03:24.110" v="11838" actId="478"/>
          <ac:spMkLst>
            <pc:docMk/>
            <pc:sldMk cId="1271211031" sldId="294"/>
            <ac:spMk id="229" creationId="{7C836C58-C048-CD88-CFF5-79D1D1FCAE7F}"/>
          </ac:spMkLst>
        </pc:spChg>
        <pc:spChg chg="mod">
          <ac:chgData name="Matthew Dodds" userId="80d5a6ea92063750" providerId="LiveId" clId="{614D3421-716A-4CB0-994B-C24DF82A0F6F}" dt="2025-12-19T22:39:04.699" v="15009" actId="14100"/>
          <ac:spMkLst>
            <pc:docMk/>
            <pc:sldMk cId="1271211031" sldId="294"/>
            <ac:spMk id="232" creationId="{D853635E-5DB1-15E3-562F-06CF5A49F469}"/>
          </ac:spMkLst>
        </pc:spChg>
        <pc:spChg chg="del mod">
          <ac:chgData name="Matthew Dodds" userId="80d5a6ea92063750" providerId="LiveId" clId="{614D3421-716A-4CB0-994B-C24DF82A0F6F}" dt="2025-12-19T06:03:48.215" v="11840" actId="478"/>
          <ac:spMkLst>
            <pc:docMk/>
            <pc:sldMk cId="1271211031" sldId="294"/>
            <ac:spMk id="233" creationId="{0483DF3D-65BC-ED94-A3DF-2823EFBDA24E}"/>
          </ac:spMkLst>
        </pc:spChg>
        <pc:spChg chg="del">
          <ac:chgData name="Matthew Dodds" userId="80d5a6ea92063750" providerId="LiveId" clId="{614D3421-716A-4CB0-994B-C24DF82A0F6F}" dt="2025-12-19T06:03:52.772" v="11841" actId="478"/>
          <ac:spMkLst>
            <pc:docMk/>
            <pc:sldMk cId="1271211031" sldId="294"/>
            <ac:spMk id="234" creationId="{D855CBD1-0FE9-1406-BCAC-C1B666409DD4}"/>
          </ac:spMkLst>
        </pc:spChg>
        <pc:spChg chg="mod">
          <ac:chgData name="Matthew Dodds" userId="80d5a6ea92063750" providerId="LiveId" clId="{614D3421-716A-4CB0-994B-C24DF82A0F6F}" dt="2025-12-19T21:13:15.673" v="14909" actId="207"/>
          <ac:spMkLst>
            <pc:docMk/>
            <pc:sldMk cId="1271211031" sldId="294"/>
            <ac:spMk id="235" creationId="{9D929D54-D27E-4C6A-92BE-951F711501B1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237" creationId="{A75C6119-67E3-41AE-ABB6-76138E475857}"/>
          </ac:spMkLst>
        </pc:spChg>
        <pc:spChg chg="del mod">
          <ac:chgData name="Matthew Dodds" userId="80d5a6ea92063750" providerId="LiveId" clId="{614D3421-716A-4CB0-994B-C24DF82A0F6F}" dt="2025-12-19T06:02:18.405" v="11821" actId="478"/>
          <ac:spMkLst>
            <pc:docMk/>
            <pc:sldMk cId="1271211031" sldId="294"/>
            <ac:spMk id="238" creationId="{B85BB666-5892-CF7B-C6D6-8B9A79787269}"/>
          </ac:spMkLst>
        </pc:spChg>
        <pc:spChg chg="del mod">
          <ac:chgData name="Matthew Dodds" userId="80d5a6ea92063750" providerId="LiveId" clId="{614D3421-716A-4CB0-994B-C24DF82A0F6F}" dt="2025-12-19T06:02:15.541" v="11820" actId="478"/>
          <ac:spMkLst>
            <pc:docMk/>
            <pc:sldMk cId="1271211031" sldId="294"/>
            <ac:spMk id="239" creationId="{70DF31E8-496A-DD31-C591-4850DF0374E8}"/>
          </ac:spMkLst>
        </pc:spChg>
        <pc:spChg chg="del mod">
          <ac:chgData name="Matthew Dodds" userId="80d5a6ea92063750" providerId="LiveId" clId="{614D3421-716A-4CB0-994B-C24DF82A0F6F}" dt="2025-12-19T19:18:49.420" v="14257" actId="478"/>
          <ac:spMkLst>
            <pc:docMk/>
            <pc:sldMk cId="1271211031" sldId="294"/>
            <ac:spMk id="240" creationId="{30609F20-3F61-81D3-6A10-F8EE90C265E9}"/>
          </ac:spMkLst>
        </pc:spChg>
        <pc:spChg chg="mod">
          <ac:chgData name="Matthew Dodds" userId="80d5a6ea92063750" providerId="LiveId" clId="{614D3421-716A-4CB0-994B-C24DF82A0F6F}" dt="2025-12-19T06:00:04.064" v="11805"/>
          <ac:spMkLst>
            <pc:docMk/>
            <pc:sldMk cId="1271211031" sldId="294"/>
            <ac:spMk id="242" creationId="{37631BAA-CA78-23E9-4746-3CE419C944C8}"/>
          </ac:spMkLst>
        </pc:spChg>
        <pc:spChg chg="mod">
          <ac:chgData name="Matthew Dodds" userId="80d5a6ea92063750" providerId="LiveId" clId="{614D3421-716A-4CB0-994B-C24DF82A0F6F}" dt="2025-12-19T06:00:04.064" v="11805"/>
          <ac:spMkLst>
            <pc:docMk/>
            <pc:sldMk cId="1271211031" sldId="294"/>
            <ac:spMk id="243" creationId="{39B3A859-631E-2B67-5EC6-5FB6C2F2BF6E}"/>
          </ac:spMkLst>
        </pc:spChg>
        <pc:spChg chg="mod">
          <ac:chgData name="Matthew Dodds" userId="80d5a6ea92063750" providerId="LiveId" clId="{614D3421-716A-4CB0-994B-C24DF82A0F6F}" dt="2025-12-19T06:00:04.064" v="11805"/>
          <ac:spMkLst>
            <pc:docMk/>
            <pc:sldMk cId="1271211031" sldId="294"/>
            <ac:spMk id="244" creationId="{5DBEDBA8-89C1-E6A6-4F93-129E057B5528}"/>
          </ac:spMkLst>
        </pc:spChg>
        <pc:spChg chg="mod">
          <ac:chgData name="Matthew Dodds" userId="80d5a6ea92063750" providerId="LiveId" clId="{614D3421-716A-4CB0-994B-C24DF82A0F6F}" dt="2025-12-19T06:00:04.064" v="11805"/>
          <ac:spMkLst>
            <pc:docMk/>
            <pc:sldMk cId="1271211031" sldId="294"/>
            <ac:spMk id="245" creationId="{90861D16-2193-02B4-C0AB-F560AA3F8479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247" creationId="{A29C986E-1751-7473-8B90-D81AFD5B2701}"/>
          </ac:spMkLst>
        </pc:spChg>
        <pc:spChg chg="del mod">
          <ac:chgData name="Matthew Dodds" userId="80d5a6ea92063750" providerId="LiveId" clId="{614D3421-716A-4CB0-994B-C24DF82A0F6F}" dt="2025-12-19T06:02:27.345" v="11822" actId="478"/>
          <ac:spMkLst>
            <pc:docMk/>
            <pc:sldMk cId="1271211031" sldId="294"/>
            <ac:spMk id="248" creationId="{48E25302-B4D0-B9EF-2210-7B1021011C4B}"/>
          </ac:spMkLst>
        </pc:spChg>
        <pc:spChg chg="del mod">
          <ac:chgData name="Matthew Dodds" userId="80d5a6ea92063750" providerId="LiveId" clId="{614D3421-716A-4CB0-994B-C24DF82A0F6F}" dt="2025-12-19T06:02:27.345" v="11822" actId="478"/>
          <ac:spMkLst>
            <pc:docMk/>
            <pc:sldMk cId="1271211031" sldId="294"/>
            <ac:spMk id="249" creationId="{8EC77FB6-960D-01B9-17DB-44F0EF116A9C}"/>
          </ac:spMkLst>
        </pc:spChg>
        <pc:spChg chg="del">
          <ac:chgData name="Matthew Dodds" userId="80d5a6ea92063750" providerId="LiveId" clId="{614D3421-716A-4CB0-994B-C24DF82A0F6F}" dt="2025-12-19T19:18:49.420" v="14257" actId="478"/>
          <ac:spMkLst>
            <pc:docMk/>
            <pc:sldMk cId="1271211031" sldId="294"/>
            <ac:spMk id="250" creationId="{0E0D77A7-BBD1-DE4F-8CA4-43E4D65C0E3B}"/>
          </ac:spMkLst>
        </pc:spChg>
        <pc:spChg chg="mod">
          <ac:chgData name="Matthew Dodds" userId="80d5a6ea92063750" providerId="LiveId" clId="{614D3421-716A-4CB0-994B-C24DF82A0F6F}" dt="2025-12-19T06:00:19.198" v="11807"/>
          <ac:spMkLst>
            <pc:docMk/>
            <pc:sldMk cId="1271211031" sldId="294"/>
            <ac:spMk id="253" creationId="{05284EC6-990C-F3BC-8CE5-529CB9A6CF09}"/>
          </ac:spMkLst>
        </pc:spChg>
        <pc:spChg chg="mod">
          <ac:chgData name="Matthew Dodds" userId="80d5a6ea92063750" providerId="LiveId" clId="{614D3421-716A-4CB0-994B-C24DF82A0F6F}" dt="2025-12-19T06:00:19.198" v="11807"/>
          <ac:spMkLst>
            <pc:docMk/>
            <pc:sldMk cId="1271211031" sldId="294"/>
            <ac:spMk id="255" creationId="{E02EB2C8-A05C-3405-8F74-B1A9BB6EEB87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321" creationId="{D4906A38-0F8F-04F2-F2D1-4C146E780D7B}"/>
          </ac:spMkLst>
        </pc:spChg>
        <pc:spChg chg="mod">
          <ac:chgData name="Matthew Dodds" userId="80d5a6ea92063750" providerId="LiveId" clId="{614D3421-716A-4CB0-994B-C24DF82A0F6F}" dt="2025-12-18T23:31:23.092" v="9114" actId="164"/>
          <ac:spMkLst>
            <pc:docMk/>
            <pc:sldMk cId="1271211031" sldId="294"/>
            <ac:spMk id="322" creationId="{738AC5DB-43EA-F6F2-E086-1893B1B638D2}"/>
          </ac:spMkLst>
        </pc:spChg>
        <pc:spChg chg="del mod">
          <ac:chgData name="Matthew Dodds" userId="80d5a6ea92063750" providerId="LiveId" clId="{614D3421-716A-4CB0-994B-C24DF82A0F6F}" dt="2025-12-19T06:02:31.672" v="11823" actId="478"/>
          <ac:spMkLst>
            <pc:docMk/>
            <pc:sldMk cId="1271211031" sldId="294"/>
            <ac:spMk id="322" creationId="{80700AFB-2108-3956-2DD7-25FC1E03314F}"/>
          </ac:spMkLst>
        </pc:spChg>
        <pc:spChg chg="del mod">
          <ac:chgData name="Matthew Dodds" userId="80d5a6ea92063750" providerId="LiveId" clId="{614D3421-716A-4CB0-994B-C24DF82A0F6F}" dt="2025-12-19T06:02:31.672" v="11823" actId="478"/>
          <ac:spMkLst>
            <pc:docMk/>
            <pc:sldMk cId="1271211031" sldId="294"/>
            <ac:spMk id="323" creationId="{B01AA6FE-1EB4-D5BE-A378-B83AA2BE2795}"/>
          </ac:spMkLst>
        </pc:spChg>
        <pc:spChg chg="del mod">
          <ac:chgData name="Matthew Dodds" userId="80d5a6ea92063750" providerId="LiveId" clId="{614D3421-716A-4CB0-994B-C24DF82A0F6F}" dt="2025-12-19T19:18:49.420" v="14257" actId="478"/>
          <ac:spMkLst>
            <pc:docMk/>
            <pc:sldMk cId="1271211031" sldId="294"/>
            <ac:spMk id="324" creationId="{1D07A083-0C6E-C79E-63DA-CA10C9F1104D}"/>
          </ac:spMkLst>
        </pc:spChg>
        <pc:spChg chg="mod">
          <ac:chgData name="Matthew Dodds" userId="80d5a6ea92063750" providerId="LiveId" clId="{614D3421-716A-4CB0-994B-C24DF82A0F6F}" dt="2025-12-19T06:00:19.198" v="11807"/>
          <ac:spMkLst>
            <pc:docMk/>
            <pc:sldMk cId="1271211031" sldId="294"/>
            <ac:spMk id="326" creationId="{9039B4DF-2FA6-7CC2-39FB-FFC987577B9D}"/>
          </ac:spMkLst>
        </pc:spChg>
        <pc:spChg chg="mod">
          <ac:chgData name="Matthew Dodds" userId="80d5a6ea92063750" providerId="LiveId" clId="{614D3421-716A-4CB0-994B-C24DF82A0F6F}" dt="2025-12-19T06:00:19.198" v="11807"/>
          <ac:spMkLst>
            <pc:docMk/>
            <pc:sldMk cId="1271211031" sldId="294"/>
            <ac:spMk id="328" creationId="{0AA79F82-20EB-D5FE-06A5-1A5272D03A36}"/>
          </ac:spMkLst>
        </pc:spChg>
        <pc:spChg chg="mod">
          <ac:chgData name="Matthew Dodds" userId="80d5a6ea92063750" providerId="LiveId" clId="{614D3421-716A-4CB0-994B-C24DF82A0F6F}" dt="2025-12-18T23:31:23.092" v="9114" actId="164"/>
          <ac:spMkLst>
            <pc:docMk/>
            <pc:sldMk cId="1271211031" sldId="294"/>
            <ac:spMk id="328" creationId="{EDC3F882-E822-D44C-E08E-3B865CB97F8A}"/>
          </ac:spMkLst>
        </pc:spChg>
        <pc:spChg chg="mod">
          <ac:chgData name="Matthew Dodds" userId="80d5a6ea92063750" providerId="LiveId" clId="{614D3421-716A-4CB0-994B-C24DF82A0F6F}" dt="2025-12-18T23:31:23.092" v="9114" actId="164"/>
          <ac:spMkLst>
            <pc:docMk/>
            <pc:sldMk cId="1271211031" sldId="294"/>
            <ac:spMk id="330" creationId="{B7F2DAD4-486F-9C94-8F6E-91CE2DE8F788}"/>
          </ac:spMkLst>
        </pc:spChg>
        <pc:spChg chg="mod">
          <ac:chgData name="Matthew Dodds" userId="80d5a6ea92063750" providerId="LiveId" clId="{614D3421-716A-4CB0-994B-C24DF82A0F6F}" dt="2025-12-19T23:02:46.987" v="15500" actId="207"/>
          <ac:spMkLst>
            <pc:docMk/>
            <pc:sldMk cId="1271211031" sldId="294"/>
            <ac:spMk id="331" creationId="{1AB63832-F7D2-E739-1BA7-2537A5DFB338}"/>
          </ac:spMkLst>
        </pc:spChg>
        <pc:spChg chg="mod">
          <ac:chgData name="Matthew Dodds" userId="80d5a6ea92063750" providerId="LiveId" clId="{614D3421-716A-4CB0-994B-C24DF82A0F6F}" dt="2025-12-19T23:02:46.987" v="15500" actId="207"/>
          <ac:spMkLst>
            <pc:docMk/>
            <pc:sldMk cId="1271211031" sldId="294"/>
            <ac:spMk id="332" creationId="{0826B82C-9B4C-7A7D-ABA7-56CD41C8FBFA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334" creationId="{37D44148-70A4-6293-3E20-8C3E519CB66C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335" creationId="{9153B813-55B6-8E8C-9F0E-5D1CCDA24720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337" creationId="{0F32E397-3299-5401-704B-37993177C028}"/>
          </ac:spMkLst>
        </pc:spChg>
        <pc:spChg chg="del mod">
          <ac:chgData name="Matthew Dodds" userId="80d5a6ea92063750" providerId="LiveId" clId="{614D3421-716A-4CB0-994B-C24DF82A0F6F}" dt="2025-12-19T19:18:49.420" v="14257" actId="478"/>
          <ac:spMkLst>
            <pc:docMk/>
            <pc:sldMk cId="1271211031" sldId="294"/>
            <ac:spMk id="338" creationId="{D8F58A78-1F57-914B-EE03-C1413DCD7CD3}"/>
          </ac:spMkLst>
        </pc:spChg>
        <pc:spChg chg="del mod">
          <ac:chgData name="Matthew Dodds" userId="80d5a6ea92063750" providerId="LiveId" clId="{614D3421-716A-4CB0-994B-C24DF82A0F6F}" dt="2025-12-19T19:18:42.165" v="14256" actId="478"/>
          <ac:spMkLst>
            <pc:docMk/>
            <pc:sldMk cId="1271211031" sldId="294"/>
            <ac:spMk id="340" creationId="{80FB5A14-D40E-74A0-05E1-990E3CE6C876}"/>
          </ac:spMkLst>
        </pc:spChg>
        <pc:spChg chg="del mod">
          <ac:chgData name="Matthew Dodds" userId="80d5a6ea92063750" providerId="LiveId" clId="{614D3421-716A-4CB0-994B-C24DF82A0F6F}" dt="2025-12-19T19:18:49.420" v="14257" actId="478"/>
          <ac:spMkLst>
            <pc:docMk/>
            <pc:sldMk cId="1271211031" sldId="294"/>
            <ac:spMk id="341" creationId="{ECD72A15-2EA5-5886-402B-D7B790C3A49C}"/>
          </ac:spMkLst>
        </pc:spChg>
        <pc:spChg chg="mod">
          <ac:chgData name="Matthew Dodds" userId="80d5a6ea92063750" providerId="LiveId" clId="{614D3421-716A-4CB0-994B-C24DF82A0F6F}" dt="2025-12-19T22:39:04.699" v="15009" actId="14100"/>
          <ac:spMkLst>
            <pc:docMk/>
            <pc:sldMk cId="1271211031" sldId="294"/>
            <ac:spMk id="343" creationId="{3C00FC0F-94B7-5130-6B41-884EEEAC11C8}"/>
          </ac:spMkLst>
        </pc:spChg>
        <pc:spChg chg="mod">
          <ac:chgData name="Matthew Dodds" userId="80d5a6ea92063750" providerId="LiveId" clId="{614D3421-716A-4CB0-994B-C24DF82A0F6F}" dt="2025-12-19T21:12:52.555" v="14908" actId="207"/>
          <ac:spMkLst>
            <pc:docMk/>
            <pc:sldMk cId="1271211031" sldId="294"/>
            <ac:spMk id="344" creationId="{CDEDF63C-C6E0-B7D3-8537-67E29C5B1C1B}"/>
          </ac:spMkLst>
        </pc:spChg>
        <pc:spChg chg="mod">
          <ac:chgData name="Matthew Dodds" userId="80d5a6ea92063750" providerId="LiveId" clId="{614D3421-716A-4CB0-994B-C24DF82A0F6F}" dt="2025-12-18T23:31:23.092" v="9114" actId="164"/>
          <ac:spMkLst>
            <pc:docMk/>
            <pc:sldMk cId="1271211031" sldId="294"/>
            <ac:spMk id="344" creationId="{F4A312A3-C0E2-D2E6-1DC3-17317613E817}"/>
          </ac:spMkLst>
        </pc:spChg>
        <pc:spChg chg="mod">
          <ac:chgData name="Matthew Dodds" userId="80d5a6ea92063750" providerId="LiveId" clId="{614D3421-716A-4CB0-994B-C24DF82A0F6F}" dt="2025-12-19T22:39:04.699" v="15009" actId="14100"/>
          <ac:spMkLst>
            <pc:docMk/>
            <pc:sldMk cId="1271211031" sldId="294"/>
            <ac:spMk id="346" creationId="{12E186E1-465F-11CB-F591-27A30B3F340A}"/>
          </ac:spMkLst>
        </pc:spChg>
        <pc:spChg chg="mod">
          <ac:chgData name="Matthew Dodds" userId="80d5a6ea92063750" providerId="LiveId" clId="{614D3421-716A-4CB0-994B-C24DF82A0F6F}" dt="2025-12-19T22:48:29.110" v="15306" actId="165"/>
          <ac:spMkLst>
            <pc:docMk/>
            <pc:sldMk cId="1271211031" sldId="294"/>
            <ac:spMk id="347" creationId="{43ABF192-5EA7-D922-99CF-FFE2E60E8DEA}"/>
          </ac:spMkLst>
        </pc:spChg>
        <pc:spChg chg="mod">
          <ac:chgData name="Matthew Dodds" userId="80d5a6ea92063750" providerId="LiveId" clId="{614D3421-716A-4CB0-994B-C24DF82A0F6F}" dt="2025-12-19T22:39:04.699" v="15009" actId="14100"/>
          <ac:spMkLst>
            <pc:docMk/>
            <pc:sldMk cId="1271211031" sldId="294"/>
            <ac:spMk id="349" creationId="{334B55DB-7135-0978-300A-25E064689DD6}"/>
          </ac:spMkLst>
        </pc:spChg>
        <pc:spChg chg="mod">
          <ac:chgData name="Matthew Dodds" userId="80d5a6ea92063750" providerId="LiveId" clId="{614D3421-716A-4CB0-994B-C24DF82A0F6F}" dt="2025-12-18T23:31:23.092" v="9114" actId="164"/>
          <ac:spMkLst>
            <pc:docMk/>
            <pc:sldMk cId="1271211031" sldId="294"/>
            <ac:spMk id="349" creationId="{71A7B2CD-BF4F-EDD8-55C7-DDDF075F6607}"/>
          </ac:spMkLst>
        </pc:spChg>
        <pc:spChg chg="mod">
          <ac:chgData name="Matthew Dodds" userId="80d5a6ea92063750" providerId="LiveId" clId="{614D3421-716A-4CB0-994B-C24DF82A0F6F}" dt="2025-12-18T23:31:23.092" v="9114" actId="164"/>
          <ac:spMkLst>
            <pc:docMk/>
            <pc:sldMk cId="1271211031" sldId="294"/>
            <ac:spMk id="350" creationId="{5E1540AE-8964-3FD5-7302-DB18055B1DC2}"/>
          </ac:spMkLst>
        </pc:spChg>
        <pc:spChg chg="mod">
          <ac:chgData name="Matthew Dodds" userId="80d5a6ea92063750" providerId="LiveId" clId="{614D3421-716A-4CB0-994B-C24DF82A0F6F}" dt="2025-12-19T21:12:52.555" v="14908" actId="207"/>
          <ac:spMkLst>
            <pc:docMk/>
            <pc:sldMk cId="1271211031" sldId="294"/>
            <ac:spMk id="350" creationId="{C605E914-1810-158A-CAE7-434B3877AC13}"/>
          </ac:spMkLst>
        </pc:spChg>
        <pc:spChg chg="add mo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352" creationId="{18F06D88-CB0B-2705-EB5A-28B1A4FE9039}"/>
          </ac:spMkLst>
        </pc:spChg>
        <pc:spChg chg="add mod ord topLvl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353" creationId="{2910C174-A356-DF80-3949-1E8B5F452207}"/>
          </ac:spMkLst>
        </pc:spChg>
        <pc:spChg chg="add mod ord">
          <ac:chgData name="Matthew Dodds" userId="80d5a6ea92063750" providerId="LiveId" clId="{614D3421-716A-4CB0-994B-C24DF82A0F6F}" dt="2025-12-19T22:48:34.111" v="15307" actId="1076"/>
          <ac:spMkLst>
            <pc:docMk/>
            <pc:sldMk cId="1271211031" sldId="294"/>
            <ac:spMk id="354" creationId="{79B8FC74-E0A7-FFF3-C98F-3421A48DE62D}"/>
          </ac:spMkLst>
        </pc:spChg>
        <pc:spChg chg="add mod">
          <ac:chgData name="Matthew Dodds" userId="80d5a6ea92063750" providerId="LiveId" clId="{614D3421-716A-4CB0-994B-C24DF82A0F6F}" dt="2025-12-19T21:10:43.473" v="14893" actId="14861"/>
          <ac:spMkLst>
            <pc:docMk/>
            <pc:sldMk cId="1271211031" sldId="294"/>
            <ac:spMk id="355" creationId="{5B3EA3D6-ED0F-854E-1DC0-E91DE3AECF8D}"/>
          </ac:spMkLst>
        </pc:spChg>
        <pc:spChg chg="mod">
          <ac:chgData name="Matthew Dodds" userId="80d5a6ea92063750" providerId="LiveId" clId="{614D3421-716A-4CB0-994B-C24DF82A0F6F}" dt="2025-12-18T23:31:23.092" v="9114" actId="164"/>
          <ac:spMkLst>
            <pc:docMk/>
            <pc:sldMk cId="1271211031" sldId="294"/>
            <ac:spMk id="358" creationId="{03F8D872-2D91-6AD1-5A19-B4E426EAA21A}"/>
          </ac:spMkLst>
        </pc:spChg>
        <pc:spChg chg="add mod">
          <ac:chgData name="Matthew Dodds" userId="80d5a6ea92063750" providerId="LiveId" clId="{614D3421-716A-4CB0-994B-C24DF82A0F6F}" dt="2025-12-19T06:29:17.324" v="12569" actId="1076"/>
          <ac:spMkLst>
            <pc:docMk/>
            <pc:sldMk cId="1271211031" sldId="294"/>
            <ac:spMk id="359" creationId="{343777D0-67A4-40F6-552F-C5DBE34ECCEA}"/>
          </ac:spMkLst>
        </pc:spChg>
        <pc:spChg chg="add mod">
          <ac:chgData name="Matthew Dodds" userId="80d5a6ea92063750" providerId="LiveId" clId="{614D3421-716A-4CB0-994B-C24DF82A0F6F}" dt="2025-12-19T06:31:25.101" v="12575" actId="164"/>
          <ac:spMkLst>
            <pc:docMk/>
            <pc:sldMk cId="1271211031" sldId="294"/>
            <ac:spMk id="360" creationId="{5FBFF7CD-2157-A3A6-B85A-01CEEE13D1B4}"/>
          </ac:spMkLst>
        </pc:spChg>
        <pc:spChg chg="add mod">
          <ac:chgData name="Matthew Dodds" userId="80d5a6ea92063750" providerId="LiveId" clId="{614D3421-716A-4CB0-994B-C24DF82A0F6F}" dt="2025-12-19T06:31:25.101" v="12575" actId="164"/>
          <ac:spMkLst>
            <pc:docMk/>
            <pc:sldMk cId="1271211031" sldId="294"/>
            <ac:spMk id="361" creationId="{E9ECF2FF-9759-FCA5-86A5-CD862076A131}"/>
          </ac:spMkLst>
        </pc:spChg>
        <pc:spChg chg="add mod">
          <ac:chgData name="Matthew Dodds" userId="80d5a6ea92063750" providerId="LiveId" clId="{614D3421-716A-4CB0-994B-C24DF82A0F6F}" dt="2025-12-19T06:31:25.101" v="12575" actId="164"/>
          <ac:spMkLst>
            <pc:docMk/>
            <pc:sldMk cId="1271211031" sldId="294"/>
            <ac:spMk id="362" creationId="{B52393B6-8A52-1C65-030E-6A3653E4467C}"/>
          </ac:spMkLst>
        </pc:spChg>
        <pc:spChg chg="add mod">
          <ac:chgData name="Matthew Dodds" userId="80d5a6ea92063750" providerId="LiveId" clId="{614D3421-716A-4CB0-994B-C24DF82A0F6F}" dt="2025-12-19T06:31:25.101" v="12575" actId="164"/>
          <ac:spMkLst>
            <pc:docMk/>
            <pc:sldMk cId="1271211031" sldId="294"/>
            <ac:spMk id="363" creationId="{656DA71C-FF59-5486-BFCE-4A9DC7A33CEB}"/>
          </ac:spMkLst>
        </pc:spChg>
        <pc:spChg chg="add mod">
          <ac:chgData name="Matthew Dodds" userId="80d5a6ea92063750" providerId="LiveId" clId="{614D3421-716A-4CB0-994B-C24DF82A0F6F}" dt="2025-12-19T06:31:25.101" v="12575" actId="164"/>
          <ac:spMkLst>
            <pc:docMk/>
            <pc:sldMk cId="1271211031" sldId="294"/>
            <ac:spMk id="364" creationId="{3B90ACAC-42EA-9207-5386-4DE4C5E10F80}"/>
          </ac:spMkLst>
        </pc:spChg>
        <pc:spChg chg="add mod">
          <ac:chgData name="Matthew Dodds" userId="80d5a6ea92063750" providerId="LiveId" clId="{614D3421-716A-4CB0-994B-C24DF82A0F6F}" dt="2025-12-19T06:31:25.101" v="12575" actId="164"/>
          <ac:spMkLst>
            <pc:docMk/>
            <pc:sldMk cId="1271211031" sldId="294"/>
            <ac:spMk id="365" creationId="{63342352-AF28-394D-A492-98A2044258D3}"/>
          </ac:spMkLst>
        </pc:spChg>
        <pc:spChg chg="add del mod topLvl">
          <ac:chgData name="Matthew Dodds" userId="80d5a6ea92063750" providerId="LiveId" clId="{614D3421-716A-4CB0-994B-C24DF82A0F6F}" dt="2025-12-19T14:40:29.966" v="13159" actId="478"/>
          <ac:spMkLst>
            <pc:docMk/>
            <pc:sldMk cId="1271211031" sldId="294"/>
            <ac:spMk id="367" creationId="{92F268E7-38C0-F041-1FDC-82BE9349E3C9}"/>
          </ac:spMkLst>
        </pc:spChg>
        <pc:spChg chg="del mod">
          <ac:chgData name="Matthew Dodds" userId="80d5a6ea92063750" providerId="LiveId" clId="{614D3421-716A-4CB0-994B-C24DF82A0F6F}" dt="2025-12-19T06:37:54.134" v="12656" actId="478"/>
          <ac:spMkLst>
            <pc:docMk/>
            <pc:sldMk cId="1271211031" sldId="294"/>
            <ac:spMk id="369" creationId="{CEFF1306-C950-C2DC-68EE-70971CB6503C}"/>
          </ac:spMkLst>
        </pc:spChg>
        <pc:spChg chg="mod ord topLvl">
          <ac:chgData name="Matthew Dodds" userId="80d5a6ea92063750" providerId="LiveId" clId="{614D3421-716A-4CB0-994B-C24DF82A0F6F}" dt="2025-12-19T21:04:43.008" v="14795" actId="207"/>
          <ac:spMkLst>
            <pc:docMk/>
            <pc:sldMk cId="1271211031" sldId="294"/>
            <ac:spMk id="370" creationId="{FAE5E699-DF15-DD2F-49DC-8209396F45FC}"/>
          </ac:spMkLst>
        </pc:spChg>
        <pc:spChg chg="del mod">
          <ac:chgData name="Matthew Dodds" userId="80d5a6ea92063750" providerId="LiveId" clId="{614D3421-716A-4CB0-994B-C24DF82A0F6F}" dt="2025-12-19T06:37:57.786" v="12657" actId="478"/>
          <ac:spMkLst>
            <pc:docMk/>
            <pc:sldMk cId="1271211031" sldId="294"/>
            <ac:spMk id="371" creationId="{50B718D2-E07F-5E93-5FA7-1C3BCAB59CE6}"/>
          </ac:spMkLst>
        </pc:spChg>
        <pc:spChg chg="mod">
          <ac:chgData name="Matthew Dodds" userId="80d5a6ea92063750" providerId="LiveId" clId="{614D3421-716A-4CB0-994B-C24DF82A0F6F}" dt="2025-12-18T23:31:23.092" v="9114" actId="164"/>
          <ac:spMkLst>
            <pc:docMk/>
            <pc:sldMk cId="1271211031" sldId="294"/>
            <ac:spMk id="372" creationId="{1F8D864C-A767-A760-560F-FB31464D0728}"/>
          </ac:spMkLst>
        </pc:spChg>
        <pc:spChg chg="del mod">
          <ac:chgData name="Matthew Dodds" userId="80d5a6ea92063750" providerId="LiveId" clId="{614D3421-716A-4CB0-994B-C24DF82A0F6F}" dt="2025-12-19T06:37:49.325" v="12654" actId="478"/>
          <ac:spMkLst>
            <pc:docMk/>
            <pc:sldMk cId="1271211031" sldId="294"/>
            <ac:spMk id="372" creationId="{A601C532-B6EC-2181-96EC-57D2F0246FCF}"/>
          </ac:spMkLst>
        </pc:spChg>
        <pc:spChg chg="add del mod">
          <ac:chgData name="Matthew Dodds" userId="80d5a6ea92063750" providerId="LiveId" clId="{614D3421-716A-4CB0-994B-C24DF82A0F6F}" dt="2025-12-19T06:32:48.640" v="12580" actId="478"/>
          <ac:spMkLst>
            <pc:docMk/>
            <pc:sldMk cId="1271211031" sldId="294"/>
            <ac:spMk id="374" creationId="{BA09D27E-715A-1C35-9E62-6559294C485B}"/>
          </ac:spMkLst>
        </pc:spChg>
        <pc:spChg chg="add mod">
          <ac:chgData name="Matthew Dodds" userId="80d5a6ea92063750" providerId="LiveId" clId="{614D3421-716A-4CB0-994B-C24DF82A0F6F}" dt="2025-12-19T22:53:37.677" v="15367" actId="207"/>
          <ac:spMkLst>
            <pc:docMk/>
            <pc:sldMk cId="1271211031" sldId="294"/>
            <ac:spMk id="375" creationId="{0703BA90-BA9D-D57D-F0A1-A99BFAEDD75D}"/>
          </ac:spMkLst>
        </pc:spChg>
        <pc:spChg chg="add del mod">
          <ac:chgData name="Matthew Dodds" userId="80d5a6ea92063750" providerId="LiveId" clId="{614D3421-716A-4CB0-994B-C24DF82A0F6F}" dt="2025-12-19T06:42:57.441" v="12801" actId="478"/>
          <ac:spMkLst>
            <pc:docMk/>
            <pc:sldMk cId="1271211031" sldId="294"/>
            <ac:spMk id="376" creationId="{3268D7AF-3B73-7413-1CF8-A897A64C55D7}"/>
          </ac:spMkLst>
        </pc:spChg>
        <pc:spChg chg="mod topLvl">
          <ac:chgData name="Matthew Dodds" userId="80d5a6ea92063750" providerId="LiveId" clId="{614D3421-716A-4CB0-994B-C24DF82A0F6F}" dt="2025-12-19T21:05:13.850" v="14810" actId="207"/>
          <ac:spMkLst>
            <pc:docMk/>
            <pc:sldMk cId="1271211031" sldId="294"/>
            <ac:spMk id="379" creationId="{6E8C3278-D9BB-2A93-B99C-C988019AA539}"/>
          </ac:spMkLst>
        </pc:spChg>
        <pc:spChg chg="mod topLvl">
          <ac:chgData name="Matthew Dodds" userId="80d5a6ea92063750" providerId="LiveId" clId="{614D3421-716A-4CB0-994B-C24DF82A0F6F}" dt="2025-12-19T21:05:13.850" v="14810" actId="207"/>
          <ac:spMkLst>
            <pc:docMk/>
            <pc:sldMk cId="1271211031" sldId="294"/>
            <ac:spMk id="381" creationId="{0DA5EEC0-894D-FFAD-5808-9BE4130A551C}"/>
          </ac:spMkLst>
        </pc:spChg>
        <pc:spChg chg="mod">
          <ac:chgData name="Matthew Dodds" userId="80d5a6ea92063750" providerId="LiveId" clId="{614D3421-716A-4CB0-994B-C24DF82A0F6F}" dt="2025-12-18T23:31:23.092" v="9114" actId="164"/>
          <ac:spMkLst>
            <pc:docMk/>
            <pc:sldMk cId="1271211031" sldId="294"/>
            <ac:spMk id="385" creationId="{29582220-8C5F-AD15-2261-72C76BA951FA}"/>
          </ac:spMkLst>
        </pc:spChg>
        <pc:spChg chg="del mod">
          <ac:chgData name="Matthew Dodds" userId="80d5a6ea92063750" providerId="LiveId" clId="{614D3421-716A-4CB0-994B-C24DF82A0F6F}" dt="2025-12-18T23:32:02.191" v="9122" actId="478"/>
          <ac:spMkLst>
            <pc:docMk/>
            <pc:sldMk cId="1271211031" sldId="294"/>
            <ac:spMk id="387" creationId="{08015390-8806-1A74-6235-03EF60D0A867}"/>
          </ac:spMkLst>
        </pc:spChg>
        <pc:spChg chg="add del mod">
          <ac:chgData name="Matthew Dodds" userId="80d5a6ea92063750" providerId="LiveId" clId="{614D3421-716A-4CB0-994B-C24DF82A0F6F}" dt="2025-12-19T21:08:08.717" v="14869" actId="478"/>
          <ac:spMkLst>
            <pc:docMk/>
            <pc:sldMk cId="1271211031" sldId="294"/>
            <ac:spMk id="389" creationId="{E8BBEFAB-C286-8D32-DD15-A241254DA20E}"/>
          </ac:spMkLst>
        </pc:spChg>
        <pc:spChg chg="del mod">
          <ac:chgData name="Matthew Dodds" userId="80d5a6ea92063750" providerId="LiveId" clId="{614D3421-716A-4CB0-994B-C24DF82A0F6F}" dt="2025-12-19T06:23:31.920" v="12388" actId="478"/>
          <ac:spMkLst>
            <pc:docMk/>
            <pc:sldMk cId="1271211031" sldId="294"/>
            <ac:spMk id="390" creationId="{BE80C46C-E64B-7D9D-BA58-38923E09356D}"/>
          </ac:spMkLst>
        </pc:spChg>
        <pc:spChg chg="mod">
          <ac:chgData name="Matthew Dodds" userId="80d5a6ea92063750" providerId="LiveId" clId="{614D3421-716A-4CB0-994B-C24DF82A0F6F}" dt="2025-12-19T03:37:45.617" v="9606" actId="1076"/>
          <ac:spMkLst>
            <pc:docMk/>
            <pc:sldMk cId="1271211031" sldId="294"/>
            <ac:spMk id="391" creationId="{00589935-6D79-FB43-E88E-6F868140E8B4}"/>
          </ac:spMkLst>
        </pc:spChg>
        <pc:spChg chg="del mod">
          <ac:chgData name="Matthew Dodds" userId="80d5a6ea92063750" providerId="LiveId" clId="{614D3421-716A-4CB0-994B-C24DF82A0F6F}" dt="2025-12-19T04:09:51.852" v="10615" actId="478"/>
          <ac:spMkLst>
            <pc:docMk/>
            <pc:sldMk cId="1271211031" sldId="294"/>
            <ac:spMk id="392" creationId="{66B12FC8-2A3C-403A-E05E-DE7A5AD5B9E5}"/>
          </ac:spMkLst>
        </pc:spChg>
        <pc:spChg chg="del mod">
          <ac:chgData name="Matthew Dodds" userId="80d5a6ea92063750" providerId="LiveId" clId="{614D3421-716A-4CB0-994B-C24DF82A0F6F}" dt="2025-12-19T04:09:12.170" v="10606" actId="478"/>
          <ac:spMkLst>
            <pc:docMk/>
            <pc:sldMk cId="1271211031" sldId="294"/>
            <ac:spMk id="393" creationId="{850CC8BB-8D00-C2F1-510D-3CC46D4954DA}"/>
          </ac:spMkLst>
        </pc:spChg>
        <pc:grpChg chg="del">
          <ac:chgData name="Matthew Dodds" userId="80d5a6ea92063750" providerId="LiveId" clId="{614D3421-716A-4CB0-994B-C24DF82A0F6F}" dt="2025-12-18T23:29:03.947" v="9103" actId="478"/>
          <ac:grpSpMkLst>
            <pc:docMk/>
            <pc:sldMk cId="1271211031" sldId="294"/>
            <ac:grpSpMk id="9" creationId="{D14454AE-C52D-4688-B8D9-B4ECAF14E3F4}"/>
          </ac:grpSpMkLst>
        </pc:grpChg>
        <pc:grpChg chg="add mod">
          <ac:chgData name="Matthew Dodds" userId="80d5a6ea92063750" providerId="LiveId" clId="{614D3421-716A-4CB0-994B-C24DF82A0F6F}" dt="2025-12-18T23:31:22.693" v="9113" actId="1076"/>
          <ac:grpSpMkLst>
            <pc:docMk/>
            <pc:sldMk cId="1271211031" sldId="294"/>
            <ac:grpSpMk id="18" creationId="{6BCCFA61-90D6-C775-1469-5E572D58E50C}"/>
          </ac:grpSpMkLst>
        </pc:grpChg>
        <pc:grpChg chg="add mod">
          <ac:chgData name="Matthew Dodds" userId="80d5a6ea92063750" providerId="LiveId" clId="{614D3421-716A-4CB0-994B-C24DF82A0F6F}" dt="2025-12-19T03:38:38.947" v="9611" actId="1076"/>
          <ac:grpSpMkLst>
            <pc:docMk/>
            <pc:sldMk cId="1271211031" sldId="294"/>
            <ac:grpSpMk id="33" creationId="{02CD8183-0AF2-24C4-E628-337E66D0BCCB}"/>
          </ac:grpSpMkLst>
        </pc:grpChg>
        <pc:grpChg chg="add del mod">
          <ac:chgData name="Matthew Dodds" userId="80d5a6ea92063750" providerId="LiveId" clId="{614D3421-716A-4CB0-994B-C24DF82A0F6F}" dt="2025-12-19T04:09:09.772" v="10605" actId="478"/>
          <ac:grpSpMkLst>
            <pc:docMk/>
            <pc:sldMk cId="1271211031" sldId="294"/>
            <ac:grpSpMk id="35" creationId="{066AEE79-B0AF-6F50-A8D4-823DF8108009}"/>
          </ac:grpSpMkLst>
        </pc:grpChg>
        <pc:grpChg chg="del mod topLvl">
          <ac:chgData name="Matthew Dodds" userId="80d5a6ea92063750" providerId="LiveId" clId="{614D3421-716A-4CB0-994B-C24DF82A0F6F}" dt="2025-12-19T03:41:07.488" v="9619" actId="478"/>
          <ac:grpSpMkLst>
            <pc:docMk/>
            <pc:sldMk cId="1271211031" sldId="294"/>
            <ac:grpSpMk id="46" creationId="{E79CFFBD-BAD4-AB56-0C6C-BC2EA65CA2D4}"/>
          </ac:grpSpMkLst>
        </pc:grpChg>
        <pc:grpChg chg="add del mod">
          <ac:chgData name="Matthew Dodds" userId="80d5a6ea92063750" providerId="LiveId" clId="{614D3421-716A-4CB0-994B-C24DF82A0F6F}" dt="2025-12-19T05:39:30.012" v="11326" actId="165"/>
          <ac:grpSpMkLst>
            <pc:docMk/>
            <pc:sldMk cId="1271211031" sldId="294"/>
            <ac:grpSpMk id="50" creationId="{D3FCCC17-6D81-7111-3475-DFF1CC5F2CD6}"/>
          </ac:grpSpMkLst>
        </pc:grpChg>
        <pc:grpChg chg="del mod">
          <ac:chgData name="Matthew Dodds" userId="80d5a6ea92063750" providerId="LiveId" clId="{614D3421-716A-4CB0-994B-C24DF82A0F6F}" dt="2025-12-19T03:51:02.925" v="9866" actId="478"/>
          <ac:grpSpMkLst>
            <pc:docMk/>
            <pc:sldMk cId="1271211031" sldId="294"/>
            <ac:grpSpMk id="54" creationId="{B495820E-1D3A-E4B3-C7D4-8E9067C3C4F2}"/>
          </ac:grpSpMkLst>
        </pc:grpChg>
        <pc:grpChg chg="add mod ord">
          <ac:chgData name="Matthew Dodds" userId="80d5a6ea92063750" providerId="LiveId" clId="{614D3421-716A-4CB0-994B-C24DF82A0F6F}" dt="2025-12-19T19:44:35.469" v="14722" actId="1036"/>
          <ac:grpSpMkLst>
            <pc:docMk/>
            <pc:sldMk cId="1271211031" sldId="294"/>
            <ac:grpSpMk id="55" creationId="{79759E86-CA38-1875-80F2-C18BBC49D709}"/>
          </ac:grpSpMkLst>
        </pc:grpChg>
        <pc:grpChg chg="add mod ord">
          <ac:chgData name="Matthew Dodds" userId="80d5a6ea92063750" providerId="LiveId" clId="{614D3421-716A-4CB0-994B-C24DF82A0F6F}" dt="2025-12-19T21:03:05.003" v="14770" actId="1076"/>
          <ac:grpSpMkLst>
            <pc:docMk/>
            <pc:sldMk cId="1271211031" sldId="294"/>
            <ac:grpSpMk id="56" creationId="{AFE3191C-C525-FD59-CC64-BAC03992502D}"/>
          </ac:grpSpMkLst>
        </pc:grpChg>
        <pc:grpChg chg="add del mod">
          <ac:chgData name="Matthew Dodds" userId="80d5a6ea92063750" providerId="LiveId" clId="{614D3421-716A-4CB0-994B-C24DF82A0F6F}" dt="2025-12-19T04:19:52.354" v="10714" actId="478"/>
          <ac:grpSpMkLst>
            <pc:docMk/>
            <pc:sldMk cId="1271211031" sldId="294"/>
            <ac:grpSpMk id="60" creationId="{AB92216E-2612-E4B2-530B-A6631888F33D}"/>
          </ac:grpSpMkLst>
        </pc:grpChg>
        <pc:grpChg chg="add del mod">
          <ac:chgData name="Matthew Dodds" userId="80d5a6ea92063750" providerId="LiveId" clId="{614D3421-716A-4CB0-994B-C24DF82A0F6F}" dt="2025-12-19T04:20:16.845" v="10740" actId="478"/>
          <ac:grpSpMkLst>
            <pc:docMk/>
            <pc:sldMk cId="1271211031" sldId="294"/>
            <ac:grpSpMk id="61" creationId="{2A2B88DE-C4E8-BC0A-8E06-458970F23A85}"/>
          </ac:grpSpMkLst>
        </pc:grpChg>
        <pc:grpChg chg="add del mod">
          <ac:chgData name="Matthew Dodds" userId="80d5a6ea92063750" providerId="LiveId" clId="{614D3421-716A-4CB0-994B-C24DF82A0F6F}" dt="2025-12-19T23:05:59.571" v="15543" actId="165"/>
          <ac:grpSpMkLst>
            <pc:docMk/>
            <pc:sldMk cId="1271211031" sldId="294"/>
            <ac:grpSpMk id="66" creationId="{68057DDF-E926-5802-4CA1-A95DFEE2AA6D}"/>
          </ac:grpSpMkLst>
        </pc:grpChg>
        <pc:grpChg chg="add mod">
          <ac:chgData name="Matthew Dodds" userId="80d5a6ea92063750" providerId="LiveId" clId="{614D3421-716A-4CB0-994B-C24DF82A0F6F}" dt="2025-12-19T05:35:35.292" v="11262" actId="1076"/>
          <ac:grpSpMkLst>
            <pc:docMk/>
            <pc:sldMk cId="1271211031" sldId="294"/>
            <ac:grpSpMk id="72" creationId="{56F9BD23-CAA7-12F7-A5B7-D3D042CFD9B2}"/>
          </ac:grpSpMkLst>
        </pc:grpChg>
        <pc:grpChg chg="add del mod">
          <ac:chgData name="Matthew Dodds" userId="80d5a6ea92063750" providerId="LiveId" clId="{614D3421-716A-4CB0-994B-C24DF82A0F6F}" dt="2025-12-19T04:34:09.046" v="11046" actId="478"/>
          <ac:grpSpMkLst>
            <pc:docMk/>
            <pc:sldMk cId="1271211031" sldId="294"/>
            <ac:grpSpMk id="77" creationId="{F6A829E1-CAD5-E03E-A293-0FF50BC01F8F}"/>
          </ac:grpSpMkLst>
        </pc:grpChg>
        <pc:grpChg chg="add del mod">
          <ac:chgData name="Matthew Dodds" userId="80d5a6ea92063750" providerId="LiveId" clId="{614D3421-716A-4CB0-994B-C24DF82A0F6F}" dt="2025-12-19T04:33:27.542" v="11023" actId="478"/>
          <ac:grpSpMkLst>
            <pc:docMk/>
            <pc:sldMk cId="1271211031" sldId="294"/>
            <ac:grpSpMk id="83" creationId="{F526CA5B-931F-62B4-17C2-42DD53AD0B8B}"/>
          </ac:grpSpMkLst>
        </pc:grpChg>
        <pc:grpChg chg="del mod">
          <ac:chgData name="Matthew Dodds" userId="80d5a6ea92063750" providerId="LiveId" clId="{614D3421-716A-4CB0-994B-C24DF82A0F6F}" dt="2025-12-19T04:14:45.185" v="10636" actId="478"/>
          <ac:grpSpMkLst>
            <pc:docMk/>
            <pc:sldMk cId="1271211031" sldId="294"/>
            <ac:grpSpMk id="86" creationId="{0F8ED012-FCFE-E486-C3EA-850E53FFAE2A}"/>
          </ac:grpSpMkLst>
        </pc:grpChg>
        <pc:grpChg chg="del mod">
          <ac:chgData name="Matthew Dodds" userId="80d5a6ea92063750" providerId="LiveId" clId="{614D3421-716A-4CB0-994B-C24DF82A0F6F}" dt="2025-12-19T03:40:19.002" v="9614" actId="165"/>
          <ac:grpSpMkLst>
            <pc:docMk/>
            <pc:sldMk cId="1271211031" sldId="294"/>
            <ac:grpSpMk id="87" creationId="{D8936D7F-FF1F-9EAF-9B35-B679E2D67F88}"/>
          </ac:grpSpMkLst>
        </pc:grpChg>
        <pc:grpChg chg="add mod">
          <ac:chgData name="Matthew Dodds" userId="80d5a6ea92063750" providerId="LiveId" clId="{614D3421-716A-4CB0-994B-C24DF82A0F6F}" dt="2025-12-19T23:04:27.568" v="15517" actId="1076"/>
          <ac:grpSpMkLst>
            <pc:docMk/>
            <pc:sldMk cId="1271211031" sldId="294"/>
            <ac:grpSpMk id="90" creationId="{E2608F16-3D58-CCDF-CCCC-C4E4ABC2655E}"/>
          </ac:grpSpMkLst>
        </pc:grpChg>
        <pc:grpChg chg="add mod">
          <ac:chgData name="Matthew Dodds" userId="80d5a6ea92063750" providerId="LiveId" clId="{614D3421-716A-4CB0-994B-C24DF82A0F6F}" dt="2025-12-19T23:06:39.308" v="15551" actId="1076"/>
          <ac:grpSpMkLst>
            <pc:docMk/>
            <pc:sldMk cId="1271211031" sldId="294"/>
            <ac:grpSpMk id="91" creationId="{B43AF04E-19DF-D1B4-595C-54F21EF4B57D}"/>
          </ac:grpSpMkLst>
        </pc:grpChg>
        <pc:grpChg chg="add del mod">
          <ac:chgData name="Matthew Dodds" userId="80d5a6ea92063750" providerId="LiveId" clId="{614D3421-716A-4CB0-994B-C24DF82A0F6F}" dt="2025-12-19T04:28:25.318" v="10902" actId="478"/>
          <ac:grpSpMkLst>
            <pc:docMk/>
            <pc:sldMk cId="1271211031" sldId="294"/>
            <ac:grpSpMk id="92" creationId="{F534243B-24FD-766E-3DCE-64730F6E7D4E}"/>
          </ac:grpSpMkLst>
        </pc:grpChg>
        <pc:grpChg chg="del">
          <ac:chgData name="Matthew Dodds" userId="80d5a6ea92063750" providerId="LiveId" clId="{614D3421-716A-4CB0-994B-C24DF82A0F6F}" dt="2025-12-19T03:50:51.017" v="9864" actId="478"/>
          <ac:grpSpMkLst>
            <pc:docMk/>
            <pc:sldMk cId="1271211031" sldId="294"/>
            <ac:grpSpMk id="98" creationId="{AB3B605C-EC5A-C7CD-51FC-B9D7CB01DCB0}"/>
          </ac:grpSpMkLst>
        </pc:grpChg>
        <pc:grpChg chg="add del mod">
          <ac:chgData name="Matthew Dodds" userId="80d5a6ea92063750" providerId="LiveId" clId="{614D3421-716A-4CB0-994B-C24DF82A0F6F}" dt="2025-12-19T04:33:31.559" v="11024" actId="478"/>
          <ac:grpSpMkLst>
            <pc:docMk/>
            <pc:sldMk cId="1271211031" sldId="294"/>
            <ac:grpSpMk id="102" creationId="{4C8B5E38-8F49-0435-9795-4FF935163647}"/>
          </ac:grpSpMkLst>
        </pc:grpChg>
        <pc:grpChg chg="add del mod">
          <ac:chgData name="Matthew Dodds" userId="80d5a6ea92063750" providerId="LiveId" clId="{614D3421-716A-4CB0-994B-C24DF82A0F6F}" dt="2025-12-19T05:39:30.012" v="11326" actId="165"/>
          <ac:grpSpMkLst>
            <pc:docMk/>
            <pc:sldMk cId="1271211031" sldId="294"/>
            <ac:grpSpMk id="107" creationId="{D6C81BFD-E1E7-14A8-FE0F-8393F25BF4EF}"/>
          </ac:grpSpMkLst>
        </pc:grpChg>
        <pc:grpChg chg="add del mod">
          <ac:chgData name="Matthew Dodds" userId="80d5a6ea92063750" providerId="LiveId" clId="{614D3421-716A-4CB0-994B-C24DF82A0F6F}" dt="2025-12-19T04:19:04.336" v="10699" actId="21"/>
          <ac:grpSpMkLst>
            <pc:docMk/>
            <pc:sldMk cId="1271211031" sldId="294"/>
            <ac:grpSpMk id="110" creationId="{DB3B9EBC-83C1-3C97-9B8D-0C3900107A55}"/>
          </ac:grpSpMkLst>
        </pc:grpChg>
        <pc:grpChg chg="add mod">
          <ac:chgData name="Matthew Dodds" userId="80d5a6ea92063750" providerId="LiveId" clId="{614D3421-716A-4CB0-994B-C24DF82A0F6F}" dt="2025-12-19T04:21:45.722" v="10758" actId="1038"/>
          <ac:grpSpMkLst>
            <pc:docMk/>
            <pc:sldMk cId="1271211031" sldId="294"/>
            <ac:grpSpMk id="118" creationId="{B1B0E7E9-3F10-D763-F8B7-C06B096B1827}"/>
          </ac:grpSpMkLst>
        </pc:grpChg>
        <pc:grpChg chg="add del mod">
          <ac:chgData name="Matthew Dodds" userId="80d5a6ea92063750" providerId="LiveId" clId="{614D3421-716A-4CB0-994B-C24DF82A0F6F}" dt="2025-12-19T04:21:28.294" v="10753" actId="478"/>
          <ac:grpSpMkLst>
            <pc:docMk/>
            <pc:sldMk cId="1271211031" sldId="294"/>
            <ac:grpSpMk id="119" creationId="{18D7F6D7-9D80-370A-23F2-8EEFB60EDF6A}"/>
          </ac:grpSpMkLst>
        </pc:grpChg>
        <pc:grpChg chg="add mod">
          <ac:chgData name="Matthew Dodds" userId="80d5a6ea92063750" providerId="LiveId" clId="{614D3421-716A-4CB0-994B-C24DF82A0F6F}" dt="2025-12-19T04:22:30.938" v="10770" actId="1036"/>
          <ac:grpSpMkLst>
            <pc:docMk/>
            <pc:sldMk cId="1271211031" sldId="294"/>
            <ac:grpSpMk id="124" creationId="{9BB82F3C-B853-8B35-DC79-3B74FB4CE47F}"/>
          </ac:grpSpMkLst>
        </pc:grpChg>
        <pc:grpChg chg="add del mod">
          <ac:chgData name="Matthew Dodds" userId="80d5a6ea92063750" providerId="LiveId" clId="{614D3421-716A-4CB0-994B-C24DF82A0F6F}" dt="2025-12-19T04:26:21.707" v="10888" actId="478"/>
          <ac:grpSpMkLst>
            <pc:docMk/>
            <pc:sldMk cId="1271211031" sldId="294"/>
            <ac:grpSpMk id="129" creationId="{1378B914-5199-2455-26B1-54ECCDB752C5}"/>
          </ac:grpSpMkLst>
        </pc:grpChg>
        <pc:grpChg chg="add del mod">
          <ac:chgData name="Matthew Dodds" userId="80d5a6ea92063750" providerId="LiveId" clId="{614D3421-716A-4CB0-994B-C24DF82A0F6F}" dt="2025-12-19T04:31:08.412" v="10985" actId="478"/>
          <ac:grpSpMkLst>
            <pc:docMk/>
            <pc:sldMk cId="1271211031" sldId="294"/>
            <ac:grpSpMk id="134" creationId="{AF56A2F5-69C5-E564-1BB7-A5AD3B5253A2}"/>
          </ac:grpSpMkLst>
        </pc:grpChg>
        <pc:grpChg chg="add mod">
          <ac:chgData name="Matthew Dodds" userId="80d5a6ea92063750" providerId="LiveId" clId="{614D3421-716A-4CB0-994B-C24DF82A0F6F}" dt="2025-12-19T04:31:52.624" v="11010" actId="1037"/>
          <ac:grpSpMkLst>
            <pc:docMk/>
            <pc:sldMk cId="1271211031" sldId="294"/>
            <ac:grpSpMk id="139" creationId="{B28CA0FF-30B0-E409-FB70-33E5F3A6E07E}"/>
          </ac:grpSpMkLst>
        </pc:grpChg>
        <pc:grpChg chg="add del mod">
          <ac:chgData name="Matthew Dodds" userId="80d5a6ea92063750" providerId="LiveId" clId="{614D3421-716A-4CB0-994B-C24DF82A0F6F}" dt="2025-12-19T23:03:20.459" v="15503" actId="165"/>
          <ac:grpSpMkLst>
            <pc:docMk/>
            <pc:sldMk cId="1271211031" sldId="294"/>
            <ac:grpSpMk id="144" creationId="{85BA1308-29B6-141D-9246-41C61B97D32B}"/>
          </ac:grpSpMkLst>
        </pc:grpChg>
        <pc:grpChg chg="add mod">
          <ac:chgData name="Matthew Dodds" userId="80d5a6ea92063750" providerId="LiveId" clId="{614D3421-716A-4CB0-994B-C24DF82A0F6F}" dt="2025-12-19T04:36:35.417" v="11209" actId="1037"/>
          <ac:grpSpMkLst>
            <pc:docMk/>
            <pc:sldMk cId="1271211031" sldId="294"/>
            <ac:grpSpMk id="149" creationId="{565FDFC8-AA04-3D0C-153D-08BEE6842227}"/>
          </ac:grpSpMkLst>
        </pc:grpChg>
        <pc:grpChg chg="add mod">
          <ac:chgData name="Matthew Dodds" userId="80d5a6ea92063750" providerId="LiveId" clId="{614D3421-716A-4CB0-994B-C24DF82A0F6F}" dt="2025-12-19T04:39:02.127" v="11226" actId="1076"/>
          <ac:grpSpMkLst>
            <pc:docMk/>
            <pc:sldMk cId="1271211031" sldId="294"/>
            <ac:grpSpMk id="154" creationId="{BE2855CB-4A6B-3FD4-2ACC-362B2EB3AA88}"/>
          </ac:grpSpMkLst>
        </pc:grpChg>
        <pc:grpChg chg="del mod">
          <ac:chgData name="Matthew Dodds" userId="80d5a6ea92063750" providerId="LiveId" clId="{614D3421-716A-4CB0-994B-C24DF82A0F6F}" dt="2025-12-18T23:31:47.107" v="9120" actId="478"/>
          <ac:grpSpMkLst>
            <pc:docMk/>
            <pc:sldMk cId="1271211031" sldId="294"/>
            <ac:grpSpMk id="172" creationId="{D79B60FB-345A-608D-A8EE-1D43266DBCB1}"/>
          </ac:grpSpMkLst>
        </pc:grpChg>
        <pc:grpChg chg="mod">
          <ac:chgData name="Matthew Dodds" userId="80d5a6ea92063750" providerId="LiveId" clId="{614D3421-716A-4CB0-994B-C24DF82A0F6F}" dt="2025-12-19T05:59:48.360" v="11804" actId="1076"/>
          <ac:grpSpMkLst>
            <pc:docMk/>
            <pc:sldMk cId="1271211031" sldId="294"/>
            <ac:grpSpMk id="186" creationId="{32F1663B-AF86-6CAD-AD75-4CF6C9F39E7D}"/>
          </ac:grpSpMkLst>
        </pc:grpChg>
        <pc:grpChg chg="del mod">
          <ac:chgData name="Matthew Dodds" userId="80d5a6ea92063750" providerId="LiveId" clId="{614D3421-716A-4CB0-994B-C24DF82A0F6F}" dt="2025-12-19T06:07:18.843" v="11974" actId="478"/>
          <ac:grpSpMkLst>
            <pc:docMk/>
            <pc:sldMk cId="1271211031" sldId="294"/>
            <ac:grpSpMk id="192" creationId="{102F4E9E-1662-D545-F124-9EAA8C115D14}"/>
          </ac:grpSpMkLst>
        </pc:grpChg>
        <pc:grpChg chg="del mod">
          <ac:chgData name="Matthew Dodds" userId="80d5a6ea92063750" providerId="LiveId" clId="{614D3421-716A-4CB0-994B-C24DF82A0F6F}" dt="2025-12-18T23:31:47.107" v="9120" actId="478"/>
          <ac:grpSpMkLst>
            <pc:docMk/>
            <pc:sldMk cId="1271211031" sldId="294"/>
            <ac:grpSpMk id="193" creationId="{A84E0607-2A80-D74E-742B-ABFEAAF4AD2D}"/>
          </ac:grpSpMkLst>
        </pc:grpChg>
        <pc:grpChg chg="del mod">
          <ac:chgData name="Matthew Dodds" userId="80d5a6ea92063750" providerId="LiveId" clId="{614D3421-716A-4CB0-994B-C24DF82A0F6F}" dt="2025-12-19T06:08:36.248" v="12020" actId="478"/>
          <ac:grpSpMkLst>
            <pc:docMk/>
            <pc:sldMk cId="1271211031" sldId="294"/>
            <ac:grpSpMk id="197" creationId="{CECF2942-8DD6-F885-C63E-A87B89A53F9E}"/>
          </ac:grpSpMkLst>
        </pc:grpChg>
        <pc:grpChg chg="mod">
          <ac:chgData name="Matthew Dodds" userId="80d5a6ea92063750" providerId="LiveId" clId="{614D3421-716A-4CB0-994B-C24DF82A0F6F}" dt="2025-12-19T06:06:59.173" v="11973" actId="1037"/>
          <ac:grpSpMkLst>
            <pc:docMk/>
            <pc:sldMk cId="1271211031" sldId="294"/>
            <ac:grpSpMk id="202" creationId="{9FC35274-E112-74FA-747B-BE54D4BFE119}"/>
          </ac:grpSpMkLst>
        </pc:grpChg>
        <pc:grpChg chg="mod">
          <ac:chgData name="Matthew Dodds" userId="80d5a6ea92063750" providerId="LiveId" clId="{614D3421-716A-4CB0-994B-C24DF82A0F6F}" dt="2025-12-19T06:08:39.400" v="12022" actId="1035"/>
          <ac:grpSpMkLst>
            <pc:docMk/>
            <pc:sldMk cId="1271211031" sldId="294"/>
            <ac:grpSpMk id="207" creationId="{9C41EE4E-6B8F-19BC-D2C7-C60549E14A31}"/>
          </ac:grpSpMkLst>
        </pc:grpChg>
        <pc:grpChg chg="del mod">
          <ac:chgData name="Matthew Dodds" userId="80d5a6ea92063750" providerId="LiveId" clId="{614D3421-716A-4CB0-994B-C24DF82A0F6F}" dt="2025-12-19T06:02:44.196" v="11824" actId="478"/>
          <ac:grpSpMkLst>
            <pc:docMk/>
            <pc:sldMk cId="1271211031" sldId="294"/>
            <ac:grpSpMk id="221" creationId="{22745D8B-D549-D870-3F49-4EC7EBE943DB}"/>
          </ac:grpSpMkLst>
        </pc:grpChg>
        <pc:grpChg chg="del mod">
          <ac:chgData name="Matthew Dodds" userId="80d5a6ea92063750" providerId="LiveId" clId="{614D3421-716A-4CB0-994B-C24DF82A0F6F}" dt="2025-12-19T06:08:08.038" v="11998" actId="478"/>
          <ac:grpSpMkLst>
            <pc:docMk/>
            <pc:sldMk cId="1271211031" sldId="294"/>
            <ac:grpSpMk id="226" creationId="{6D093CE2-611D-66D8-9869-2A526843EBEE}"/>
          </ac:grpSpMkLst>
        </pc:grpChg>
        <pc:grpChg chg="mod">
          <ac:chgData name="Matthew Dodds" userId="80d5a6ea92063750" providerId="LiveId" clId="{614D3421-716A-4CB0-994B-C24DF82A0F6F}" dt="2025-12-19T05:59:48.360" v="11804" actId="1076"/>
          <ac:grpSpMkLst>
            <pc:docMk/>
            <pc:sldMk cId="1271211031" sldId="294"/>
            <ac:grpSpMk id="231" creationId="{DF169018-4926-4BF3-17BE-36E51C003910}"/>
          </ac:grpSpMkLst>
        </pc:grpChg>
        <pc:grpChg chg="add del mod">
          <ac:chgData name="Matthew Dodds" userId="80d5a6ea92063750" providerId="LiveId" clId="{614D3421-716A-4CB0-994B-C24DF82A0F6F}" dt="2025-12-19T19:18:42.165" v="14256" actId="478"/>
          <ac:grpSpMkLst>
            <pc:docMk/>
            <pc:sldMk cId="1271211031" sldId="294"/>
            <ac:grpSpMk id="236" creationId="{C88B0FE5-8027-585E-CB39-441E77B30222}"/>
          </ac:grpSpMkLst>
        </pc:grpChg>
        <pc:grpChg chg="add del mod">
          <ac:chgData name="Matthew Dodds" userId="80d5a6ea92063750" providerId="LiveId" clId="{614D3421-716A-4CB0-994B-C24DF82A0F6F}" dt="2025-12-19T06:02:44.196" v="11824" actId="478"/>
          <ac:grpSpMkLst>
            <pc:docMk/>
            <pc:sldMk cId="1271211031" sldId="294"/>
            <ac:grpSpMk id="241" creationId="{C7926E0C-004D-323F-46E0-FA697AE55C7F}"/>
          </ac:grpSpMkLst>
        </pc:grpChg>
        <pc:grpChg chg="mod">
          <ac:chgData name="Matthew Dodds" userId="80d5a6ea92063750" providerId="LiveId" clId="{614D3421-716A-4CB0-994B-C24DF82A0F6F}" dt="2025-12-19T06:01:20.338" v="11814" actId="14100"/>
          <ac:grpSpMkLst>
            <pc:docMk/>
            <pc:sldMk cId="1271211031" sldId="294"/>
            <ac:grpSpMk id="246" creationId="{6E6FE740-E51A-B819-4D4E-31A8471B2586}"/>
          </ac:grpSpMkLst>
        </pc:grpChg>
        <pc:grpChg chg="del mod">
          <ac:chgData name="Matthew Dodds" userId="80d5a6ea92063750" providerId="LiveId" clId="{614D3421-716A-4CB0-994B-C24DF82A0F6F}" dt="2025-12-19T06:02:44.196" v="11824" actId="478"/>
          <ac:grpSpMkLst>
            <pc:docMk/>
            <pc:sldMk cId="1271211031" sldId="294"/>
            <ac:grpSpMk id="251" creationId="{56A0286D-4E34-1199-AFC4-285FC0588FBE}"/>
          </ac:grpSpMkLst>
        </pc:grpChg>
        <pc:grpChg chg="del mod">
          <ac:chgData name="Matthew Dodds" userId="80d5a6ea92063750" providerId="LiveId" clId="{614D3421-716A-4CB0-994B-C24DF82A0F6F}" dt="2025-12-18T23:32:40.284" v="9124" actId="478"/>
          <ac:grpSpMkLst>
            <pc:docMk/>
            <pc:sldMk cId="1271211031" sldId="294"/>
            <ac:grpSpMk id="316" creationId="{B0574987-CEBD-AE31-526A-132030A0DBBB}"/>
          </ac:grpSpMkLst>
        </pc:grpChg>
        <pc:grpChg chg="del mod">
          <ac:chgData name="Matthew Dodds" userId="80d5a6ea92063750" providerId="LiveId" clId="{614D3421-716A-4CB0-994B-C24DF82A0F6F}" dt="2025-12-18T23:32:40.284" v="9124" actId="478"/>
          <ac:grpSpMkLst>
            <pc:docMk/>
            <pc:sldMk cId="1271211031" sldId="294"/>
            <ac:grpSpMk id="317" creationId="{C6235C50-1151-BE92-9F8E-C7FC1A4B406A}"/>
          </ac:grpSpMkLst>
        </pc:grpChg>
        <pc:grpChg chg="del mod">
          <ac:chgData name="Matthew Dodds" userId="80d5a6ea92063750" providerId="LiveId" clId="{614D3421-716A-4CB0-994B-C24DF82A0F6F}" dt="2025-12-19T19:18:42.165" v="14256" actId="478"/>
          <ac:grpSpMkLst>
            <pc:docMk/>
            <pc:sldMk cId="1271211031" sldId="294"/>
            <ac:grpSpMk id="320" creationId="{D73B4E48-4DC8-2E82-226A-3BF503F3C588}"/>
          </ac:grpSpMkLst>
        </pc:grpChg>
        <pc:grpChg chg="del mod">
          <ac:chgData name="Matthew Dodds" userId="80d5a6ea92063750" providerId="LiveId" clId="{614D3421-716A-4CB0-994B-C24DF82A0F6F}" dt="2025-12-18T23:32:40.284" v="9124" actId="478"/>
          <ac:grpSpMkLst>
            <pc:docMk/>
            <pc:sldMk cId="1271211031" sldId="294"/>
            <ac:grpSpMk id="324" creationId="{FDEC54C0-7108-026C-0674-8D6F5C631BD8}"/>
          </ac:grpSpMkLst>
        </pc:grpChg>
        <pc:grpChg chg="del mod">
          <ac:chgData name="Matthew Dodds" userId="80d5a6ea92063750" providerId="LiveId" clId="{614D3421-716A-4CB0-994B-C24DF82A0F6F}" dt="2025-12-19T06:02:44.196" v="11824" actId="478"/>
          <ac:grpSpMkLst>
            <pc:docMk/>
            <pc:sldMk cId="1271211031" sldId="294"/>
            <ac:grpSpMk id="325" creationId="{156E2354-9B75-BF57-7AC7-F09DBA1374EE}"/>
          </ac:grpSpMkLst>
        </pc:grpChg>
        <pc:grpChg chg="mod">
          <ac:chgData name="Matthew Dodds" userId="80d5a6ea92063750" providerId="LiveId" clId="{614D3421-716A-4CB0-994B-C24DF82A0F6F}" dt="2025-12-19T06:03:05.470" v="11835" actId="1036"/>
          <ac:grpSpMkLst>
            <pc:docMk/>
            <pc:sldMk cId="1271211031" sldId="294"/>
            <ac:grpSpMk id="330" creationId="{764ABC10-FE30-FA2C-87A3-F02B34B8A5EB}"/>
          </ac:grpSpMkLst>
        </pc:grpChg>
        <pc:grpChg chg="del">
          <ac:chgData name="Matthew Dodds" userId="80d5a6ea92063750" providerId="LiveId" clId="{614D3421-716A-4CB0-994B-C24DF82A0F6F}" dt="2025-12-18T23:32:40.284" v="9124" actId="478"/>
          <ac:grpSpMkLst>
            <pc:docMk/>
            <pc:sldMk cId="1271211031" sldId="294"/>
            <ac:grpSpMk id="331" creationId="{5A069194-2AFC-7855-621A-7EB236772781}"/>
          </ac:grpSpMkLst>
        </pc:grpChg>
        <pc:grpChg chg="mod">
          <ac:chgData name="Matthew Dodds" userId="80d5a6ea92063750" providerId="LiveId" clId="{614D3421-716A-4CB0-994B-C24DF82A0F6F}" dt="2025-12-19T06:03:05.470" v="11835" actId="1036"/>
          <ac:grpSpMkLst>
            <pc:docMk/>
            <pc:sldMk cId="1271211031" sldId="294"/>
            <ac:grpSpMk id="333" creationId="{F3A08DEA-3446-9037-8B46-D1572CC63FA4}"/>
          </ac:grpSpMkLst>
        </pc:grpChg>
        <pc:grpChg chg="add del mod">
          <ac:chgData name="Matthew Dodds" userId="80d5a6ea92063750" providerId="LiveId" clId="{614D3421-716A-4CB0-994B-C24DF82A0F6F}" dt="2025-12-19T19:18:42.165" v="14256" actId="478"/>
          <ac:grpSpMkLst>
            <pc:docMk/>
            <pc:sldMk cId="1271211031" sldId="294"/>
            <ac:grpSpMk id="336" creationId="{ECE2A771-48F3-3B18-AAE0-2AAC38B67B4C}"/>
          </ac:grpSpMkLst>
        </pc:grpChg>
        <pc:grpChg chg="del">
          <ac:chgData name="Matthew Dodds" userId="80d5a6ea92063750" providerId="LiveId" clId="{614D3421-716A-4CB0-994B-C24DF82A0F6F}" dt="2025-12-18T23:32:40.284" v="9124" actId="478"/>
          <ac:grpSpMkLst>
            <pc:docMk/>
            <pc:sldMk cId="1271211031" sldId="294"/>
            <ac:grpSpMk id="338" creationId="{A470CF7E-1FB3-54FD-B62C-398C81CC818E}"/>
          </ac:grpSpMkLst>
        </pc:grpChg>
        <pc:grpChg chg="add mod">
          <ac:chgData name="Matthew Dodds" userId="80d5a6ea92063750" providerId="LiveId" clId="{614D3421-716A-4CB0-994B-C24DF82A0F6F}" dt="2025-12-19T06:03:05.470" v="11835" actId="1036"/>
          <ac:grpSpMkLst>
            <pc:docMk/>
            <pc:sldMk cId="1271211031" sldId="294"/>
            <ac:grpSpMk id="339" creationId="{EEDAA7B9-732E-611C-1D43-A33166FB43D2}"/>
          </ac:grpSpMkLst>
        </pc:grpChg>
        <pc:grpChg chg="add mod">
          <ac:chgData name="Matthew Dodds" userId="80d5a6ea92063750" providerId="LiveId" clId="{614D3421-716A-4CB0-994B-C24DF82A0F6F}" dt="2025-12-19T06:06:31.722" v="11957" actId="1038"/>
          <ac:grpSpMkLst>
            <pc:docMk/>
            <pc:sldMk cId="1271211031" sldId="294"/>
            <ac:grpSpMk id="342" creationId="{18B1DB5D-1F3B-AE68-89EA-4CBC96D7B0AA}"/>
          </ac:grpSpMkLst>
        </pc:grpChg>
        <pc:grpChg chg="del mod">
          <ac:chgData name="Matthew Dodds" userId="80d5a6ea92063750" providerId="LiveId" clId="{614D3421-716A-4CB0-994B-C24DF82A0F6F}" dt="2025-12-18T23:32:40.284" v="9124" actId="478"/>
          <ac:grpSpMkLst>
            <pc:docMk/>
            <pc:sldMk cId="1271211031" sldId="294"/>
            <ac:grpSpMk id="345" creationId="{083A405C-9D1D-13A5-0273-F8D0E252A618}"/>
          </ac:grpSpMkLst>
        </pc:grpChg>
        <pc:grpChg chg="add mod">
          <ac:chgData name="Matthew Dodds" userId="80d5a6ea92063750" providerId="LiveId" clId="{614D3421-716A-4CB0-994B-C24DF82A0F6F}" dt="2025-12-19T06:06:37.938" v="11961" actId="1036"/>
          <ac:grpSpMkLst>
            <pc:docMk/>
            <pc:sldMk cId="1271211031" sldId="294"/>
            <ac:grpSpMk id="345" creationId="{CBA082B8-3853-9DD2-4491-5E22D2CAB87F}"/>
          </ac:grpSpMkLst>
        </pc:grpChg>
        <pc:grpChg chg="add mod">
          <ac:chgData name="Matthew Dodds" userId="80d5a6ea92063750" providerId="LiveId" clId="{614D3421-716A-4CB0-994B-C24DF82A0F6F}" dt="2025-12-19T06:07:56.974" v="11983" actId="1036"/>
          <ac:grpSpMkLst>
            <pc:docMk/>
            <pc:sldMk cId="1271211031" sldId="294"/>
            <ac:grpSpMk id="348" creationId="{DF217D9F-5629-F24E-2319-3977B77CEB32}"/>
          </ac:grpSpMkLst>
        </pc:grpChg>
        <pc:grpChg chg="add del mod">
          <ac:chgData name="Matthew Dodds" userId="80d5a6ea92063750" providerId="LiveId" clId="{614D3421-716A-4CB0-994B-C24DF82A0F6F}" dt="2025-12-19T22:49:36.897" v="15311" actId="165"/>
          <ac:grpSpMkLst>
            <pc:docMk/>
            <pc:sldMk cId="1271211031" sldId="294"/>
            <ac:grpSpMk id="351" creationId="{6F2AA523-B7FC-C698-E6D3-D621EFDC64BC}"/>
          </ac:grpSpMkLst>
        </pc:grpChg>
        <pc:grpChg chg="del mod">
          <ac:chgData name="Matthew Dodds" userId="80d5a6ea92063750" providerId="LiveId" clId="{614D3421-716A-4CB0-994B-C24DF82A0F6F}" dt="2025-12-18T23:32:40.284" v="9124" actId="478"/>
          <ac:grpSpMkLst>
            <pc:docMk/>
            <pc:sldMk cId="1271211031" sldId="294"/>
            <ac:grpSpMk id="352" creationId="{7CAC3DB6-5B4B-59E0-CFB6-285C7F806616}"/>
          </ac:grpSpMkLst>
        </pc:grpChg>
        <pc:grpChg chg="mod">
          <ac:chgData name="Matthew Dodds" userId="80d5a6ea92063750" providerId="LiveId" clId="{614D3421-716A-4CB0-994B-C24DF82A0F6F}" dt="2025-12-19T06:21:26.943" v="12296" actId="1038"/>
          <ac:grpSpMkLst>
            <pc:docMk/>
            <pc:sldMk cId="1271211031" sldId="294"/>
            <ac:grpSpMk id="356" creationId="{8908372C-27CD-79DB-D5D5-C9365953E37B}"/>
          </ac:grpSpMkLst>
        </pc:grpChg>
        <pc:grpChg chg="del">
          <ac:chgData name="Matthew Dodds" userId="80d5a6ea92063750" providerId="LiveId" clId="{614D3421-716A-4CB0-994B-C24DF82A0F6F}" dt="2025-12-18T23:32:40.284" v="9124" actId="478"/>
          <ac:grpSpMkLst>
            <pc:docMk/>
            <pc:sldMk cId="1271211031" sldId="294"/>
            <ac:grpSpMk id="359" creationId="{501BCDC9-B799-8113-A177-C0FD9F85B881}"/>
          </ac:grpSpMkLst>
        </pc:grpChg>
        <pc:grpChg chg="del mod">
          <ac:chgData name="Matthew Dodds" userId="80d5a6ea92063750" providerId="LiveId" clId="{614D3421-716A-4CB0-994B-C24DF82A0F6F}" dt="2025-12-18T23:32:40.284" v="9124" actId="478"/>
          <ac:grpSpMkLst>
            <pc:docMk/>
            <pc:sldMk cId="1271211031" sldId="294"/>
            <ac:grpSpMk id="366" creationId="{0FE3CD19-3F73-B725-E9EA-B1C113811BC0}"/>
          </ac:grpSpMkLst>
        </pc:grpChg>
        <pc:grpChg chg="add del mod">
          <ac:chgData name="Matthew Dodds" userId="80d5a6ea92063750" providerId="LiveId" clId="{614D3421-716A-4CB0-994B-C24DF82A0F6F}" dt="2025-12-19T18:35:15.226" v="13546" actId="478"/>
          <ac:grpSpMkLst>
            <pc:docMk/>
            <pc:sldMk cId="1271211031" sldId="294"/>
            <ac:grpSpMk id="366" creationId="{CC2C407A-24D9-5346-92A1-1EABAC93FEF9}"/>
          </ac:grpSpMkLst>
        </pc:grpChg>
        <pc:grpChg chg="add del mod">
          <ac:chgData name="Matthew Dodds" userId="80d5a6ea92063750" providerId="LiveId" clId="{614D3421-716A-4CB0-994B-C24DF82A0F6F}" dt="2025-12-19T06:41:11.974" v="12727" actId="21"/>
          <ac:grpSpMkLst>
            <pc:docMk/>
            <pc:sldMk cId="1271211031" sldId="294"/>
            <ac:grpSpMk id="368" creationId="{DF513438-1F06-CBCC-D649-47E42E9133E6}"/>
          </ac:grpSpMkLst>
        </pc:grpChg>
        <pc:grpChg chg="add del mod">
          <ac:chgData name="Matthew Dodds" userId="80d5a6ea92063750" providerId="LiveId" clId="{614D3421-716A-4CB0-994B-C24DF82A0F6F}" dt="2025-12-19T14:40:29.966" v="13159" actId="478"/>
          <ac:grpSpMkLst>
            <pc:docMk/>
            <pc:sldMk cId="1271211031" sldId="294"/>
            <ac:grpSpMk id="377" creationId="{AF52989E-B45D-96BF-9707-0C0F259DF9E8}"/>
          </ac:grpSpMkLst>
        </pc:grpChg>
        <pc:grpChg chg="add del mod">
          <ac:chgData name="Matthew Dodds" userId="80d5a6ea92063750" providerId="LiveId" clId="{614D3421-716A-4CB0-994B-C24DF82A0F6F}" dt="2025-12-19T06:44:08.126" v="12813" actId="165"/>
          <ac:grpSpMkLst>
            <pc:docMk/>
            <pc:sldMk cId="1271211031" sldId="294"/>
            <ac:grpSpMk id="378" creationId="{E5846242-151A-D30C-0E8E-D20D3C154363}"/>
          </ac:grpSpMkLst>
        </pc:grpChg>
        <pc:grpChg chg="del mod">
          <ac:chgData name="Matthew Dodds" userId="80d5a6ea92063750" providerId="LiveId" clId="{614D3421-716A-4CB0-994B-C24DF82A0F6F}" dt="2025-12-19T05:37:11.851" v="11278" actId="478"/>
          <ac:grpSpMkLst>
            <pc:docMk/>
            <pc:sldMk cId="1271211031" sldId="294"/>
            <ac:grpSpMk id="380" creationId="{A5031D25-2B6B-7662-3885-A57C60E10F48}"/>
          </ac:grpSpMkLst>
        </pc:grpChg>
        <pc:graphicFrameChg chg="add mod">
          <ac:chgData name="Matthew Dodds" userId="80d5a6ea92063750" providerId="LiveId" clId="{614D3421-716A-4CB0-994B-C24DF82A0F6F}" dt="2025-12-18T23:35:11.372" v="9140"/>
          <ac:graphicFrameMkLst>
            <pc:docMk/>
            <pc:sldMk cId="1271211031" sldId="294"/>
            <ac:graphicFrameMk id="19" creationId="{9091D0F6-2724-8B9F-BD9E-F09196E7C47B}"/>
          </ac:graphicFrameMkLst>
        </pc:graphicFrameChg>
        <pc:graphicFrameChg chg="del mod modGraphic">
          <ac:chgData name="Matthew Dodds" userId="80d5a6ea92063750" providerId="LiveId" clId="{614D3421-716A-4CB0-994B-C24DF82A0F6F}" dt="2025-12-19T05:37:09.075" v="11277" actId="478"/>
          <ac:graphicFrameMkLst>
            <pc:docMk/>
            <pc:sldMk cId="1271211031" sldId="294"/>
            <ac:graphicFrameMk id="24" creationId="{53098864-3240-1D17-A259-87B1F811674C}"/>
          </ac:graphicFrameMkLst>
        </pc:graphicFrameChg>
        <pc:picChg chg="del mod">
          <ac:chgData name="Matthew Dodds" userId="80d5a6ea92063750" providerId="LiveId" clId="{614D3421-716A-4CB0-994B-C24DF82A0F6F}" dt="2025-12-18T23:32:02.191" v="9122" actId="478"/>
          <ac:picMkLst>
            <pc:docMk/>
            <pc:sldMk cId="1271211031" sldId="294"/>
            <ac:picMk id="395" creationId="{A9C22AFD-BF2A-16C4-9CA3-D75E9C25216D}"/>
          </ac:picMkLst>
        </pc:picChg>
        <pc:cxnChg chg="add del mod">
          <ac:chgData name="Matthew Dodds" userId="80d5a6ea92063750" providerId="LiveId" clId="{614D3421-716A-4CB0-994B-C24DF82A0F6F}" dt="2025-12-19T14:39:36.556" v="13149" actId="478"/>
          <ac:cxnSpMkLst>
            <pc:docMk/>
            <pc:sldMk cId="1271211031" sldId="294"/>
            <ac:cxnSpMk id="9" creationId="{60CF419D-A4DA-A86D-1B53-8F82FDEB4A85}"/>
          </ac:cxnSpMkLst>
        </pc:cxnChg>
        <pc:cxnChg chg="add del mod">
          <ac:chgData name="Matthew Dodds" userId="80d5a6ea92063750" providerId="LiveId" clId="{614D3421-716A-4CB0-994B-C24DF82A0F6F}" dt="2025-12-19T14:40:40.281" v="13161" actId="478"/>
          <ac:cxnSpMkLst>
            <pc:docMk/>
            <pc:sldMk cId="1271211031" sldId="294"/>
            <ac:cxnSpMk id="15" creationId="{A4BFE518-79E6-7B22-BE5E-CD28B5F54446}"/>
          </ac:cxnSpMkLst>
        </pc:cxnChg>
        <pc:cxnChg chg="del">
          <ac:chgData name="Matthew Dodds" userId="80d5a6ea92063750" providerId="LiveId" clId="{614D3421-716A-4CB0-994B-C24DF82A0F6F}" dt="2025-12-19T03:26:05.602" v="9148" actId="478"/>
          <ac:cxnSpMkLst>
            <pc:docMk/>
            <pc:sldMk cId="1271211031" sldId="294"/>
            <ac:cxnSpMk id="17" creationId="{11275430-F8FD-73BF-CB13-BD3F400D0745}"/>
          </ac:cxnSpMkLst>
        </pc:cxnChg>
        <pc:cxnChg chg="add del mod">
          <ac:chgData name="Matthew Dodds" userId="80d5a6ea92063750" providerId="LiveId" clId="{614D3421-716A-4CB0-994B-C24DF82A0F6F}" dt="2025-12-19T14:49:15.877" v="13345" actId="478"/>
          <ac:cxnSpMkLst>
            <pc:docMk/>
            <pc:sldMk cId="1271211031" sldId="294"/>
            <ac:cxnSpMk id="17" creationId="{F568453E-91FE-7576-E314-828B32145221}"/>
          </ac:cxnSpMkLst>
        </pc:cxnChg>
        <pc:cxnChg chg="del">
          <ac:chgData name="Matthew Dodds" userId="80d5a6ea92063750" providerId="LiveId" clId="{614D3421-716A-4CB0-994B-C24DF82A0F6F}" dt="2025-12-19T03:26:02.977" v="9147" actId="478"/>
          <ac:cxnSpMkLst>
            <pc:docMk/>
            <pc:sldMk cId="1271211031" sldId="294"/>
            <ac:cxnSpMk id="21" creationId="{266C89E0-6C0D-67D2-34AD-C2A507216C5D}"/>
          </ac:cxnSpMkLst>
        </pc:cxnChg>
        <pc:cxnChg chg="add del mod">
          <ac:chgData name="Matthew Dodds" userId="80d5a6ea92063750" providerId="LiveId" clId="{614D3421-716A-4CB0-994B-C24DF82A0F6F}" dt="2025-12-19T19:20:41.368" v="14269" actId="478"/>
          <ac:cxnSpMkLst>
            <pc:docMk/>
            <pc:sldMk cId="1271211031" sldId="294"/>
            <ac:cxnSpMk id="37" creationId="{B86A20EB-CB78-0DC0-5421-1283690B63E6}"/>
          </ac:cxnSpMkLst>
        </pc:cxnChg>
        <pc:cxnChg chg="mod">
          <ac:chgData name="Matthew Dodds" userId="80d5a6ea92063750" providerId="LiveId" clId="{614D3421-716A-4CB0-994B-C24DF82A0F6F}" dt="2025-12-19T05:41:28.525" v="11432" actId="1076"/>
          <ac:cxnSpMkLst>
            <pc:docMk/>
            <pc:sldMk cId="1271211031" sldId="294"/>
            <ac:cxnSpMk id="40" creationId="{90774E12-4103-85C2-EA48-A619945D2D52}"/>
          </ac:cxnSpMkLst>
        </pc:cxnChg>
        <pc:cxnChg chg="del">
          <ac:chgData name="Matthew Dodds" userId="80d5a6ea92063750" providerId="LiveId" clId="{614D3421-716A-4CB0-994B-C24DF82A0F6F}" dt="2025-12-19T03:26:34.808" v="9150" actId="478"/>
          <ac:cxnSpMkLst>
            <pc:docMk/>
            <pc:sldMk cId="1271211031" sldId="294"/>
            <ac:cxnSpMk id="41" creationId="{E296F1BE-A895-386E-44A9-57821AA69A0C}"/>
          </ac:cxnSpMkLst>
        </pc:cxnChg>
        <pc:cxnChg chg="del">
          <ac:chgData name="Matthew Dodds" userId="80d5a6ea92063750" providerId="LiveId" clId="{614D3421-716A-4CB0-994B-C24DF82A0F6F}" dt="2025-12-19T03:26:39.459" v="9151" actId="478"/>
          <ac:cxnSpMkLst>
            <pc:docMk/>
            <pc:sldMk cId="1271211031" sldId="294"/>
            <ac:cxnSpMk id="42" creationId="{20E5CAB8-27C8-66BA-59B7-94253BC9B1C2}"/>
          </ac:cxnSpMkLst>
        </pc:cxnChg>
        <pc:cxnChg chg="mod">
          <ac:chgData name="Matthew Dodds" userId="80d5a6ea92063750" providerId="LiveId" clId="{614D3421-716A-4CB0-994B-C24DF82A0F6F}" dt="2025-12-19T03:40:19.002" v="9614" actId="165"/>
          <ac:cxnSpMkLst>
            <pc:docMk/>
            <pc:sldMk cId="1271211031" sldId="294"/>
            <ac:cxnSpMk id="44" creationId="{22A36348-8E29-6D99-7BB7-E83DFDDA56C7}"/>
          </ac:cxnSpMkLst>
        </pc:cxnChg>
        <pc:cxnChg chg="del">
          <ac:chgData name="Matthew Dodds" userId="80d5a6ea92063750" providerId="LiveId" clId="{614D3421-716A-4CB0-994B-C24DF82A0F6F}" dt="2025-12-19T03:26:39.459" v="9151" actId="478"/>
          <ac:cxnSpMkLst>
            <pc:docMk/>
            <pc:sldMk cId="1271211031" sldId="294"/>
            <ac:cxnSpMk id="47" creationId="{AADC44E2-6B21-05EF-2009-3641FEE796F4}"/>
          </ac:cxnSpMkLst>
        </pc:cxnChg>
        <pc:cxnChg chg="del mod">
          <ac:chgData name="Matthew Dodds" userId="80d5a6ea92063750" providerId="LiveId" clId="{614D3421-716A-4CB0-994B-C24DF82A0F6F}" dt="2025-12-19T03:26:39.459" v="9151" actId="478"/>
          <ac:cxnSpMkLst>
            <pc:docMk/>
            <pc:sldMk cId="1271211031" sldId="294"/>
            <ac:cxnSpMk id="48" creationId="{43515AFD-8D81-13FF-7162-87EF05720F3A}"/>
          </ac:cxnSpMkLst>
        </pc:cxnChg>
        <pc:cxnChg chg="add mod">
          <ac:chgData name="Matthew Dodds" userId="80d5a6ea92063750" providerId="LiveId" clId="{614D3421-716A-4CB0-994B-C24DF82A0F6F}" dt="2025-12-19T18:50:06.593" v="13673" actId="14100"/>
          <ac:cxnSpMkLst>
            <pc:docMk/>
            <pc:sldMk cId="1271211031" sldId="294"/>
            <ac:cxnSpMk id="53" creationId="{8FB25645-A185-BA5D-82A2-148D497C96F2}"/>
          </ac:cxnSpMkLst>
        </pc:cxnChg>
        <pc:cxnChg chg="add mod">
          <ac:chgData name="Matthew Dodds" userId="80d5a6ea92063750" providerId="LiveId" clId="{614D3421-716A-4CB0-994B-C24DF82A0F6F}" dt="2025-12-19T21:13:54.558" v="14911" actId="208"/>
          <ac:cxnSpMkLst>
            <pc:docMk/>
            <pc:sldMk cId="1271211031" sldId="294"/>
            <ac:cxnSpMk id="89" creationId="{73A1178F-88B1-4165-F714-9FEC0F01823B}"/>
          </ac:cxnSpMkLst>
        </pc:cxnChg>
        <pc:cxnChg chg="del">
          <ac:chgData name="Matthew Dodds" userId="80d5a6ea92063750" providerId="LiveId" clId="{614D3421-716A-4CB0-994B-C24DF82A0F6F}" dt="2025-12-18T23:31:47.107" v="9120" actId="478"/>
          <ac:cxnSpMkLst>
            <pc:docMk/>
            <pc:sldMk cId="1271211031" sldId="294"/>
            <ac:cxnSpMk id="178" creationId="{F4464120-BA89-CFD0-87F7-52B650448948}"/>
          </ac:cxnSpMkLst>
        </pc:cxnChg>
        <pc:cxnChg chg="del">
          <ac:chgData name="Matthew Dodds" userId="80d5a6ea92063750" providerId="LiveId" clId="{614D3421-716A-4CB0-994B-C24DF82A0F6F}" dt="2025-12-18T23:31:47.107" v="9120" actId="478"/>
          <ac:cxnSpMkLst>
            <pc:docMk/>
            <pc:sldMk cId="1271211031" sldId="294"/>
            <ac:cxnSpMk id="183" creationId="{D08AAA52-88D1-4E3F-EB66-13E40C52B8B0}"/>
          </ac:cxnSpMkLst>
        </pc:cxnChg>
        <pc:cxnChg chg="del mod">
          <ac:chgData name="Matthew Dodds" userId="80d5a6ea92063750" providerId="LiveId" clId="{614D3421-716A-4CB0-994B-C24DF82A0F6F}" dt="2025-12-19T03:27:56.816" v="9159" actId="478"/>
          <ac:cxnSpMkLst>
            <pc:docMk/>
            <pc:sldMk cId="1271211031" sldId="294"/>
            <ac:cxnSpMk id="189" creationId="{A742705F-248B-01EE-7BD5-57BE232BE2A9}"/>
          </ac:cxnSpMkLst>
        </pc:cxnChg>
        <pc:cxnChg chg="del">
          <ac:chgData name="Matthew Dodds" userId="80d5a6ea92063750" providerId="LiveId" clId="{614D3421-716A-4CB0-994B-C24DF82A0F6F}" dt="2025-12-18T23:31:47.107" v="9120" actId="478"/>
          <ac:cxnSpMkLst>
            <pc:docMk/>
            <pc:sldMk cId="1271211031" sldId="294"/>
            <ac:cxnSpMk id="202" creationId="{B8034414-771A-0327-72C7-1FCCE6D456E9}"/>
          </ac:cxnSpMkLst>
        </pc:cxnChg>
        <pc:cxnChg chg="del">
          <ac:chgData name="Matthew Dodds" userId="80d5a6ea92063750" providerId="LiveId" clId="{614D3421-716A-4CB0-994B-C24DF82A0F6F}" dt="2025-12-18T23:31:47.107" v="9120" actId="478"/>
          <ac:cxnSpMkLst>
            <pc:docMk/>
            <pc:sldMk cId="1271211031" sldId="294"/>
            <ac:cxnSpMk id="217" creationId="{17CE4819-CCA2-9657-E4AB-B10165A7C10D}"/>
          </ac:cxnSpMkLst>
        </pc:cxnChg>
        <pc:cxnChg chg="add mod">
          <ac:chgData name="Matthew Dodds" userId="80d5a6ea92063750" providerId="LiveId" clId="{614D3421-716A-4CB0-994B-C24DF82A0F6F}" dt="2025-12-19T06:28:08.047" v="12566" actId="692"/>
          <ac:cxnSpMkLst>
            <pc:docMk/>
            <pc:sldMk cId="1271211031" sldId="294"/>
            <ac:cxnSpMk id="357" creationId="{56672F52-40CA-D64F-DA47-DA1C71EAF023}"/>
          </ac:cxnSpMkLst>
        </pc:cxnChg>
        <pc:cxnChg chg="del mod topLvl">
          <ac:chgData name="Matthew Dodds" userId="80d5a6ea92063750" providerId="LiveId" clId="{614D3421-716A-4CB0-994B-C24DF82A0F6F}" dt="2025-12-19T06:41:11.974" v="12727" actId="21"/>
          <ac:cxnSpMkLst>
            <pc:docMk/>
            <pc:sldMk cId="1271211031" sldId="294"/>
            <ac:cxnSpMk id="373" creationId="{478FAB45-A637-3AEE-9A55-B8CCA0A82777}"/>
          </ac:cxnSpMkLst>
        </pc:cxnChg>
        <pc:cxnChg chg="add del mod">
          <ac:chgData name="Matthew Dodds" userId="80d5a6ea92063750" providerId="LiveId" clId="{614D3421-716A-4CB0-994B-C24DF82A0F6F}" dt="2025-12-19T21:09:12.991" v="14878" actId="478"/>
          <ac:cxnSpMkLst>
            <pc:docMk/>
            <pc:sldMk cId="1271211031" sldId="294"/>
            <ac:cxnSpMk id="384" creationId="{CF773FBB-C8E2-D4F1-9F64-EAB51F614957}"/>
          </ac:cxnSpMkLst>
        </pc:cxnChg>
        <pc:cxnChg chg="add mod">
          <ac:chgData name="Matthew Dodds" userId="80d5a6ea92063750" providerId="LiveId" clId="{614D3421-716A-4CB0-994B-C24DF82A0F6F}" dt="2025-12-19T06:47:13.627" v="12897"/>
          <ac:cxnSpMkLst>
            <pc:docMk/>
            <pc:sldMk cId="1271211031" sldId="294"/>
            <ac:cxnSpMk id="388" creationId="{8F1B4152-3906-6452-701D-63A3EE1CBB61}"/>
          </ac:cxnSpMkLst>
        </pc:cxnChg>
      </pc:sldChg>
      <pc:sldChg chg="delSp add mod">
        <pc:chgData name="Matthew Dodds" userId="80d5a6ea92063750" providerId="LiveId" clId="{614D3421-716A-4CB0-994B-C24DF82A0F6F}" dt="2025-12-18T23:36:15.025" v="9142" actId="478"/>
        <pc:sldMkLst>
          <pc:docMk/>
          <pc:sldMk cId="4567400" sldId="295"/>
        </pc:sldMkLst>
        <pc:grpChg chg="del">
          <ac:chgData name="Matthew Dodds" userId="80d5a6ea92063750" providerId="LiveId" clId="{614D3421-716A-4CB0-994B-C24DF82A0F6F}" dt="2025-12-18T23:36:08.095" v="9141" actId="478"/>
          <ac:grpSpMkLst>
            <pc:docMk/>
            <pc:sldMk cId="4567400" sldId="295"/>
            <ac:grpSpMk id="316" creationId="{592F3836-B588-E54F-53C8-71A1E6CAB65E}"/>
          </ac:grpSpMkLst>
        </pc:grpChg>
        <pc:grpChg chg="del">
          <ac:chgData name="Matthew Dodds" userId="80d5a6ea92063750" providerId="LiveId" clId="{614D3421-716A-4CB0-994B-C24DF82A0F6F}" dt="2025-12-18T23:36:08.095" v="9141" actId="478"/>
          <ac:grpSpMkLst>
            <pc:docMk/>
            <pc:sldMk cId="4567400" sldId="295"/>
            <ac:grpSpMk id="317" creationId="{2B022E48-822E-1B2C-9C36-18473A958664}"/>
          </ac:grpSpMkLst>
        </pc:grpChg>
        <pc:grpChg chg="del">
          <ac:chgData name="Matthew Dodds" userId="80d5a6ea92063750" providerId="LiveId" clId="{614D3421-716A-4CB0-994B-C24DF82A0F6F}" dt="2025-12-18T23:36:08.095" v="9141" actId="478"/>
          <ac:grpSpMkLst>
            <pc:docMk/>
            <pc:sldMk cId="4567400" sldId="295"/>
            <ac:grpSpMk id="324" creationId="{489D2877-DEEC-08E0-2327-6690602C1AC7}"/>
          </ac:grpSpMkLst>
        </pc:grpChg>
        <pc:grpChg chg="del">
          <ac:chgData name="Matthew Dodds" userId="80d5a6ea92063750" providerId="LiveId" clId="{614D3421-716A-4CB0-994B-C24DF82A0F6F}" dt="2025-12-18T23:36:08.095" v="9141" actId="478"/>
          <ac:grpSpMkLst>
            <pc:docMk/>
            <pc:sldMk cId="4567400" sldId="295"/>
            <ac:grpSpMk id="331" creationId="{04840CB9-9DA5-FF49-A0CE-5509088E7734}"/>
          </ac:grpSpMkLst>
        </pc:grpChg>
        <pc:grpChg chg="del">
          <ac:chgData name="Matthew Dodds" userId="80d5a6ea92063750" providerId="LiveId" clId="{614D3421-716A-4CB0-994B-C24DF82A0F6F}" dt="2025-12-18T23:36:08.095" v="9141" actId="478"/>
          <ac:grpSpMkLst>
            <pc:docMk/>
            <pc:sldMk cId="4567400" sldId="295"/>
            <ac:grpSpMk id="338" creationId="{822A1914-3505-F5DE-9B9F-627015748F3B}"/>
          </ac:grpSpMkLst>
        </pc:grpChg>
        <pc:grpChg chg="del">
          <ac:chgData name="Matthew Dodds" userId="80d5a6ea92063750" providerId="LiveId" clId="{614D3421-716A-4CB0-994B-C24DF82A0F6F}" dt="2025-12-18T23:36:15.025" v="9142" actId="478"/>
          <ac:grpSpMkLst>
            <pc:docMk/>
            <pc:sldMk cId="4567400" sldId="295"/>
            <ac:grpSpMk id="345" creationId="{7281A653-AD28-CC18-14CA-A4B6D276336D}"/>
          </ac:grpSpMkLst>
        </pc:grpChg>
        <pc:grpChg chg="del">
          <ac:chgData name="Matthew Dodds" userId="80d5a6ea92063750" providerId="LiveId" clId="{614D3421-716A-4CB0-994B-C24DF82A0F6F}" dt="2025-12-18T23:36:15.025" v="9142" actId="478"/>
          <ac:grpSpMkLst>
            <pc:docMk/>
            <pc:sldMk cId="4567400" sldId="295"/>
            <ac:grpSpMk id="352" creationId="{EC908A97-3EB5-6DD6-9C53-EEBFE791E989}"/>
          </ac:grpSpMkLst>
        </pc:grpChg>
        <pc:grpChg chg="del">
          <ac:chgData name="Matthew Dodds" userId="80d5a6ea92063750" providerId="LiveId" clId="{614D3421-716A-4CB0-994B-C24DF82A0F6F}" dt="2025-12-18T23:36:15.025" v="9142" actId="478"/>
          <ac:grpSpMkLst>
            <pc:docMk/>
            <pc:sldMk cId="4567400" sldId="295"/>
            <ac:grpSpMk id="359" creationId="{6F6C06EC-56AD-4CE0-C369-3611DF63596B}"/>
          </ac:grpSpMkLst>
        </pc:grpChg>
        <pc:grpChg chg="del">
          <ac:chgData name="Matthew Dodds" userId="80d5a6ea92063750" providerId="LiveId" clId="{614D3421-716A-4CB0-994B-C24DF82A0F6F}" dt="2025-12-18T23:36:15.025" v="9142" actId="478"/>
          <ac:grpSpMkLst>
            <pc:docMk/>
            <pc:sldMk cId="4567400" sldId="295"/>
            <ac:grpSpMk id="366" creationId="{8B1C3341-038B-A2F6-2A6C-54C17D76831C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365F73-B955-40D2-92DF-82FFF6800FF1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062B1B-8ACF-4076-9214-A8D53603C1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2486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593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17D86-966F-0BC9-894B-4CDFDEADA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FEB492-F73F-EDE7-9384-9D4BB0A51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773821-1091-B4DA-5517-5820BFA50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29F47-4667-C339-D23A-A5651F02C6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34188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68339-ABBF-062C-D2C5-A0F03276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78AD2-FB2D-5C2F-4AD6-C3FF752590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389088-9DC1-6EF3-70EB-65AE2168D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DFBBC6-1278-3141-F5A8-98A033D770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4931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3CDAD-AAA8-C95F-B9A7-E4F23C255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D769A9-D436-26F9-73F4-AFAB9AC33F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B7FCC5-31A6-D4A0-DA89-1C467D8B1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FB238D-B0FF-BA5E-F9DF-88F7338A95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50171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D727B-08AB-1506-7760-86AD47913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6272B9-5BFC-6AE0-A87F-582E26162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92B5B2-38AD-BC36-DAA8-52AE487553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017DD4-7D80-970D-F043-AD56952B22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5264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FD198-263E-A409-23D5-F161D992C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24B07-524B-69B7-2987-B0C8627D7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4CA630-46D0-8B51-A3A8-3B96E026A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4CC28-33DA-5CF6-0660-5EEC297428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76434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F4DE6-A257-C8AC-F7B7-FF0E64F5D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820DE-DE88-87FA-C5F6-64107318C9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8696E-7F0E-6E5E-4209-B3547C0C2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FE3FD1-ABE0-4C0B-7C16-7E1889A3B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62B1B-8ACF-4076-9214-A8D53603C1E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6885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9264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3806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3908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71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7459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711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426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730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393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1784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44EAE-78C4-45F3-83C5-DF449BFC3B16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187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110D0D"/>
            </a:gs>
            <a:gs pos="14000">
              <a:srgbClr val="2D2626"/>
            </a:gs>
            <a:gs pos="0">
              <a:schemeClr val="bg2">
                <a:lumMod val="25000"/>
              </a:schemeClr>
            </a:gs>
          </a:gsLst>
          <a:path path="rect">
            <a:fillToRect l="100000" t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844EAE-78C4-45F3-83C5-DF449BFC3B16}" type="datetimeFigureOut">
              <a:rPr lang="en-GB" smtClean="0"/>
              <a:t>19/12/2025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2B89CE-4C83-43A3-B4CF-B7CCD34B4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0873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11AF3-ECE7-F0F4-FE56-2686FA03B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F206F0-5F02-2C6F-DDF9-128422AF103E}"/>
              </a:ext>
            </a:extLst>
          </p:cNvPr>
          <p:cNvSpPr txBox="1"/>
          <p:nvPr/>
        </p:nvSpPr>
        <p:spPr>
          <a:xfrm>
            <a:off x="1776213" y="705060"/>
            <a:ext cx="8639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3552B-A6D9-3B0F-F627-807919FEF43F}"/>
              </a:ext>
            </a:extLst>
          </p:cNvPr>
          <p:cNvSpPr txBox="1"/>
          <p:nvPr/>
        </p:nvSpPr>
        <p:spPr>
          <a:xfrm>
            <a:off x="4484213" y="4435370"/>
            <a:ext cx="3223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LOGIN</a:t>
            </a:r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129432B-73DE-8B7B-BA7C-85989DFE63E4}"/>
              </a:ext>
            </a:extLst>
          </p:cNvPr>
          <p:cNvCxnSpPr>
            <a:cxnSpLocks/>
          </p:cNvCxnSpPr>
          <p:nvPr/>
        </p:nvCxnSpPr>
        <p:spPr>
          <a:xfrm>
            <a:off x="0" y="127872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8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46F7237-F824-2944-CD6B-9B742A875645}"/>
              </a:ext>
            </a:extLst>
          </p:cNvPr>
          <p:cNvSpPr txBox="1"/>
          <p:nvPr/>
        </p:nvSpPr>
        <p:spPr>
          <a:xfrm>
            <a:off x="5659499" y="5378107"/>
            <a:ext cx="873005" cy="21544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USERNAME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B70101D-392D-7DA2-3818-3023B24AE1F2}"/>
              </a:ext>
            </a:extLst>
          </p:cNvPr>
          <p:cNvSpPr txBox="1"/>
          <p:nvPr/>
        </p:nvSpPr>
        <p:spPr>
          <a:xfrm>
            <a:off x="5659497" y="6154238"/>
            <a:ext cx="873005" cy="21544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PASSWORD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08DDFB-872F-24E4-4CF1-43B71F7D6004}"/>
              </a:ext>
            </a:extLst>
          </p:cNvPr>
          <p:cNvSpPr txBox="1"/>
          <p:nvPr/>
        </p:nvSpPr>
        <p:spPr>
          <a:xfrm>
            <a:off x="5466482" y="6312796"/>
            <a:ext cx="1302375" cy="169277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5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Forgot Password? </a:t>
            </a:r>
            <a:endParaRPr lang="en-GB" sz="800" spc="150" dirty="0">
              <a:solidFill>
                <a:schemeClr val="bg1">
                  <a:lumMod val="95000"/>
                </a:schemeClr>
              </a:solidFill>
              <a:effectLst/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6B9698-5081-8C69-BD5F-F6E1EB0A2DD3}"/>
              </a:ext>
            </a:extLst>
          </p:cNvPr>
          <p:cNvSpPr txBox="1"/>
          <p:nvPr/>
        </p:nvSpPr>
        <p:spPr>
          <a:xfrm>
            <a:off x="5694644" y="5559926"/>
            <a:ext cx="802717" cy="16927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sz="5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Remember Me </a:t>
            </a:r>
            <a:endParaRPr lang="en-GB" sz="800" spc="150" dirty="0">
              <a:solidFill>
                <a:schemeClr val="bg1">
                  <a:lumMod val="95000"/>
                </a:schemeClr>
              </a:solidFill>
              <a:effectLst/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EDC6602-A70B-B871-F8A1-987CADDD80B8}"/>
              </a:ext>
            </a:extLst>
          </p:cNvPr>
          <p:cNvGrpSpPr/>
          <p:nvPr/>
        </p:nvGrpSpPr>
        <p:grpSpPr>
          <a:xfrm>
            <a:off x="5327919" y="2690358"/>
            <a:ext cx="1536159" cy="1477283"/>
            <a:chOff x="3923641" y="1771650"/>
            <a:chExt cx="3072140" cy="312090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F6D1BAC-3B13-9ABC-851C-15BAFD141F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85645E46-C797-BA30-17BB-C64C5CA0D18D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CACA712-6FE9-7287-449B-0E4E78020D62}"/>
              </a:ext>
            </a:extLst>
          </p:cNvPr>
          <p:cNvCxnSpPr>
            <a:cxnSpLocks/>
          </p:cNvCxnSpPr>
          <p:nvPr/>
        </p:nvCxnSpPr>
        <p:spPr>
          <a:xfrm>
            <a:off x="4519444" y="5332778"/>
            <a:ext cx="3153113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60000">
                  <a:schemeClr val="bg2">
                    <a:lumMod val="2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3B35D5D-20C1-689F-C14A-88B4C63A75E7}"/>
              </a:ext>
            </a:extLst>
          </p:cNvPr>
          <p:cNvCxnSpPr>
            <a:cxnSpLocks/>
          </p:cNvCxnSpPr>
          <p:nvPr/>
        </p:nvCxnSpPr>
        <p:spPr>
          <a:xfrm>
            <a:off x="4484213" y="6149367"/>
            <a:ext cx="3153113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60000">
                  <a:schemeClr val="bg2">
                    <a:lumMod val="2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3028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2515-6162-3FF9-537A-7B8D4D1AE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A52AD8C-936B-268E-CF01-D59F53074710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00F588-4AFA-6C93-2BA1-7966A47F8F78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9ACCA35-F1AC-B368-30BB-47468CB2AC61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8113C23-7941-8738-9C28-8AD93494A2A9}"/>
              </a:ext>
            </a:extLst>
          </p:cNvPr>
          <p:cNvGrpSpPr/>
          <p:nvPr/>
        </p:nvGrpSpPr>
        <p:grpSpPr>
          <a:xfrm>
            <a:off x="124618" y="6571284"/>
            <a:ext cx="7567772" cy="215444"/>
            <a:chOff x="124618" y="6591919"/>
            <a:chExt cx="7567772" cy="215444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FD812B9-D0DB-42ED-58DD-46215DDC0DE8}"/>
                </a:ext>
              </a:extLst>
            </p:cNvPr>
            <p:cNvSpPr txBox="1"/>
            <p:nvPr/>
          </p:nvSpPr>
          <p:spPr>
            <a:xfrm>
              <a:off x="124618" y="6591919"/>
              <a:ext cx="7567772" cy="215444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		 </a:t>
              </a:r>
              <a:r>
                <a:rPr lang="en-GB" sz="8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12/12/25 19:15:43</a:t>
              </a:r>
              <a:endPara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C3668CD-0BAA-F7E1-86E8-E79C82B28D3D}"/>
                </a:ext>
              </a:extLst>
            </p:cNvPr>
            <p:cNvGrpSpPr/>
            <p:nvPr/>
          </p:nvGrpSpPr>
          <p:grpSpPr>
            <a:xfrm>
              <a:off x="4385911" y="6704843"/>
              <a:ext cx="602024" cy="2379"/>
              <a:chOff x="5931409" y="6704843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1380FDF0-555B-B8D4-3905-C62FF9D451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707222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0A97979-A908-7E1D-6EB4-76C2D87654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0767" y="6704843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2E340E4-7448-3689-75FC-CA3815E34F31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2F5DA251-C80A-C5B9-3CB0-39B3B8DBA7CC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E3AC1B75-E493-71B4-4F92-42BEB1C537E6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FFB83BD-11EB-670D-E5F4-06358B095E8C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25EA9FB5-C55B-F067-968B-B955EAE1CE8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30BDBFA1-6FD7-73AA-FFDA-93AE97B32922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9813B22-165A-27D6-F677-87A6CA190D83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F71A35E1-B364-2BC0-4FEF-48E5B8B60D85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C8A44D7-B276-3950-A19B-BF73DFEDDE56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2B71F660-3A22-FCF4-FF28-FF8FC9584EEC}"/>
              </a:ext>
            </a:extLst>
          </p:cNvPr>
          <p:cNvGrpSpPr/>
          <p:nvPr/>
        </p:nvGrpSpPr>
        <p:grpSpPr>
          <a:xfrm>
            <a:off x="76100" y="6071647"/>
            <a:ext cx="701147" cy="401282"/>
            <a:chOff x="267137" y="5961402"/>
            <a:chExt cx="701147" cy="401282"/>
          </a:xfrm>
        </p:grpSpPr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AB564BF8-196E-090E-573E-CC7E9F734F39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A41E93B-4492-BA4A-4096-E2BC87D19FCE}"/>
                </a:ext>
              </a:extLst>
            </p:cNvPr>
            <p:cNvSpPr txBox="1"/>
            <p:nvPr/>
          </p:nvSpPr>
          <p:spPr>
            <a:xfrm>
              <a:off x="267137" y="6080077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641B932-B608-4132-315C-E1051A3A3B5C}"/>
              </a:ext>
            </a:extLst>
          </p:cNvPr>
          <p:cNvSpPr/>
          <p:nvPr/>
        </p:nvSpPr>
        <p:spPr>
          <a:xfrm>
            <a:off x="3450907" y="5979830"/>
            <a:ext cx="5261320" cy="488231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33B319F-A085-4C00-8965-756DD5C30B8D}"/>
              </a:ext>
            </a:extLst>
          </p:cNvPr>
          <p:cNvSpPr txBox="1"/>
          <p:nvPr/>
        </p:nvSpPr>
        <p:spPr>
          <a:xfrm>
            <a:off x="4762826" y="564127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6A65DE-2125-7E2A-3A37-C80B57D38D4A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6EE514D-538A-130F-8158-786F3D44DCF3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74AA4DD-CF51-9128-2322-BF438183648A}"/>
              </a:ext>
            </a:extLst>
          </p:cNvPr>
          <p:cNvGrpSpPr/>
          <p:nvPr/>
        </p:nvGrpSpPr>
        <p:grpSpPr>
          <a:xfrm>
            <a:off x="3788036" y="1419470"/>
            <a:ext cx="4580014" cy="4019060"/>
            <a:chOff x="3430511" y="1067290"/>
            <a:chExt cx="5466513" cy="4990025"/>
          </a:xfrm>
        </p:grpSpPr>
        <p:sp>
          <p:nvSpPr>
            <p:cNvPr id="23" name="Circle: Hollow 22">
              <a:extLst>
                <a:ext uri="{FF2B5EF4-FFF2-40B4-BE49-F238E27FC236}">
                  <a16:creationId xmlns:a16="http://schemas.microsoft.com/office/drawing/2014/main" id="{676050FD-96D7-BD38-7510-98DCFC416032}"/>
                </a:ext>
              </a:extLst>
            </p:cNvPr>
            <p:cNvSpPr/>
            <p:nvPr/>
          </p:nvSpPr>
          <p:spPr>
            <a:xfrm>
              <a:off x="3943082" y="1512700"/>
              <a:ext cx="4441371" cy="4085929"/>
            </a:xfrm>
            <a:prstGeom prst="donut">
              <a:avLst>
                <a:gd name="adj" fmla="val 3672"/>
              </a:avLst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69000">
                  <a:srgbClr val="D65700"/>
                </a:gs>
                <a:gs pos="13000">
                  <a:srgbClr val="957D3B"/>
                </a:gs>
                <a:gs pos="31000">
                  <a:schemeClr val="bg1">
                    <a:lumMod val="85000"/>
                  </a:schemeClr>
                </a:gs>
              </a:gsLst>
              <a:path path="rect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86AD214C-BED7-C456-A2F5-35434FE493B6}"/>
                </a:ext>
              </a:extLst>
            </p:cNvPr>
            <p:cNvSpPr/>
            <p:nvPr/>
          </p:nvSpPr>
          <p:spPr>
            <a:xfrm>
              <a:off x="6070046" y="1067290"/>
              <a:ext cx="209549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Isosceles Triangle 33">
              <a:extLst>
                <a:ext uri="{FF2B5EF4-FFF2-40B4-BE49-F238E27FC236}">
                  <a16:creationId xmlns:a16="http://schemas.microsoft.com/office/drawing/2014/main" id="{3876A8B6-134A-2953-C5E2-2D8771335846}"/>
                </a:ext>
              </a:extLst>
            </p:cNvPr>
            <p:cNvSpPr/>
            <p:nvPr/>
          </p:nvSpPr>
          <p:spPr>
            <a:xfrm rot="16200000">
              <a:off x="3520999" y="3307692"/>
              <a:ext cx="209550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Isosceles Triangle 34">
              <a:extLst>
                <a:ext uri="{FF2B5EF4-FFF2-40B4-BE49-F238E27FC236}">
                  <a16:creationId xmlns:a16="http://schemas.microsoft.com/office/drawing/2014/main" id="{5C63B15F-3740-4671-1F29-253F9EE2D1F1}"/>
                </a:ext>
              </a:extLst>
            </p:cNvPr>
            <p:cNvSpPr/>
            <p:nvPr/>
          </p:nvSpPr>
          <p:spPr>
            <a:xfrm rot="10800000">
              <a:off x="6070046" y="5666790"/>
              <a:ext cx="209549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Isosceles Triangle 35">
              <a:extLst>
                <a:ext uri="{FF2B5EF4-FFF2-40B4-BE49-F238E27FC236}">
                  <a16:creationId xmlns:a16="http://schemas.microsoft.com/office/drawing/2014/main" id="{52E114A1-524B-492E-BD5B-A5FD93E1FCF9}"/>
                </a:ext>
              </a:extLst>
            </p:cNvPr>
            <p:cNvSpPr/>
            <p:nvPr/>
          </p:nvSpPr>
          <p:spPr>
            <a:xfrm rot="5400000" flipH="1">
              <a:off x="8596987" y="3309546"/>
              <a:ext cx="209550" cy="390525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32000">
                  <a:schemeClr val="accent2">
                    <a:lumMod val="75000"/>
                  </a:schemeClr>
                </a:gs>
                <a:gs pos="97000">
                  <a:schemeClr val="tx1">
                    <a:lumMod val="85000"/>
                    <a:lumOff val="1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FAC9B525-6846-2EA8-E593-74A836FA6A06}"/>
              </a:ext>
            </a:extLst>
          </p:cNvPr>
          <p:cNvSpPr txBox="1"/>
          <p:nvPr/>
        </p:nvSpPr>
        <p:spPr>
          <a:xfrm>
            <a:off x="5702572" y="1201680"/>
            <a:ext cx="7649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DEFINE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389553-0537-6AA4-B843-FDE82DF0D843}"/>
              </a:ext>
            </a:extLst>
          </p:cNvPr>
          <p:cNvSpPr txBox="1"/>
          <p:nvPr/>
        </p:nvSpPr>
        <p:spPr>
          <a:xfrm>
            <a:off x="8368051" y="3253958"/>
            <a:ext cx="775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BE6BC12-40F7-0C1D-C24D-C079BDE29461}"/>
              </a:ext>
            </a:extLst>
          </p:cNvPr>
          <p:cNvSpPr txBox="1"/>
          <p:nvPr/>
        </p:nvSpPr>
        <p:spPr>
          <a:xfrm>
            <a:off x="5722321" y="5445165"/>
            <a:ext cx="775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BUILD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9F6C1F-2DBB-C5D9-A18D-E8BE6614867A}"/>
              </a:ext>
            </a:extLst>
          </p:cNvPr>
          <p:cNvSpPr txBox="1"/>
          <p:nvPr/>
        </p:nvSpPr>
        <p:spPr>
          <a:xfrm>
            <a:off x="2876550" y="3253958"/>
            <a:ext cx="946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47E8E84-E07C-5279-4162-69AC741954A9}"/>
              </a:ext>
            </a:extLst>
          </p:cNvPr>
          <p:cNvSpPr txBox="1"/>
          <p:nvPr/>
        </p:nvSpPr>
        <p:spPr>
          <a:xfrm>
            <a:off x="5532395" y="3262947"/>
            <a:ext cx="1143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BCB0EBE-3510-BB7E-7F27-4E852330B8B4}"/>
              </a:ext>
            </a:extLst>
          </p:cNvPr>
          <p:cNvGrpSpPr/>
          <p:nvPr/>
        </p:nvGrpSpPr>
        <p:grpSpPr>
          <a:xfrm>
            <a:off x="6059498" y="2002372"/>
            <a:ext cx="42282" cy="1260053"/>
            <a:chOff x="6151571" y="2061636"/>
            <a:chExt cx="42282" cy="1260053"/>
          </a:xfrm>
        </p:grpSpPr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3CB48E1-264A-39A5-7BC9-D8ACB54BDD76}"/>
                </a:ext>
              </a:extLst>
            </p:cNvPr>
            <p:cNvCxnSpPr>
              <a:cxnSpLocks/>
            </p:cNvCxnSpPr>
            <p:nvPr/>
          </p:nvCxnSpPr>
          <p:spPr>
            <a:xfrm>
              <a:off x="6193853" y="2061636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DB2678E-D5DE-2C86-1D64-5DAB068A5E5E}"/>
                </a:ext>
              </a:extLst>
            </p:cNvPr>
            <p:cNvCxnSpPr/>
            <p:nvPr/>
          </p:nvCxnSpPr>
          <p:spPr>
            <a:xfrm>
              <a:off x="6151571" y="2120378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A3252AE-B203-ED8C-D1AA-56ACA7304F14}"/>
              </a:ext>
            </a:extLst>
          </p:cNvPr>
          <p:cNvGrpSpPr/>
          <p:nvPr/>
        </p:nvGrpSpPr>
        <p:grpSpPr>
          <a:xfrm rot="5400000">
            <a:off x="7153193" y="2848753"/>
            <a:ext cx="33798" cy="1109945"/>
            <a:chOff x="6143827" y="2052647"/>
            <a:chExt cx="28909" cy="1244165"/>
          </a:xfrm>
        </p:grpSpPr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F9409EC-3301-717C-5FE7-C98814085EAC}"/>
                </a:ext>
              </a:extLst>
            </p:cNvPr>
            <p:cNvCxnSpPr/>
            <p:nvPr/>
          </p:nvCxnSpPr>
          <p:spPr>
            <a:xfrm>
              <a:off x="6143827" y="2095501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3C7E81F-04F8-6E9E-1A26-0DF113F8469C}"/>
                </a:ext>
              </a:extLst>
            </p:cNvPr>
            <p:cNvCxnSpPr/>
            <p:nvPr/>
          </p:nvCxnSpPr>
          <p:spPr>
            <a:xfrm>
              <a:off x="6172736" y="2052647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3D4DA47-3776-C40B-DE26-E9AC86E959C8}"/>
              </a:ext>
            </a:extLst>
          </p:cNvPr>
          <p:cNvGrpSpPr/>
          <p:nvPr/>
        </p:nvGrpSpPr>
        <p:grpSpPr>
          <a:xfrm rot="5400000" flipH="1" flipV="1">
            <a:off x="4916777" y="2831853"/>
            <a:ext cx="33798" cy="1109945"/>
            <a:chOff x="6143827" y="2052647"/>
            <a:chExt cx="28909" cy="1244165"/>
          </a:xfrm>
        </p:grpSpPr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1D4699D-2BFB-6D80-FC73-EDE927E299C8}"/>
                </a:ext>
              </a:extLst>
            </p:cNvPr>
            <p:cNvCxnSpPr/>
            <p:nvPr/>
          </p:nvCxnSpPr>
          <p:spPr>
            <a:xfrm>
              <a:off x="6143827" y="2095501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C65239E-346A-A0F2-ACD4-8B099974DCA2}"/>
                </a:ext>
              </a:extLst>
            </p:cNvPr>
            <p:cNvCxnSpPr/>
            <p:nvPr/>
          </p:nvCxnSpPr>
          <p:spPr>
            <a:xfrm>
              <a:off x="6172736" y="2052647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41D770C-DD0E-F72E-BAAF-42DAFFE56180}"/>
              </a:ext>
            </a:extLst>
          </p:cNvPr>
          <p:cNvGrpSpPr/>
          <p:nvPr/>
        </p:nvGrpSpPr>
        <p:grpSpPr>
          <a:xfrm flipH="1" flipV="1">
            <a:off x="6053148" y="3583522"/>
            <a:ext cx="42282" cy="1260053"/>
            <a:chOff x="6151571" y="2061636"/>
            <a:chExt cx="42282" cy="1260053"/>
          </a:xfrm>
        </p:grpSpPr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9133A8A-EBB5-4585-B6F1-8D573E34908C}"/>
                </a:ext>
              </a:extLst>
            </p:cNvPr>
            <p:cNvCxnSpPr>
              <a:cxnSpLocks/>
            </p:cNvCxnSpPr>
            <p:nvPr/>
          </p:nvCxnSpPr>
          <p:spPr>
            <a:xfrm>
              <a:off x="6193853" y="2061636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83C56DE5-7D20-5C44-02FB-D50D2E0AB09D}"/>
                </a:ext>
              </a:extLst>
            </p:cNvPr>
            <p:cNvCxnSpPr/>
            <p:nvPr/>
          </p:nvCxnSpPr>
          <p:spPr>
            <a:xfrm>
              <a:off x="6151571" y="2120378"/>
              <a:ext cx="0" cy="1201311"/>
            </a:xfrm>
            <a:prstGeom prst="line">
              <a:avLst/>
            </a:prstGeom>
            <a:ln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B7AA33D-32EB-7644-4D4A-D3CE797266B5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21589F-8C95-68B8-059A-49E6FAD709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79B82DD-70AB-9C87-BAFE-59309E6CC29F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A9B7CCF-C06C-C7D0-5668-7017319070FD}"/>
              </a:ext>
            </a:extLst>
          </p:cNvPr>
          <p:cNvSpPr txBox="1"/>
          <p:nvPr/>
        </p:nvSpPr>
        <p:spPr>
          <a:xfrm>
            <a:off x="56409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NAVIGATE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5230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FCDD1-246F-AED7-C996-CF40766CB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662EFC5-014E-3255-5C6C-388F77A009C1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75B423-5760-3B83-A0C0-8DF60B97B1FB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5BE75CD-6DE5-BF43-C03C-06340AC78B0B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D7FE9DD-6196-E929-38AF-A8B3408AC94E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B14C675C-3CB1-8377-8D9D-07E5513CDAE3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4237CB9-17A4-0F33-A345-CC941AF2079E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8D93FD2-C326-5FBB-8694-C88F9043A78E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728753D0-7198-C1AB-3F38-7003E4A6AF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6E29DFD4-E713-7966-E9C3-39FF5CAAA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3627113-8D18-7A1A-C5B4-6DD389464732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  <a:noFill/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B9314453-20AC-58EB-24D3-962615C33BE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p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2208FAC-29FF-EEA4-B80B-D0D685184FFA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2036B22-709E-D1E8-6140-90B875571680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  <a:noFill/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AED18EDB-5B23-4F41-FCE3-FE53989823E9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p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F72FD8A-6505-1D79-E8BA-4E9F95A84CE1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DC9849E-0117-39DA-2057-31C66C4B9935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  <a:noFill/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6DB8ED3F-07DA-B1F4-B2ED-7A1B9EE6E9D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p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1C4172D-FDF0-8C78-63EC-44E81AE4884A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C4B42071-35E9-EF68-1F73-2053CA3CF18A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1074DF5-19EE-7CAA-4250-61C1A23C98C4}"/>
              </a:ext>
            </a:extLst>
          </p:cNvPr>
          <p:cNvSpPr txBox="1"/>
          <p:nvPr/>
        </p:nvSpPr>
        <p:spPr>
          <a:xfrm>
            <a:off x="4799021" y="57746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3E13D7-D664-3C86-E68E-8E3FEE49751B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AA3E427-531F-2AC3-CD67-9CBF5CD1B56D}"/>
              </a:ext>
            </a:extLst>
          </p:cNvPr>
          <p:cNvCxnSpPr/>
          <p:nvPr/>
        </p:nvCxnSpPr>
        <p:spPr>
          <a:xfrm>
            <a:off x="243232" y="92939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2C3AA1F-0713-ECB3-CE66-34919873D5EC}"/>
              </a:ext>
            </a:extLst>
          </p:cNvPr>
          <p:cNvGrpSpPr/>
          <p:nvPr/>
        </p:nvGrpSpPr>
        <p:grpSpPr>
          <a:xfrm>
            <a:off x="749673" y="6000752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49FFCC4-796F-0AA6-8281-12A5D85E2F03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CE516C1C-82B1-B0E0-9BDF-C7C38662EF7C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21B248FA-8600-6B40-476D-015DBD94C5D8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9A22CF23-4107-F299-678D-F14D0AA05793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2309ADCC-5BFA-554B-7C20-084C4892EC0F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E977099A-C422-8BE6-A3B5-48FD42328C15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89FF620-4DC5-E450-760B-40416E7A1CAC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72948436-A8AF-E194-17B6-00D4FFE4B5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22B0D74-87AA-E04E-53A6-31036FEB5B1F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5945B83-CFE7-CA15-0428-896A7AD2F341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A24E4629-7E21-5939-734C-223DC6D624F0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62675F59-1C87-4C9B-849B-D35A864CC68E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7187892B-F3EA-86F6-BF59-FA49C40AFBE4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543424BD-58DE-D553-334F-304837238333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FF9327C2-7815-95F2-DF99-FD8269FF7321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E2421DB-B639-8A67-03B7-D6FA5810EB06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2DE39D62-AD89-55F7-DB73-357CD2E157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C8819D32-30F1-F581-3387-ED28BD888C23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008BE8-041B-4222-BB65-57C76930B75D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C2E6A61-3FA1-97BB-8757-67340EA715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CDD2768-FE75-C3A2-C69C-8564A8E6315F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35087F-8BDD-104B-A891-50DE9913863A}"/>
              </a:ext>
            </a:extLst>
          </p:cNvPr>
          <p:cNvGrpSpPr/>
          <p:nvPr/>
        </p:nvGrpSpPr>
        <p:grpSpPr>
          <a:xfrm>
            <a:off x="76100" y="6060761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BB2B310-67C3-2DA7-A472-3881D40AF9A0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450F4F0-4BEA-C8FC-CB81-6562D93B318B}"/>
                </a:ext>
              </a:extLst>
            </p:cNvPr>
            <p:cNvSpPr txBox="1"/>
            <p:nvPr/>
          </p:nvSpPr>
          <p:spPr>
            <a:xfrm>
              <a:off x="267137" y="6090963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EF03422-3558-BAA4-BB71-A163635E7957}"/>
              </a:ext>
            </a:extLst>
          </p:cNvPr>
          <p:cNvSpPr txBox="1"/>
          <p:nvPr/>
        </p:nvSpPr>
        <p:spPr>
          <a:xfrm>
            <a:off x="562186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DEFINE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9117AC-9C31-6B70-3E5F-2520D107D396}"/>
              </a:ext>
            </a:extLst>
          </p:cNvPr>
          <p:cNvSpPr txBox="1"/>
          <p:nvPr/>
        </p:nvSpPr>
        <p:spPr>
          <a:xfrm>
            <a:off x="4646431" y="1211026"/>
            <a:ext cx="28858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INFORMATION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F4C3BE-39D4-9770-C35B-E000966F3802}"/>
              </a:ext>
            </a:extLst>
          </p:cNvPr>
          <p:cNvSpPr txBox="1"/>
          <p:nvPr/>
        </p:nvSpPr>
        <p:spPr>
          <a:xfrm>
            <a:off x="256564" y="2924697"/>
            <a:ext cx="873005" cy="215444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Title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3E9DB9-CCC3-19F4-7982-0B6F9F3AB4D5}"/>
              </a:ext>
            </a:extLst>
          </p:cNvPr>
          <p:cNvSpPr txBox="1"/>
          <p:nvPr/>
        </p:nvSpPr>
        <p:spPr>
          <a:xfrm>
            <a:off x="5710316" y="4933628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Delivery: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1BC33C-0024-61B0-E55C-D2CAA8B02096}"/>
              </a:ext>
            </a:extLst>
          </p:cNvPr>
          <p:cNvSpPr txBox="1"/>
          <p:nvPr/>
        </p:nvSpPr>
        <p:spPr>
          <a:xfrm>
            <a:off x="256563" y="3284491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60DC505-A934-8555-79C4-33ADEB022E6E}"/>
              </a:ext>
            </a:extLst>
          </p:cNvPr>
          <p:cNvSpPr txBox="1"/>
          <p:nvPr/>
        </p:nvSpPr>
        <p:spPr>
          <a:xfrm>
            <a:off x="254236" y="4019558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1548EDA-A05D-F93F-14C0-A7CC935994C6}"/>
              </a:ext>
            </a:extLst>
          </p:cNvPr>
          <p:cNvSpPr/>
          <p:nvPr/>
        </p:nvSpPr>
        <p:spPr>
          <a:xfrm>
            <a:off x="1129569" y="2911736"/>
            <a:ext cx="3039308" cy="261609"/>
          </a:xfrm>
          <a:prstGeom prst="roundRect">
            <a:avLst>
              <a:gd name="adj" fmla="val 49315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8D6187-3792-A099-F8ED-78E030719AA1}"/>
              </a:ext>
            </a:extLst>
          </p:cNvPr>
          <p:cNvSpPr/>
          <p:nvPr/>
        </p:nvSpPr>
        <p:spPr>
          <a:xfrm>
            <a:off x="1129569" y="3280609"/>
            <a:ext cx="3039308" cy="261609"/>
          </a:xfrm>
          <a:prstGeom prst="roundRect">
            <a:avLst>
              <a:gd name="adj" fmla="val 4828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58055A3F-EC9F-1527-AD80-15B566544AE2}"/>
              </a:ext>
            </a:extLst>
          </p:cNvPr>
          <p:cNvGrpSpPr/>
          <p:nvPr/>
        </p:nvGrpSpPr>
        <p:grpSpPr>
          <a:xfrm>
            <a:off x="1801670" y="3645298"/>
            <a:ext cx="2349108" cy="273180"/>
            <a:chOff x="6501588" y="4497079"/>
            <a:chExt cx="2349108" cy="27318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5E9D569-2B17-9EC2-CB8B-19E0B4341539}"/>
                </a:ext>
              </a:extLst>
            </p:cNvPr>
            <p:cNvSpPr txBox="1"/>
            <p:nvPr/>
          </p:nvSpPr>
          <p:spPr>
            <a:xfrm>
              <a:off x="6501588" y="4535336"/>
              <a:ext cx="87300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Code:</a:t>
              </a:r>
            </a:p>
          </p:txBody>
        </p: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387E9F76-FAA6-F147-EF18-FF1790899F9A}"/>
                </a:ext>
              </a:extLst>
            </p:cNvPr>
            <p:cNvSpPr/>
            <p:nvPr/>
          </p:nvSpPr>
          <p:spPr>
            <a:xfrm>
              <a:off x="7196185" y="4497079"/>
              <a:ext cx="1654511" cy="273180"/>
            </a:xfrm>
            <a:prstGeom prst="roundRect">
              <a:avLst>
                <a:gd name="adj" fmla="val 48735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8D3110D-B699-E046-E044-21A37BB756F5}"/>
              </a:ext>
            </a:extLst>
          </p:cNvPr>
          <p:cNvGrpSpPr/>
          <p:nvPr/>
        </p:nvGrpSpPr>
        <p:grpSpPr>
          <a:xfrm>
            <a:off x="3450905" y="1602769"/>
            <a:ext cx="4493069" cy="338554"/>
            <a:chOff x="3877130" y="3861524"/>
            <a:chExt cx="3815258" cy="338554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C6532BD-C8ED-CCC5-9931-0A41EF6EC5FA}"/>
                </a:ext>
              </a:extLst>
            </p:cNvPr>
            <p:cNvSpPr txBox="1"/>
            <p:nvPr/>
          </p:nvSpPr>
          <p:spPr>
            <a:xfrm>
              <a:off x="3877130" y="3861524"/>
              <a:ext cx="84633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Select Course:</a:t>
              </a:r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2ADCD5C8-B824-97B1-BB55-1ADA289D3E56}"/>
                </a:ext>
              </a:extLst>
            </p:cNvPr>
            <p:cNvSpPr/>
            <p:nvPr/>
          </p:nvSpPr>
          <p:spPr>
            <a:xfrm>
              <a:off x="4653080" y="3905680"/>
              <a:ext cx="3039308" cy="261609"/>
            </a:xfrm>
            <a:prstGeom prst="roundRect">
              <a:avLst>
                <a:gd name="adj" fmla="val 44202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48" name="Isosceles Triangle 47">
              <a:extLst>
                <a:ext uri="{FF2B5EF4-FFF2-40B4-BE49-F238E27FC236}">
                  <a16:creationId xmlns:a16="http://schemas.microsoft.com/office/drawing/2014/main" id="{953C8476-F997-A908-D66E-CB95124F309C}"/>
                </a:ext>
              </a:extLst>
            </p:cNvPr>
            <p:cNvSpPr/>
            <p:nvPr/>
          </p:nvSpPr>
          <p:spPr>
            <a:xfrm rot="17976276">
              <a:off x="7575133" y="3996978"/>
              <a:ext cx="80048" cy="70810"/>
            </a:xfrm>
            <a:prstGeom prst="triangle">
              <a:avLst/>
            </a:prstGeom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/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05A2CE72-AC14-CA62-D08B-5A69EDEC3CB8}"/>
              </a:ext>
            </a:extLst>
          </p:cNvPr>
          <p:cNvGrpSpPr/>
          <p:nvPr/>
        </p:nvGrpSpPr>
        <p:grpSpPr>
          <a:xfrm>
            <a:off x="4359175" y="2634767"/>
            <a:ext cx="3606636" cy="1892476"/>
            <a:chOff x="4483000" y="1582231"/>
            <a:chExt cx="3476305" cy="1794598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F88C2F9-FB9E-29E2-C562-F94D0E76D444}"/>
                </a:ext>
              </a:extLst>
            </p:cNvPr>
            <p:cNvSpPr txBox="1"/>
            <p:nvPr/>
          </p:nvSpPr>
          <p:spPr>
            <a:xfrm>
              <a:off x="5570615" y="1582231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DESCRIPTION</a:t>
              </a: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6599603-27C5-F612-01E6-E68CBB403F5B}"/>
                </a:ext>
              </a:extLst>
            </p:cNvPr>
            <p:cNvGrpSpPr/>
            <p:nvPr/>
          </p:nvGrpSpPr>
          <p:grpSpPr>
            <a:xfrm>
              <a:off x="4483000" y="1851730"/>
              <a:ext cx="3476305" cy="1525099"/>
              <a:chOff x="6587519" y="1926047"/>
              <a:chExt cx="3039308" cy="1525099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3246EC12-885A-41A6-0477-2B7BB6C215E6}"/>
                  </a:ext>
                </a:extLst>
              </p:cNvPr>
              <p:cNvSpPr/>
              <p:nvPr/>
            </p:nvSpPr>
            <p:spPr>
              <a:xfrm>
                <a:off x="6587519" y="1926047"/>
                <a:ext cx="3039308" cy="1525099"/>
              </a:xfrm>
              <a:prstGeom prst="roundRect">
                <a:avLst>
                  <a:gd name="adj" fmla="val 633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68A98532-37D3-93D0-A306-A51B0F64F305}"/>
                  </a:ext>
                </a:extLst>
              </p:cNvPr>
              <p:cNvSpPr/>
              <p:nvPr/>
            </p:nvSpPr>
            <p:spPr>
              <a:xfrm>
                <a:off x="9507966" y="2896880"/>
                <a:ext cx="76200" cy="419952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Isosceles Triangle 52">
                <a:extLst>
                  <a:ext uri="{FF2B5EF4-FFF2-40B4-BE49-F238E27FC236}">
                    <a16:creationId xmlns:a16="http://schemas.microsoft.com/office/drawing/2014/main" id="{861619BB-486A-48B5-F53E-2E5496B52F06}"/>
                  </a:ext>
                </a:extLst>
              </p:cNvPr>
              <p:cNvSpPr/>
              <p:nvPr/>
            </p:nvSpPr>
            <p:spPr>
              <a:xfrm rot="10800000">
                <a:off x="9507966" y="3355220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Isosceles Triangle 53">
                <a:extLst>
                  <a:ext uri="{FF2B5EF4-FFF2-40B4-BE49-F238E27FC236}">
                    <a16:creationId xmlns:a16="http://schemas.microsoft.com/office/drawing/2014/main" id="{E1914995-131D-88EC-6664-68643EB1AABC}"/>
                  </a:ext>
                </a:extLst>
              </p:cNvPr>
              <p:cNvSpPr/>
              <p:nvPr/>
            </p:nvSpPr>
            <p:spPr>
              <a:xfrm rot="14465891">
                <a:off x="9506042" y="1982939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A1AF3C-B808-5145-0469-68E9A8D354D4}"/>
              </a:ext>
            </a:extLst>
          </p:cNvPr>
          <p:cNvGrpSpPr/>
          <p:nvPr/>
        </p:nvGrpSpPr>
        <p:grpSpPr>
          <a:xfrm>
            <a:off x="8111010" y="1668809"/>
            <a:ext cx="662697" cy="206688"/>
            <a:chOff x="4451258" y="4629033"/>
            <a:chExt cx="662697" cy="275797"/>
          </a:xfrm>
          <a:noFill/>
        </p:grpSpPr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439258C6-E2E7-88C0-6EC8-E977838DFCB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p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32C42D2E-E9FA-0B2E-4A6B-BCF26920822E}"/>
                </a:ext>
              </a:extLst>
            </p:cNvPr>
            <p:cNvSpPr txBox="1"/>
            <p:nvPr/>
          </p:nvSpPr>
          <p:spPr>
            <a:xfrm>
              <a:off x="4536013" y="4629033"/>
              <a:ext cx="577942" cy="21544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LOAD</a:t>
              </a:r>
            </a:p>
          </p:txBody>
        </p:sp>
      </p:grpSp>
      <p:sp>
        <p:nvSpPr>
          <p:cNvPr id="81" name="Oval 80">
            <a:extLst>
              <a:ext uri="{FF2B5EF4-FFF2-40B4-BE49-F238E27FC236}">
                <a16:creationId xmlns:a16="http://schemas.microsoft.com/office/drawing/2014/main" id="{B1380CE4-DEE4-AD40-0022-605A8CAD4AF7}"/>
              </a:ext>
            </a:extLst>
          </p:cNvPr>
          <p:cNvSpPr/>
          <p:nvPr/>
        </p:nvSpPr>
        <p:spPr>
          <a:xfrm>
            <a:off x="5930725" y="2170476"/>
            <a:ext cx="357036" cy="312954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23569B-A0A0-3447-786D-64726CF1B2EA}"/>
              </a:ext>
            </a:extLst>
          </p:cNvPr>
          <p:cNvSpPr txBox="1"/>
          <p:nvPr/>
        </p:nvSpPr>
        <p:spPr>
          <a:xfrm>
            <a:off x="7965811" y="2911736"/>
            <a:ext cx="558330" cy="342774"/>
          </a:xfrm>
          <a:prstGeom prst="rect">
            <a:avLst/>
          </a:prstGeom>
          <a:noFill/>
          <a:effectLst/>
        </p:spPr>
        <p:txBody>
          <a:bodyPr wrap="square" rtlCol="0">
            <a:noAutofit/>
          </a:bodyPr>
          <a:lstStyle/>
          <a:p>
            <a:pPr algn="ctr"/>
            <a:r>
              <a:rPr lang="en-GB" sz="12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894718C6-47C2-3C9A-5632-1E0A9B69C995}"/>
              </a:ext>
            </a:extLst>
          </p:cNvPr>
          <p:cNvSpPr/>
          <p:nvPr/>
        </p:nvSpPr>
        <p:spPr>
          <a:xfrm>
            <a:off x="8401376" y="2916665"/>
            <a:ext cx="3421760" cy="310681"/>
          </a:xfrm>
          <a:prstGeom prst="roundRect">
            <a:avLst>
              <a:gd name="adj" fmla="val 42249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5189BDA-507A-2334-0B60-AE2DE997B54D}"/>
              </a:ext>
            </a:extLst>
          </p:cNvPr>
          <p:cNvSpPr txBox="1"/>
          <p:nvPr/>
        </p:nvSpPr>
        <p:spPr>
          <a:xfrm>
            <a:off x="11589308" y="2937862"/>
            <a:ext cx="233828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12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8DF4BC1-0AB2-BDB2-F653-167ED8380248}"/>
              </a:ext>
            </a:extLst>
          </p:cNvPr>
          <p:cNvSpPr txBox="1"/>
          <p:nvPr/>
        </p:nvSpPr>
        <p:spPr>
          <a:xfrm>
            <a:off x="1998686" y="2614913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DETAILS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2AC84BF-A20B-CBAB-6814-55C544449592}"/>
              </a:ext>
            </a:extLst>
          </p:cNvPr>
          <p:cNvSpPr txBox="1"/>
          <p:nvPr/>
        </p:nvSpPr>
        <p:spPr>
          <a:xfrm>
            <a:off x="9069519" y="2681206"/>
            <a:ext cx="21701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OBJECTIVES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859BFB6-0AC5-66C3-97E8-B896AD59A9AE}"/>
              </a:ext>
            </a:extLst>
          </p:cNvPr>
          <p:cNvSpPr txBox="1"/>
          <p:nvPr/>
        </p:nvSpPr>
        <p:spPr>
          <a:xfrm>
            <a:off x="8442359" y="2993422"/>
            <a:ext cx="2370836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rgbClr val="00FF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EXPLAIN</a:t>
            </a:r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something…..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CB33908D-5E92-6430-3183-45251DE93406}"/>
              </a:ext>
            </a:extLst>
          </p:cNvPr>
          <p:cNvSpPr txBox="1"/>
          <p:nvPr/>
        </p:nvSpPr>
        <p:spPr>
          <a:xfrm>
            <a:off x="265122" y="3663817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5EF25CAE-DC7B-B358-6707-9157AB4D3358}"/>
              </a:ext>
            </a:extLst>
          </p:cNvPr>
          <p:cNvSpPr/>
          <p:nvPr/>
        </p:nvSpPr>
        <p:spPr>
          <a:xfrm>
            <a:off x="1127241" y="3645606"/>
            <a:ext cx="593287" cy="280333"/>
          </a:xfrm>
          <a:prstGeom prst="roundRect">
            <a:avLst>
              <a:gd name="adj" fmla="val 43156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13" name="Isosceles Triangle 112">
            <a:extLst>
              <a:ext uri="{FF2B5EF4-FFF2-40B4-BE49-F238E27FC236}">
                <a16:creationId xmlns:a16="http://schemas.microsoft.com/office/drawing/2014/main" id="{4C1C3D58-CAF8-82F8-7EA1-E826E6FFD204}"/>
              </a:ext>
            </a:extLst>
          </p:cNvPr>
          <p:cNvSpPr/>
          <p:nvPr/>
        </p:nvSpPr>
        <p:spPr>
          <a:xfrm rot="17976276">
            <a:off x="4023866" y="3371822"/>
            <a:ext cx="80048" cy="70810"/>
          </a:xfrm>
          <a:prstGeom prst="triangle">
            <a:avLst/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1197BF03-A98D-6F60-EDC6-B6DC5964F3D9}"/>
              </a:ext>
            </a:extLst>
          </p:cNvPr>
          <p:cNvCxnSpPr>
            <a:cxnSpLocks/>
          </p:cNvCxnSpPr>
          <p:nvPr/>
        </p:nvCxnSpPr>
        <p:spPr>
          <a:xfrm>
            <a:off x="1127241" y="4149052"/>
            <a:ext cx="2279988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1EEC41F0-6D34-365B-A40D-41DE6D5AD4C1}"/>
              </a:ext>
            </a:extLst>
          </p:cNvPr>
          <p:cNvSpPr/>
          <p:nvPr/>
        </p:nvSpPr>
        <p:spPr>
          <a:xfrm>
            <a:off x="1138128" y="4028163"/>
            <a:ext cx="107946" cy="263798"/>
          </a:xfrm>
          <a:prstGeom prst="roundRect">
            <a:avLst>
              <a:gd name="adj" fmla="val 48735"/>
            </a:avLst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50000"/>
                </a:schemeClr>
              </a:gs>
              <a:gs pos="97000">
                <a:schemeClr val="accent2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47EC70E-5762-69FA-0731-853723F76CB1}"/>
              </a:ext>
            </a:extLst>
          </p:cNvPr>
          <p:cNvSpPr txBox="1"/>
          <p:nvPr/>
        </p:nvSpPr>
        <p:spPr>
          <a:xfrm>
            <a:off x="254236" y="4389802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9AEDDD97-97E5-7A16-0D7D-E3C2DB827030}"/>
              </a:ext>
            </a:extLst>
          </p:cNvPr>
          <p:cNvCxnSpPr>
            <a:cxnSpLocks/>
          </p:cNvCxnSpPr>
          <p:nvPr/>
        </p:nvCxnSpPr>
        <p:spPr>
          <a:xfrm flipV="1">
            <a:off x="1127241" y="4517791"/>
            <a:ext cx="2279988" cy="1505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55DF5F15-129B-122F-AF84-895A93F2CE46}"/>
              </a:ext>
            </a:extLst>
          </p:cNvPr>
          <p:cNvSpPr/>
          <p:nvPr/>
        </p:nvSpPr>
        <p:spPr>
          <a:xfrm>
            <a:off x="1138128" y="4398407"/>
            <a:ext cx="107946" cy="263798"/>
          </a:xfrm>
          <a:prstGeom prst="roundRect">
            <a:avLst>
              <a:gd name="adj" fmla="val 48735"/>
            </a:avLst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50000"/>
                </a:schemeClr>
              </a:gs>
              <a:gs pos="97000">
                <a:schemeClr val="accent2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00FAE24D-4424-7CC2-AE9D-B69D6BBD82C1}"/>
              </a:ext>
            </a:extLst>
          </p:cNvPr>
          <p:cNvCxnSpPr>
            <a:cxnSpLocks/>
          </p:cNvCxnSpPr>
          <p:nvPr/>
        </p:nvCxnSpPr>
        <p:spPr>
          <a:xfrm>
            <a:off x="2194305" y="2788928"/>
            <a:ext cx="810025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7171829C-42B5-BB9E-6220-016C50DB9930}"/>
              </a:ext>
            </a:extLst>
          </p:cNvPr>
          <p:cNvSpPr txBox="1"/>
          <p:nvPr/>
        </p:nvSpPr>
        <p:spPr>
          <a:xfrm>
            <a:off x="1725928" y="3639206"/>
            <a:ext cx="233828" cy="276999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12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AFD7F31-2461-114B-258C-9772EC1DCCE8}"/>
              </a:ext>
            </a:extLst>
          </p:cNvPr>
          <p:cNvSpPr txBox="1"/>
          <p:nvPr/>
        </p:nvSpPr>
        <p:spPr>
          <a:xfrm>
            <a:off x="4157406" y="5407884"/>
            <a:ext cx="14838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Qualification: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CF4A169-1172-1DD1-B7D6-130C60866D4B}"/>
              </a:ext>
            </a:extLst>
          </p:cNvPr>
          <p:cNvGrpSpPr/>
          <p:nvPr/>
        </p:nvGrpSpPr>
        <p:grpSpPr>
          <a:xfrm>
            <a:off x="4233512" y="5156047"/>
            <a:ext cx="1001876" cy="225955"/>
            <a:chOff x="4354161" y="4805527"/>
            <a:chExt cx="873005" cy="225955"/>
          </a:xfrm>
        </p:grpSpPr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42DEE096-EDC7-CC2D-8D28-C96C8A8A9C25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ONLINE</a:t>
              </a:r>
            </a:p>
          </p:txBody>
        </p:sp>
        <p:sp>
          <p:nvSpPr>
            <p:cNvPr id="147" name="Rectangle: Rounded Corners 146">
              <a:extLst>
                <a:ext uri="{FF2B5EF4-FFF2-40B4-BE49-F238E27FC236}">
                  <a16:creationId xmlns:a16="http://schemas.microsoft.com/office/drawing/2014/main" id="{4C876D32-543B-4F46-5D47-7B4D0FE44979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0D61A3D-3ADF-501A-B4C6-CC87F314EA32}"/>
              </a:ext>
            </a:extLst>
          </p:cNvPr>
          <p:cNvGrpSpPr/>
          <p:nvPr/>
        </p:nvGrpSpPr>
        <p:grpSpPr>
          <a:xfrm>
            <a:off x="4959189" y="5156047"/>
            <a:ext cx="1001876" cy="225955"/>
            <a:chOff x="4354161" y="4805527"/>
            <a:chExt cx="873005" cy="225955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7B78D5AC-7BFA-8143-125C-A93D0EBF16CA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CLASSROOM</a:t>
              </a:r>
            </a:p>
          </p:txBody>
        </p:sp>
        <p:sp>
          <p:nvSpPr>
            <p:cNvPr id="152" name="Rectangle: Rounded Corners 151">
              <a:extLst>
                <a:ext uri="{FF2B5EF4-FFF2-40B4-BE49-F238E27FC236}">
                  <a16:creationId xmlns:a16="http://schemas.microsoft.com/office/drawing/2014/main" id="{C04F0D69-A19E-ECEB-8A91-ABC5A27441B4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A7FC9B2F-60FD-5FE1-2969-FD90273CC03D}"/>
              </a:ext>
            </a:extLst>
          </p:cNvPr>
          <p:cNvGrpSpPr/>
          <p:nvPr/>
        </p:nvGrpSpPr>
        <p:grpSpPr>
          <a:xfrm>
            <a:off x="5667403" y="5156717"/>
            <a:ext cx="1001876" cy="225955"/>
            <a:chOff x="4354161" y="4805527"/>
            <a:chExt cx="873005" cy="225955"/>
          </a:xfrm>
        </p:grpSpPr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B06F4F-0BFE-951A-DBB3-DF652C9B61AE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SEMINAR</a:t>
              </a:r>
            </a:p>
          </p:txBody>
        </p:sp>
        <p:sp>
          <p:nvSpPr>
            <p:cNvPr id="155" name="Rectangle: Rounded Corners 154">
              <a:extLst>
                <a:ext uri="{FF2B5EF4-FFF2-40B4-BE49-F238E27FC236}">
                  <a16:creationId xmlns:a16="http://schemas.microsoft.com/office/drawing/2014/main" id="{46253D83-FE8B-A601-FEFC-67CC603DB2A4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55437F4C-7D62-04DC-8058-68E35FAA9220}"/>
              </a:ext>
            </a:extLst>
          </p:cNvPr>
          <p:cNvGrpSpPr/>
          <p:nvPr/>
        </p:nvGrpSpPr>
        <p:grpSpPr>
          <a:xfrm>
            <a:off x="6366683" y="5157353"/>
            <a:ext cx="1001876" cy="225955"/>
            <a:chOff x="4354161" y="4805527"/>
            <a:chExt cx="873005" cy="225955"/>
          </a:xfrm>
        </p:grpSpPr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A9B7C552-711B-E4C5-B478-344786514E25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HYBRID</a:t>
              </a:r>
            </a:p>
          </p:txBody>
        </p:sp>
        <p:sp>
          <p:nvSpPr>
            <p:cNvPr id="158" name="Rectangle: Rounded Corners 157">
              <a:extLst>
                <a:ext uri="{FF2B5EF4-FFF2-40B4-BE49-F238E27FC236}">
                  <a16:creationId xmlns:a16="http://schemas.microsoft.com/office/drawing/2014/main" id="{74C8A966-DBCD-79FF-8DAB-283469178101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ECE07D3-E3C2-B4C1-2F0D-17293D48B4F8}"/>
              </a:ext>
            </a:extLst>
          </p:cNvPr>
          <p:cNvGrpSpPr/>
          <p:nvPr/>
        </p:nvGrpSpPr>
        <p:grpSpPr>
          <a:xfrm>
            <a:off x="7058380" y="5157353"/>
            <a:ext cx="1001876" cy="225955"/>
            <a:chOff x="4354161" y="4805527"/>
            <a:chExt cx="873005" cy="225955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1C47ED5E-2364-2B58-621B-CA22A46D83EF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SELF STUDY</a:t>
              </a:r>
            </a:p>
          </p:txBody>
        </p:sp>
        <p:sp>
          <p:nvSpPr>
            <p:cNvPr id="161" name="Rectangle: Rounded Corners 160">
              <a:extLst>
                <a:ext uri="{FF2B5EF4-FFF2-40B4-BE49-F238E27FC236}">
                  <a16:creationId xmlns:a16="http://schemas.microsoft.com/office/drawing/2014/main" id="{4058362F-1213-E1A5-CF0A-4F71D4282029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162" name="Rectangle: Rounded Corners 161">
            <a:extLst>
              <a:ext uri="{FF2B5EF4-FFF2-40B4-BE49-F238E27FC236}">
                <a16:creationId xmlns:a16="http://schemas.microsoft.com/office/drawing/2014/main" id="{F2B10ED3-BA31-2A35-2BD2-6C8C4F5CD2B6}"/>
              </a:ext>
            </a:extLst>
          </p:cNvPr>
          <p:cNvSpPr/>
          <p:nvPr/>
        </p:nvSpPr>
        <p:spPr>
          <a:xfrm rot="5400000">
            <a:off x="4831403" y="5577927"/>
            <a:ext cx="107946" cy="263798"/>
          </a:xfrm>
          <a:prstGeom prst="roundRect">
            <a:avLst>
              <a:gd name="adj" fmla="val 48735"/>
            </a:avLst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50000"/>
                </a:schemeClr>
              </a:gs>
              <a:gs pos="97000">
                <a:schemeClr val="accent2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33EBF6D5-2427-8021-437D-0AAE04354E2E}"/>
              </a:ext>
            </a:extLst>
          </p:cNvPr>
          <p:cNvSpPr/>
          <p:nvPr/>
        </p:nvSpPr>
        <p:spPr>
          <a:xfrm rot="5400000">
            <a:off x="6057748" y="5577927"/>
            <a:ext cx="107946" cy="263798"/>
          </a:xfrm>
          <a:prstGeom prst="roundRect">
            <a:avLst>
              <a:gd name="adj" fmla="val 48735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64" name="Rectangle: Rounded Corners 163">
            <a:extLst>
              <a:ext uri="{FF2B5EF4-FFF2-40B4-BE49-F238E27FC236}">
                <a16:creationId xmlns:a16="http://schemas.microsoft.com/office/drawing/2014/main" id="{87723603-CF70-F451-5D3A-575999215B5A}"/>
              </a:ext>
            </a:extLst>
          </p:cNvPr>
          <p:cNvSpPr/>
          <p:nvPr/>
        </p:nvSpPr>
        <p:spPr>
          <a:xfrm rot="5400000">
            <a:off x="7282356" y="5577927"/>
            <a:ext cx="107946" cy="263798"/>
          </a:xfrm>
          <a:prstGeom prst="roundRect">
            <a:avLst>
              <a:gd name="adj" fmla="val 48735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1CF08CC3-C51B-E115-3F92-072170F600B0}"/>
              </a:ext>
            </a:extLst>
          </p:cNvPr>
          <p:cNvSpPr txBox="1"/>
          <p:nvPr/>
        </p:nvSpPr>
        <p:spPr>
          <a:xfrm>
            <a:off x="5381438" y="5408255"/>
            <a:ext cx="14838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Accredited: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0A08CB36-B596-332C-59E2-DB98914EE201}"/>
              </a:ext>
            </a:extLst>
          </p:cNvPr>
          <p:cNvSpPr txBox="1"/>
          <p:nvPr/>
        </p:nvSpPr>
        <p:spPr>
          <a:xfrm>
            <a:off x="6802096" y="5414276"/>
            <a:ext cx="10684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Certified:</a:t>
            </a:r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D97DC10A-0074-076D-C007-2FA500DDAA1C}"/>
              </a:ext>
            </a:extLst>
          </p:cNvPr>
          <p:cNvGrpSpPr/>
          <p:nvPr/>
        </p:nvGrpSpPr>
        <p:grpSpPr>
          <a:xfrm>
            <a:off x="3371296" y="4409655"/>
            <a:ext cx="1001876" cy="225955"/>
            <a:chOff x="4354161" y="4805527"/>
            <a:chExt cx="873005" cy="225955"/>
          </a:xfrm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D3B9EEF6-967E-2A42-C7E5-11E9D6E41481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AWARENESS</a:t>
              </a:r>
            </a:p>
          </p:txBody>
        </p:sp>
        <p:sp>
          <p:nvSpPr>
            <p:cNvPr id="174" name="Rectangle: Rounded Corners 173">
              <a:extLst>
                <a:ext uri="{FF2B5EF4-FFF2-40B4-BE49-F238E27FC236}">
                  <a16:creationId xmlns:a16="http://schemas.microsoft.com/office/drawing/2014/main" id="{A56AEA20-AF02-5455-E736-583BB27468D6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177" name="TextBox 176">
            <a:extLst>
              <a:ext uri="{FF2B5EF4-FFF2-40B4-BE49-F238E27FC236}">
                <a16:creationId xmlns:a16="http://schemas.microsoft.com/office/drawing/2014/main" id="{8BD11A2D-751F-E2B6-7478-A41034A95ED0}"/>
              </a:ext>
            </a:extLst>
          </p:cNvPr>
          <p:cNvSpPr txBox="1"/>
          <p:nvPr/>
        </p:nvSpPr>
        <p:spPr>
          <a:xfrm>
            <a:off x="254236" y="4755510"/>
            <a:ext cx="8730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15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Seniority:</a:t>
            </a:r>
          </a:p>
        </p:txBody>
      </p: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A514288F-332F-3B98-E20D-2DA924D32DB3}"/>
              </a:ext>
            </a:extLst>
          </p:cNvPr>
          <p:cNvGrpSpPr/>
          <p:nvPr/>
        </p:nvGrpSpPr>
        <p:grpSpPr>
          <a:xfrm>
            <a:off x="3371296" y="4775363"/>
            <a:ext cx="1001876" cy="225955"/>
            <a:chOff x="4354161" y="4805527"/>
            <a:chExt cx="873005" cy="225955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8FF3F9F6-4B8F-92BB-5549-06DBA7CF0FB3}"/>
                </a:ext>
              </a:extLst>
            </p:cNvPr>
            <p:cNvSpPr txBox="1"/>
            <p:nvPr/>
          </p:nvSpPr>
          <p:spPr>
            <a:xfrm>
              <a:off x="4354161" y="4833677"/>
              <a:ext cx="873005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JUNIOR</a:t>
              </a:r>
            </a:p>
          </p:txBody>
        </p:sp>
        <p:sp>
          <p:nvSpPr>
            <p:cNvPr id="182" name="Rectangle: Rounded Corners 181">
              <a:extLst>
                <a:ext uri="{FF2B5EF4-FFF2-40B4-BE49-F238E27FC236}">
                  <a16:creationId xmlns:a16="http://schemas.microsoft.com/office/drawing/2014/main" id="{556670ED-ADA6-E4EB-8A39-F39A082992AA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CC77519C-B0AC-1ECC-090A-25F390D90A6E}"/>
              </a:ext>
            </a:extLst>
          </p:cNvPr>
          <p:cNvGrpSpPr/>
          <p:nvPr/>
        </p:nvGrpSpPr>
        <p:grpSpPr>
          <a:xfrm>
            <a:off x="1127241" y="4883499"/>
            <a:ext cx="2279988" cy="1505"/>
            <a:chOff x="1127241" y="4860639"/>
            <a:chExt cx="2279988" cy="1505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78AE643-ED51-472C-0121-2CA0456196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7241" y="4860639"/>
              <a:ext cx="2279988" cy="1505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23000">
                    <a:schemeClr val="accent3">
                      <a:lumMod val="89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971FC4DA-F7E0-00C3-5948-8F542285A02E}"/>
                </a:ext>
              </a:extLst>
            </p:cNvPr>
            <p:cNvCxnSpPr>
              <a:cxnSpLocks/>
            </p:cNvCxnSpPr>
            <p:nvPr/>
          </p:nvCxnSpPr>
          <p:spPr>
            <a:xfrm>
              <a:off x="3152160" y="4860639"/>
              <a:ext cx="255069" cy="0"/>
            </a:xfrm>
            <a:prstGeom prst="line">
              <a:avLst/>
            </a:prstGeom>
            <a:ln w="15875">
              <a:solidFill>
                <a:schemeClr val="accent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E798AAA3-7159-E27B-42CB-CB0B4613A3D5}"/>
              </a:ext>
            </a:extLst>
          </p:cNvPr>
          <p:cNvSpPr/>
          <p:nvPr/>
        </p:nvSpPr>
        <p:spPr>
          <a:xfrm>
            <a:off x="1138128" y="4764115"/>
            <a:ext cx="107946" cy="263798"/>
          </a:xfrm>
          <a:prstGeom prst="roundRect">
            <a:avLst>
              <a:gd name="adj" fmla="val 48735"/>
            </a:avLst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50000"/>
                </a:schemeClr>
              </a:gs>
              <a:gs pos="97000">
                <a:schemeClr val="accent2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D937F7EE-6888-E77F-13BC-7656F382F508}"/>
              </a:ext>
            </a:extLst>
          </p:cNvPr>
          <p:cNvGrpSpPr/>
          <p:nvPr/>
        </p:nvGrpSpPr>
        <p:grpSpPr>
          <a:xfrm>
            <a:off x="3339397" y="4042305"/>
            <a:ext cx="1001876" cy="225955"/>
            <a:chOff x="4326366" y="4805527"/>
            <a:chExt cx="873005" cy="225955"/>
          </a:xfrm>
        </p:grpSpPr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A1297A39-6741-102A-F88A-AA7197B24BE3}"/>
                </a:ext>
              </a:extLst>
            </p:cNvPr>
            <p:cNvSpPr txBox="1"/>
            <p:nvPr/>
          </p:nvSpPr>
          <p:spPr>
            <a:xfrm>
              <a:off x="4326366" y="4826057"/>
              <a:ext cx="873005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 DAYS</a:t>
              </a:r>
            </a:p>
          </p:txBody>
        </p:sp>
        <p:sp>
          <p:nvSpPr>
            <p:cNvPr id="188" name="Rectangle: Rounded Corners 187">
              <a:extLst>
                <a:ext uri="{FF2B5EF4-FFF2-40B4-BE49-F238E27FC236}">
                  <a16:creationId xmlns:a16="http://schemas.microsoft.com/office/drawing/2014/main" id="{73B83D8C-0487-95BF-90B1-CE6382B500A5}"/>
                </a:ext>
              </a:extLst>
            </p:cNvPr>
            <p:cNvSpPr/>
            <p:nvPr/>
          </p:nvSpPr>
          <p:spPr>
            <a:xfrm>
              <a:off x="4499130" y="4805527"/>
              <a:ext cx="543715" cy="225955"/>
            </a:xfrm>
            <a:prstGeom prst="roundRect">
              <a:avLst>
                <a:gd name="adj" fmla="val 48408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6E45C0B-7691-C323-671C-76AC66B79E9F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77DB529B-6A00-4291-E4F4-C4B22C2F36E3}"/>
              </a:ext>
            </a:extLst>
          </p:cNvPr>
          <p:cNvSpPr/>
          <p:nvPr/>
        </p:nvSpPr>
        <p:spPr>
          <a:xfrm rot="17976276">
            <a:off x="4023866" y="4103014"/>
            <a:ext cx="80048" cy="70810"/>
          </a:xfrm>
          <a:prstGeom prst="triangle">
            <a:avLst/>
          </a:prstGeom>
          <a:gradFill flip="none" rotWithShape="1">
            <a:gsLst>
              <a:gs pos="0">
                <a:schemeClr val="accent2">
                  <a:lumMod val="89000"/>
                </a:schemeClr>
              </a:gs>
              <a:gs pos="23000">
                <a:schemeClr val="accent2">
                  <a:lumMod val="89000"/>
                </a:schemeClr>
              </a:gs>
              <a:gs pos="69000">
                <a:schemeClr val="accent2">
                  <a:lumMod val="75000"/>
                </a:schemeClr>
              </a:gs>
              <a:gs pos="97000">
                <a:schemeClr val="accent2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2010322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96000">
              <a:srgbClr val="1F1A1A"/>
            </a:gs>
            <a:gs pos="68000">
              <a:srgbClr val="110D0D"/>
            </a:gs>
            <a:gs pos="14000">
              <a:srgbClr val="2D2626"/>
            </a:gs>
            <a:gs pos="0">
              <a:schemeClr val="bg2">
                <a:lumMod val="25000"/>
              </a:schemeClr>
            </a:gs>
          </a:gsLst>
          <a:path path="rect">
            <a:fillToRect l="100000" t="100000"/>
          </a:path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EE31FA-E619-8B44-C854-9B7BA683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AFE3191C-C525-FD59-CC64-BAC03992502D}"/>
              </a:ext>
            </a:extLst>
          </p:cNvPr>
          <p:cNvGrpSpPr/>
          <p:nvPr/>
        </p:nvGrpSpPr>
        <p:grpSpPr>
          <a:xfrm>
            <a:off x="438741" y="2465576"/>
            <a:ext cx="2335093" cy="339810"/>
            <a:chOff x="389061" y="2849811"/>
            <a:chExt cx="2335093" cy="532583"/>
          </a:xfrm>
        </p:grpSpPr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6E8C3278-D9BB-2A93-B99C-C988019AA539}"/>
                </a:ext>
              </a:extLst>
            </p:cNvPr>
            <p:cNvSpPr txBox="1"/>
            <p:nvPr/>
          </p:nvSpPr>
          <p:spPr>
            <a:xfrm>
              <a:off x="601928" y="3044729"/>
              <a:ext cx="2094557" cy="337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400" spc="200" dirty="0">
                  <a:solidFill>
                    <a:srgbClr val="FF6600">
                      <a:alpha val="46000"/>
                    </a:srgb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3.1.1</a:t>
              </a:r>
              <a:r>
                <a:rPr lang="en-GB" sz="400" spc="200" dirty="0">
                  <a:solidFill>
                    <a:schemeClr val="bg1">
                      <a:lumMod val="95000"/>
                      <a:alpha val="46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 </a:t>
              </a:r>
              <a:r>
                <a:rPr lang="en-GB" sz="400" spc="200" dirty="0">
                  <a:solidFill>
                    <a:schemeClr val="bg1">
                      <a:lumMod val="50000"/>
                      <a:alpha val="46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Subtopic 1, L11</a:t>
              </a:r>
              <a:r>
                <a:rPr lang="en-GB" sz="400" spc="200" dirty="0">
                  <a:solidFill>
                    <a:schemeClr val="bg1">
                      <a:lumMod val="95000"/>
                      <a:alpha val="46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	 </a:t>
              </a:r>
            </a:p>
            <a:p>
              <a:r>
                <a:rPr lang="en-GB" sz="400" spc="200" dirty="0">
                  <a:solidFill>
                    <a:srgbClr val="FF6600">
                      <a:alpha val="46000"/>
                    </a:srgb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3.1.2</a:t>
              </a:r>
              <a:r>
                <a:rPr lang="en-GB" sz="400" spc="200" dirty="0">
                  <a:solidFill>
                    <a:schemeClr val="bg1">
                      <a:lumMod val="95000"/>
                      <a:alpha val="46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 </a:t>
              </a:r>
              <a:r>
                <a:rPr lang="en-GB" sz="400" spc="200" dirty="0">
                  <a:solidFill>
                    <a:schemeClr val="bg1">
                      <a:lumMod val="50000"/>
                      <a:alpha val="46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Subtopic 2, L11</a:t>
              </a:r>
              <a:r>
                <a:rPr lang="en-GB" sz="400" spc="200" dirty="0">
                  <a:solidFill>
                    <a:schemeClr val="bg1">
                      <a:lumMod val="95000"/>
                      <a:alpha val="46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	</a:t>
              </a: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0DA5EEC0-894D-FFAD-5808-9BE4130A551C}"/>
                </a:ext>
              </a:extLst>
            </p:cNvPr>
            <p:cNvSpPr txBox="1"/>
            <p:nvPr/>
          </p:nvSpPr>
          <p:spPr>
            <a:xfrm>
              <a:off x="389061" y="3028757"/>
              <a:ext cx="1010165" cy="289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400" spc="200" dirty="0">
                  <a:solidFill>
                    <a:srgbClr val="FF6600">
                      <a:alpha val="46000"/>
                    </a:srgb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SUBTOPIC </a:t>
              </a:r>
              <a:r>
                <a:rPr lang="en-GB" sz="600" spc="200" dirty="0">
                  <a:solidFill>
                    <a:srgbClr val="FF6600">
                      <a:alpha val="46000"/>
                    </a:srgb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  <a:endParaRPr lang="en-GB" sz="400" spc="200" dirty="0">
                <a:solidFill>
                  <a:srgbClr val="FF6600">
                    <a:alpha val="46000"/>
                  </a:srgb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BE6F5F90-0D70-39C1-3E5B-C9966425311E}"/>
                </a:ext>
              </a:extLst>
            </p:cNvPr>
            <p:cNvSpPr/>
            <p:nvPr/>
          </p:nvSpPr>
          <p:spPr>
            <a:xfrm>
              <a:off x="525754" y="2849811"/>
              <a:ext cx="2198400" cy="524467"/>
            </a:xfrm>
            <a:prstGeom prst="roundRect">
              <a:avLst>
                <a:gd name="adj" fmla="val 22364"/>
              </a:avLst>
            </a:prstGeom>
            <a:noFill/>
            <a:ln w="3175" cap="sq" cmpd="dbl">
              <a:solidFill>
                <a:srgbClr val="FF6600">
                  <a:alpha val="86000"/>
                </a:srgb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chemeClr val="lt1">
                    <a:alpha val="46000"/>
                  </a:schemeClr>
                </a:solidFill>
                <a:latin typeface="Candara" panose="020E0502030303020204" pitchFamily="34" charset="0"/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9759E86-CA38-1875-80F2-C18BBC49D709}"/>
              </a:ext>
            </a:extLst>
          </p:cNvPr>
          <p:cNvGrpSpPr/>
          <p:nvPr/>
        </p:nvGrpSpPr>
        <p:grpSpPr>
          <a:xfrm>
            <a:off x="575434" y="3317599"/>
            <a:ext cx="2189816" cy="378521"/>
            <a:chOff x="534338" y="3859781"/>
            <a:chExt cx="2189816" cy="437369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11661DE-248F-50AA-FF99-3EB95D7927D7}"/>
                </a:ext>
              </a:extLst>
            </p:cNvPr>
            <p:cNvSpPr txBox="1"/>
            <p:nvPr/>
          </p:nvSpPr>
          <p:spPr>
            <a:xfrm>
              <a:off x="579843" y="3984458"/>
              <a:ext cx="2094557" cy="284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3.1.1</a:t>
              </a:r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 Subtopic 1, L11	 </a:t>
              </a:r>
            </a:p>
            <a:p>
              <a:r>
                <a:rPr lang="en-GB" sz="5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3.1.2</a:t>
              </a:r>
              <a:r>
                <a:rPr lang="en-GB" sz="5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 Subtopic 2, L11	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DB54135-426E-7BEA-DDED-4731784CA072}"/>
                </a:ext>
              </a:extLst>
            </p:cNvPr>
            <p:cNvSpPr txBox="1"/>
            <p:nvPr/>
          </p:nvSpPr>
          <p:spPr>
            <a:xfrm>
              <a:off x="584324" y="3859781"/>
              <a:ext cx="1010165" cy="231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5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SUBTOPIC </a:t>
              </a:r>
              <a:r>
                <a:rPr lang="en-GB" sz="7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  <a:endParaRPr lang="en-GB" sz="5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60ABF86D-F334-BA1B-6229-094147462559}"/>
                </a:ext>
              </a:extLst>
            </p:cNvPr>
            <p:cNvSpPr/>
            <p:nvPr/>
          </p:nvSpPr>
          <p:spPr>
            <a:xfrm>
              <a:off x="534338" y="3861746"/>
              <a:ext cx="2189816" cy="435404"/>
            </a:xfrm>
            <a:prstGeom prst="roundRect">
              <a:avLst>
                <a:gd name="adj" fmla="val 24180"/>
              </a:avLst>
            </a:prstGeom>
            <a:noFill/>
            <a:ln w="3175" cap="sq" cmpd="dbl">
              <a:solidFill>
                <a:srgbClr val="FF6600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A76E0489-182E-9F28-A937-C5FCB48A0DCF}"/>
              </a:ext>
            </a:extLst>
          </p:cNvPr>
          <p:cNvSpPr/>
          <p:nvPr/>
        </p:nvSpPr>
        <p:spPr>
          <a:xfrm>
            <a:off x="445007" y="2979783"/>
            <a:ext cx="2313530" cy="294088"/>
          </a:xfrm>
          <a:prstGeom prst="roundRect">
            <a:avLst>
              <a:gd name="adj" fmla="val 30900"/>
            </a:avLst>
          </a:prstGeom>
          <a:solidFill>
            <a:schemeClr val="bg2">
              <a:lumMod val="10000"/>
            </a:schemeClr>
          </a:solidFill>
          <a:ln w="6350" cap="sq" cmpd="dbl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ndara" panose="020E05020303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A46871-C786-53EA-64E2-6F24CD2DAA76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63844A-02F6-D1E3-2D5C-DF8F07E3977E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HUMINT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5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1820B9-206F-7DF5-1452-B256FBFA57FD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AEA21B0-32DD-7E2A-9D67-136173A00790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7C5087CF-E0E6-9F0A-2DDF-6C1C03336051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80087F4-D349-F9F5-A515-A61C3140E963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D01536BF-18D1-B603-37AF-AF475AFCD3EB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76C344E4-2422-C469-B650-A7F10F1C54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576CA35F-3F7B-AA76-810E-C9CC29FAA5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3B181AC-4468-A61B-8A0A-771E038DF045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788082E-28EC-9ADC-BCFF-FE7FB51A3BD0}"/>
              </a:ext>
            </a:extLst>
          </p:cNvPr>
          <p:cNvSpPr txBox="1"/>
          <p:nvPr/>
        </p:nvSpPr>
        <p:spPr>
          <a:xfrm>
            <a:off x="4799021" y="57746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717CE6-56F8-879E-2848-B46F7B64AD53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0774E12-4103-85C2-EA48-A619945D2D52}"/>
              </a:ext>
            </a:extLst>
          </p:cNvPr>
          <p:cNvCxnSpPr/>
          <p:nvPr/>
        </p:nvCxnSpPr>
        <p:spPr>
          <a:xfrm>
            <a:off x="243232" y="923258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C395C89B-0A37-499F-0B11-26C97AA7C277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13C39D6-CD5D-4579-AE7C-9AF5B8E545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3FF8835-5F5A-2DF1-D4A4-17AC3F223EE5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E7647F3-8643-D5E0-3A2D-F2FADA38951D}"/>
              </a:ext>
            </a:extLst>
          </p:cNvPr>
          <p:cNvGrpSpPr/>
          <p:nvPr/>
        </p:nvGrpSpPr>
        <p:grpSpPr>
          <a:xfrm>
            <a:off x="774432" y="6080039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0C4749E-9E83-7EDF-F897-E01F9DA1638F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56D858F-D7CD-67E6-7B03-B3D40939DA31}"/>
                </a:ext>
              </a:extLst>
            </p:cNvPr>
            <p:cNvSpPr txBox="1"/>
            <p:nvPr/>
          </p:nvSpPr>
          <p:spPr>
            <a:xfrm>
              <a:off x="267137" y="6090963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5E9F5134-624B-E62A-4A00-88D0BF0B3754}"/>
              </a:ext>
            </a:extLst>
          </p:cNvPr>
          <p:cNvSpPr txBox="1"/>
          <p:nvPr/>
        </p:nvSpPr>
        <p:spPr>
          <a:xfrm>
            <a:off x="562186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CE4873-3F07-73B3-C225-4CC01905D334}"/>
              </a:ext>
            </a:extLst>
          </p:cNvPr>
          <p:cNvSpPr txBox="1"/>
          <p:nvPr/>
        </p:nvSpPr>
        <p:spPr>
          <a:xfrm>
            <a:off x="274116" y="1429584"/>
            <a:ext cx="2640157" cy="278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900" spc="300" dirty="0">
                <a:solidFill>
                  <a:schemeClr val="bg1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 MODULE: 1 &gt;    </a:t>
            </a:r>
            <a:r>
              <a:rPr lang="en-GB" sz="9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 WEEK: 1 &gt;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CB12791-0A81-78C3-3BAD-E5D188FA04B2}"/>
              </a:ext>
            </a:extLst>
          </p:cNvPr>
          <p:cNvSpPr/>
          <p:nvPr/>
        </p:nvSpPr>
        <p:spPr>
          <a:xfrm>
            <a:off x="5987348" y="5631900"/>
            <a:ext cx="242905" cy="204988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2CA6510F-3B7E-F673-BFDC-9BAAE6A2952D}"/>
              </a:ext>
            </a:extLst>
          </p:cNvPr>
          <p:cNvGrpSpPr/>
          <p:nvPr/>
        </p:nvGrpSpPr>
        <p:grpSpPr>
          <a:xfrm>
            <a:off x="11360271" y="6149091"/>
            <a:ext cx="662697" cy="205404"/>
            <a:chOff x="4451258" y="4630747"/>
            <a:chExt cx="662697" cy="274083"/>
          </a:xfrm>
        </p:grpSpPr>
        <p:sp>
          <p:nvSpPr>
            <p:cNvPr id="209" name="Rectangle: Rounded Corners 208">
              <a:extLst>
                <a:ext uri="{FF2B5EF4-FFF2-40B4-BE49-F238E27FC236}">
                  <a16:creationId xmlns:a16="http://schemas.microsoft.com/office/drawing/2014/main" id="{CFF1679A-DAD2-88D8-BCD2-6D04598A276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solidFill>
              <a:srgbClr val="FF6600"/>
            </a:soli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BA019727-6B02-4E71-8240-695EC921B1D9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BDC29E89-A6BC-0A53-AB8F-D28544F69413}"/>
              </a:ext>
            </a:extLst>
          </p:cNvPr>
          <p:cNvGrpSpPr/>
          <p:nvPr/>
        </p:nvGrpSpPr>
        <p:grpSpPr>
          <a:xfrm>
            <a:off x="9825999" y="6149086"/>
            <a:ext cx="706140" cy="204727"/>
            <a:chOff x="4451258" y="4631650"/>
            <a:chExt cx="706140" cy="273180"/>
          </a:xfrm>
        </p:grpSpPr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8DFBA600-31EC-E174-BF49-5098D3957F0B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  <p:sp>
          <p:nvSpPr>
            <p:cNvPr id="213" name="Rectangle: Rounded Corners 212">
              <a:extLst>
                <a:ext uri="{FF2B5EF4-FFF2-40B4-BE49-F238E27FC236}">
                  <a16:creationId xmlns:a16="http://schemas.microsoft.com/office/drawing/2014/main" id="{25CBD2A1-1434-0C0A-3B6B-47B0F49822D4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8163A1EB-FB79-E0EF-59DC-33340FBEE8AD}"/>
              </a:ext>
            </a:extLst>
          </p:cNvPr>
          <p:cNvGrpSpPr/>
          <p:nvPr/>
        </p:nvGrpSpPr>
        <p:grpSpPr>
          <a:xfrm>
            <a:off x="10598477" y="6149086"/>
            <a:ext cx="691564" cy="204727"/>
            <a:chOff x="4451258" y="4631650"/>
            <a:chExt cx="691564" cy="273180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84D48B0B-E4F4-30D9-4720-B8D6266178BC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  <p:sp>
          <p:nvSpPr>
            <p:cNvPr id="216" name="Rectangle: Rounded Corners 215">
              <a:extLst>
                <a:ext uri="{FF2B5EF4-FFF2-40B4-BE49-F238E27FC236}">
                  <a16:creationId xmlns:a16="http://schemas.microsoft.com/office/drawing/2014/main" id="{EA515568-D9C1-A0C2-05AB-9079CB426239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391" name="TextBox 390">
            <a:extLst>
              <a:ext uri="{FF2B5EF4-FFF2-40B4-BE49-F238E27FC236}">
                <a16:creationId xmlns:a16="http://schemas.microsoft.com/office/drawing/2014/main" id="{00589935-6D79-FB43-E88E-6F868140E8B4}"/>
              </a:ext>
            </a:extLst>
          </p:cNvPr>
          <p:cNvSpPr txBox="1"/>
          <p:nvPr/>
        </p:nvSpPr>
        <p:spPr>
          <a:xfrm rot="10800000">
            <a:off x="11835176" y="5469291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AB66328-C326-1D70-4691-8CF74841F967}"/>
              </a:ext>
            </a:extLst>
          </p:cNvPr>
          <p:cNvSpPr/>
          <p:nvPr/>
        </p:nvSpPr>
        <p:spPr>
          <a:xfrm>
            <a:off x="105619" y="6051324"/>
            <a:ext cx="545989" cy="429981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2CD8183-0AF2-24C4-E628-337E66D0BCCB}"/>
              </a:ext>
            </a:extLst>
          </p:cNvPr>
          <p:cNvGrpSpPr/>
          <p:nvPr/>
        </p:nvGrpSpPr>
        <p:grpSpPr>
          <a:xfrm>
            <a:off x="3757035" y="1838189"/>
            <a:ext cx="7745444" cy="3157549"/>
            <a:chOff x="1692426" y="1825331"/>
            <a:chExt cx="9201019" cy="3157549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C47E495A-6340-7569-B8E0-DF28177A6C91}"/>
                </a:ext>
              </a:extLst>
            </p:cNvPr>
            <p:cNvSpPr/>
            <p:nvPr/>
          </p:nvSpPr>
          <p:spPr>
            <a:xfrm>
              <a:off x="1699401" y="1825331"/>
              <a:ext cx="9194040" cy="605486"/>
            </a:xfrm>
            <a:prstGeom prst="roundRect">
              <a:avLst>
                <a:gd name="adj" fmla="val 11226"/>
              </a:avLst>
            </a:prstGeom>
            <a:noFill/>
            <a:ln w="3175">
              <a:solidFill>
                <a:schemeClr val="bg1">
                  <a:lumMod val="95000"/>
                </a:schemeClr>
              </a:solidFill>
            </a:ln>
            <a:effectLst>
              <a:glow rad="25400">
                <a:schemeClr val="bg1"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4C51E747-6622-243E-7B46-2318528D7B60}"/>
                </a:ext>
              </a:extLst>
            </p:cNvPr>
            <p:cNvSpPr/>
            <p:nvPr/>
          </p:nvSpPr>
          <p:spPr>
            <a:xfrm>
              <a:off x="1699401" y="2458576"/>
              <a:ext cx="9194041" cy="605486"/>
            </a:xfrm>
            <a:prstGeom prst="roundRect">
              <a:avLst>
                <a:gd name="adj" fmla="val 11226"/>
              </a:avLst>
            </a:prstGeom>
            <a:noFill/>
            <a:ln w="635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0AE8C857-5B9D-77D4-07A0-2C8690250F3C}"/>
                </a:ext>
              </a:extLst>
            </p:cNvPr>
            <p:cNvSpPr/>
            <p:nvPr/>
          </p:nvSpPr>
          <p:spPr>
            <a:xfrm>
              <a:off x="1692427" y="3077634"/>
              <a:ext cx="9194041" cy="605486"/>
            </a:xfrm>
            <a:prstGeom prst="roundRect">
              <a:avLst>
                <a:gd name="adj" fmla="val 11226"/>
              </a:avLst>
            </a:prstGeom>
            <a:noFill/>
            <a:ln w="6350" cmpd="sng">
              <a:solidFill>
                <a:srgbClr val="FF66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D6B0DF5C-CD9E-8321-A5F0-BA1CEC37A3AB}"/>
                </a:ext>
              </a:extLst>
            </p:cNvPr>
            <p:cNvSpPr/>
            <p:nvPr/>
          </p:nvSpPr>
          <p:spPr>
            <a:xfrm>
              <a:off x="1692426" y="3731204"/>
              <a:ext cx="9194041" cy="605486"/>
            </a:xfrm>
            <a:prstGeom prst="roundRect">
              <a:avLst>
                <a:gd name="adj" fmla="val 11226"/>
              </a:avLst>
            </a:prstGeom>
            <a:noFill/>
            <a:ln w="3175" cmpd="sng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594FD7F8-0567-EBA1-DDF3-4FF5595BE1DA}"/>
                </a:ext>
              </a:extLst>
            </p:cNvPr>
            <p:cNvSpPr/>
            <p:nvPr/>
          </p:nvSpPr>
          <p:spPr>
            <a:xfrm>
              <a:off x="1699403" y="4377394"/>
              <a:ext cx="9194042" cy="605486"/>
            </a:xfrm>
            <a:prstGeom prst="roundRect">
              <a:avLst>
                <a:gd name="adj" fmla="val 11226"/>
              </a:avLst>
            </a:prstGeom>
            <a:noFill/>
            <a:ln w="3175" cmpd="sng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2597173F-2599-1F5D-D8D5-714F8B833459}"/>
              </a:ext>
            </a:extLst>
          </p:cNvPr>
          <p:cNvSpPr txBox="1"/>
          <p:nvPr/>
        </p:nvSpPr>
        <p:spPr>
          <a:xfrm>
            <a:off x="10724689" y="1531836"/>
            <a:ext cx="83509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9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14:00 </a:t>
            </a:r>
            <a:r>
              <a:rPr lang="en-GB" sz="9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  <a:endParaRPr lang="en-GB" sz="8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977F3D8-0302-7754-D78D-058F3462444F}"/>
              </a:ext>
            </a:extLst>
          </p:cNvPr>
          <p:cNvSpPr/>
          <p:nvPr/>
        </p:nvSpPr>
        <p:spPr>
          <a:xfrm>
            <a:off x="10825761" y="1554092"/>
            <a:ext cx="662697" cy="204727"/>
          </a:xfrm>
          <a:prstGeom prst="roundRect">
            <a:avLst>
              <a:gd name="adj" fmla="val 31893"/>
            </a:avLst>
          </a:prstGeom>
          <a:noFill/>
          <a:ln w="6350" cap="sq" cmpd="dbl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B43AF04E-19DF-D1B4-595C-54F21EF4B57D}"/>
              </a:ext>
            </a:extLst>
          </p:cNvPr>
          <p:cNvGrpSpPr/>
          <p:nvPr/>
        </p:nvGrpSpPr>
        <p:grpSpPr>
          <a:xfrm>
            <a:off x="6117981" y="1968686"/>
            <a:ext cx="928686" cy="403829"/>
            <a:chOff x="6429377" y="3233036"/>
            <a:chExt cx="928686" cy="403829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2D0DB05C-33A6-2004-B32F-0888740587D3}"/>
                </a:ext>
              </a:extLst>
            </p:cNvPr>
            <p:cNvSpPr/>
            <p:nvPr/>
          </p:nvSpPr>
          <p:spPr>
            <a:xfrm>
              <a:off x="6553110" y="3254703"/>
              <a:ext cx="681220" cy="382162"/>
            </a:xfrm>
            <a:prstGeom prst="roundRect">
              <a:avLst>
                <a:gd name="adj" fmla="val 23931"/>
              </a:avLst>
            </a:prstGeom>
            <a:solidFill>
              <a:srgbClr val="5C2500"/>
            </a:solidFill>
            <a:ln w="6350" cap="sq" cmpd="dbl">
              <a:solidFill>
                <a:srgbClr val="DC5F02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ECDE5C8-8A82-BF2B-1F51-E8EAE1E3C0D9}"/>
                </a:ext>
              </a:extLst>
            </p:cNvPr>
            <p:cNvSpPr txBox="1"/>
            <p:nvPr/>
          </p:nvSpPr>
          <p:spPr>
            <a:xfrm>
              <a:off x="6429377" y="3233036"/>
              <a:ext cx="92868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10:00- 10:30</a:t>
              </a:r>
            </a:p>
            <a:p>
              <a:pPr algn="ctr"/>
              <a:r>
                <a:rPr lang="en-GB" sz="4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</a:p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Break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6F9BD23-CAA7-12F7-A5B7-D3D042CFD9B2}"/>
              </a:ext>
            </a:extLst>
          </p:cNvPr>
          <p:cNvGrpSpPr/>
          <p:nvPr/>
        </p:nvGrpSpPr>
        <p:grpSpPr>
          <a:xfrm>
            <a:off x="6843891" y="1953919"/>
            <a:ext cx="927133" cy="493732"/>
            <a:chOff x="2187543" y="1943121"/>
            <a:chExt cx="1595427" cy="493732"/>
          </a:xfrm>
        </p:grpSpPr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8E025460-7EEA-D826-963A-8556E6ED99D6}"/>
                </a:ext>
              </a:extLst>
            </p:cNvPr>
            <p:cNvSpPr/>
            <p:nvPr/>
          </p:nvSpPr>
          <p:spPr>
            <a:xfrm>
              <a:off x="2367334" y="1967502"/>
              <a:ext cx="1172256" cy="395141"/>
            </a:xfrm>
            <a:prstGeom prst="roundRect">
              <a:avLst>
                <a:gd name="adj" fmla="val 29890"/>
              </a:avLst>
            </a:prstGeom>
            <a:solidFill>
              <a:srgbClr val="005C2A"/>
            </a:solidFill>
            <a:ln w="6350" cap="sq" cmpd="sng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067B16B-7406-D21B-BFE6-97B12DEEFDAD}"/>
                </a:ext>
              </a:extLst>
            </p:cNvPr>
            <p:cNvSpPr txBox="1"/>
            <p:nvPr/>
          </p:nvSpPr>
          <p:spPr>
            <a:xfrm>
              <a:off x="2187543" y="1943121"/>
              <a:ext cx="1595427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10:30- 11:00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A88B0B6-F701-390D-46BB-0CC764131C26}"/>
                </a:ext>
              </a:extLst>
            </p:cNvPr>
            <p:cNvSpPr txBox="1"/>
            <p:nvPr/>
          </p:nvSpPr>
          <p:spPr>
            <a:xfrm>
              <a:off x="2524417" y="2267576"/>
              <a:ext cx="88993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64B4CD2B-A69F-B2E7-520A-BE5BAB3AC044}"/>
                </a:ext>
              </a:extLst>
            </p:cNvPr>
            <p:cNvSpPr txBox="1"/>
            <p:nvPr/>
          </p:nvSpPr>
          <p:spPr>
            <a:xfrm>
              <a:off x="2304839" y="2044521"/>
              <a:ext cx="134542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Group</a:t>
              </a:r>
            </a:p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Discussion</a:t>
              </a:r>
              <a:endParaRPr lang="en-GB" sz="3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B34EC6F7-AAF9-4EAE-2052-8CA584FC2539}"/>
              </a:ext>
            </a:extLst>
          </p:cNvPr>
          <p:cNvSpPr txBox="1"/>
          <p:nvPr/>
        </p:nvSpPr>
        <p:spPr>
          <a:xfrm>
            <a:off x="3651891" y="1536109"/>
            <a:ext cx="88764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9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-</a:t>
            </a: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08:00 </a:t>
            </a:r>
            <a:r>
              <a:rPr lang="en-GB" sz="9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  <a:endParaRPr lang="en-GB" sz="8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0CB7FA34-B067-B98B-96F8-B9FC5F9C032C}"/>
              </a:ext>
            </a:extLst>
          </p:cNvPr>
          <p:cNvSpPr/>
          <p:nvPr/>
        </p:nvSpPr>
        <p:spPr>
          <a:xfrm>
            <a:off x="3757035" y="1548754"/>
            <a:ext cx="697575" cy="204727"/>
          </a:xfrm>
          <a:prstGeom prst="roundRect">
            <a:avLst>
              <a:gd name="adj" fmla="val 26077"/>
            </a:avLst>
          </a:prstGeom>
          <a:noFill/>
          <a:ln w="6350" cap="sq" cmpd="dbl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21000">
                  <a:schemeClr val="accent5">
                    <a:lumMod val="0"/>
                    <a:lumOff val="100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B1B0E7E9-3F10-D763-F8B7-C06B096B1827}"/>
              </a:ext>
            </a:extLst>
          </p:cNvPr>
          <p:cNvGrpSpPr/>
          <p:nvPr/>
        </p:nvGrpSpPr>
        <p:grpSpPr>
          <a:xfrm>
            <a:off x="3806209" y="1944887"/>
            <a:ext cx="1208248" cy="404163"/>
            <a:chOff x="2349573" y="1945915"/>
            <a:chExt cx="1210597" cy="404163"/>
          </a:xfrm>
        </p:grpSpPr>
        <p:sp>
          <p:nvSpPr>
            <p:cNvPr id="111" name="Rectangle: Rounded Corners 110">
              <a:extLst>
                <a:ext uri="{FF2B5EF4-FFF2-40B4-BE49-F238E27FC236}">
                  <a16:creationId xmlns:a16="http://schemas.microsoft.com/office/drawing/2014/main" id="{D6D3068B-F241-957E-DE51-4477D0350702}"/>
                </a:ext>
              </a:extLst>
            </p:cNvPr>
            <p:cNvSpPr/>
            <p:nvPr/>
          </p:nvSpPr>
          <p:spPr>
            <a:xfrm>
              <a:off x="2349573" y="1978832"/>
              <a:ext cx="1186980" cy="371246"/>
            </a:xfrm>
            <a:prstGeom prst="roundRect">
              <a:avLst>
                <a:gd name="adj" fmla="val 29185"/>
              </a:avLst>
            </a:prstGeom>
            <a:solidFill>
              <a:schemeClr val="bg2">
                <a:lumMod val="10000"/>
              </a:schemeClr>
            </a:solidFill>
            <a:ln w="6350" cap="sq" cmpd="sng">
              <a:solidFill>
                <a:schemeClr val="bg2">
                  <a:lumMod val="50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68BC024-11C6-D888-0302-6CAD72B370FF}"/>
                </a:ext>
              </a:extLst>
            </p:cNvPr>
            <p:cNvSpPr txBox="1"/>
            <p:nvPr/>
          </p:nvSpPr>
          <p:spPr>
            <a:xfrm>
              <a:off x="2514603" y="1945915"/>
              <a:ext cx="889374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08:00-09:00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105449A-977F-652D-F5B6-B257AC031AFF}"/>
                </a:ext>
              </a:extLst>
            </p:cNvPr>
            <p:cNvSpPr txBox="1"/>
            <p:nvPr/>
          </p:nvSpPr>
          <p:spPr>
            <a:xfrm>
              <a:off x="2351550" y="2053220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Introduction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9BB82F3C-B853-8B35-DC79-3B74FB4CE47F}"/>
              </a:ext>
            </a:extLst>
          </p:cNvPr>
          <p:cNvGrpSpPr/>
          <p:nvPr/>
        </p:nvGrpSpPr>
        <p:grpSpPr>
          <a:xfrm>
            <a:off x="5022793" y="1950969"/>
            <a:ext cx="1213773" cy="486803"/>
            <a:chOff x="2349573" y="1950202"/>
            <a:chExt cx="1216133" cy="486803"/>
          </a:xfrm>
        </p:grpSpPr>
        <p:sp>
          <p:nvSpPr>
            <p:cNvPr id="125" name="Rectangle: Rounded Corners 124">
              <a:extLst>
                <a:ext uri="{FF2B5EF4-FFF2-40B4-BE49-F238E27FC236}">
                  <a16:creationId xmlns:a16="http://schemas.microsoft.com/office/drawing/2014/main" id="{EF346A77-AB10-E2E1-4B3A-F0491886668A}"/>
                </a:ext>
              </a:extLst>
            </p:cNvPr>
            <p:cNvSpPr/>
            <p:nvPr/>
          </p:nvSpPr>
          <p:spPr>
            <a:xfrm>
              <a:off x="2349573" y="1978832"/>
              <a:ext cx="1186980" cy="371246"/>
            </a:xfrm>
            <a:prstGeom prst="roundRect">
              <a:avLst>
                <a:gd name="adj" fmla="val 24908"/>
              </a:avLst>
            </a:prstGeom>
            <a:solidFill>
              <a:schemeClr val="bg2">
                <a:lumMod val="10000"/>
              </a:schemeClr>
            </a:solidFill>
            <a:ln w="6350" cap="sq" cmpd="sng">
              <a:solidFill>
                <a:srgbClr val="A9A5A5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49E6DC9C-971F-443C-E8C6-99048E07FE1C}"/>
                </a:ext>
              </a:extLst>
            </p:cNvPr>
            <p:cNvSpPr txBox="1"/>
            <p:nvPr/>
          </p:nvSpPr>
          <p:spPr>
            <a:xfrm>
              <a:off x="2421701" y="1950202"/>
              <a:ext cx="104501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09:00-10:00</a:t>
              </a:r>
            </a:p>
            <a:p>
              <a:pPr algn="ctr"/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B4EE16BE-993E-C8A4-2B95-AB3BBB90A952}"/>
                </a:ext>
              </a:extLst>
            </p:cNvPr>
            <p:cNvSpPr txBox="1"/>
            <p:nvPr/>
          </p:nvSpPr>
          <p:spPr>
            <a:xfrm>
              <a:off x="2656789" y="2267728"/>
              <a:ext cx="530016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C3D3F334-58AA-C54A-AC36-120656DD357A}"/>
                </a:ext>
              </a:extLst>
            </p:cNvPr>
            <p:cNvSpPr txBox="1"/>
            <p:nvPr/>
          </p:nvSpPr>
          <p:spPr>
            <a:xfrm>
              <a:off x="2357086" y="2056547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History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B28CA0FF-30B0-E409-FB70-33E5F3A6E07E}"/>
              </a:ext>
            </a:extLst>
          </p:cNvPr>
          <p:cNvGrpSpPr/>
          <p:nvPr/>
        </p:nvGrpSpPr>
        <p:grpSpPr>
          <a:xfrm>
            <a:off x="7652733" y="1945241"/>
            <a:ext cx="1208495" cy="408130"/>
            <a:chOff x="2349573" y="1941948"/>
            <a:chExt cx="1210844" cy="408130"/>
          </a:xfrm>
        </p:grpSpPr>
        <p:sp>
          <p:nvSpPr>
            <p:cNvPr id="140" name="Rectangle: Rounded Corners 139">
              <a:extLst>
                <a:ext uri="{FF2B5EF4-FFF2-40B4-BE49-F238E27FC236}">
                  <a16:creationId xmlns:a16="http://schemas.microsoft.com/office/drawing/2014/main" id="{27366A57-4FFC-0A15-FCE6-61399B7C7D5C}"/>
                </a:ext>
              </a:extLst>
            </p:cNvPr>
            <p:cNvSpPr/>
            <p:nvPr/>
          </p:nvSpPr>
          <p:spPr>
            <a:xfrm>
              <a:off x="2349573" y="1978832"/>
              <a:ext cx="1162861" cy="371246"/>
            </a:xfrm>
            <a:prstGeom prst="roundRect">
              <a:avLst>
                <a:gd name="adj" fmla="val 27963"/>
              </a:avLst>
            </a:prstGeom>
            <a:solidFill>
              <a:schemeClr val="bg2">
                <a:lumMod val="10000"/>
              </a:schemeClr>
            </a:solidFill>
            <a:ln w="6350" cap="sq" cmpd="sng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EDF7D36E-AEBD-3F9F-04AD-2164B0BBF827}"/>
                </a:ext>
              </a:extLst>
            </p:cNvPr>
            <p:cNvSpPr txBox="1"/>
            <p:nvPr/>
          </p:nvSpPr>
          <p:spPr>
            <a:xfrm>
              <a:off x="2471029" y="1941948"/>
              <a:ext cx="880388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11:00- 12:00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541136A-CAD5-A9D9-C9FB-4702A9A7492E}"/>
                </a:ext>
              </a:extLst>
            </p:cNvPr>
            <p:cNvSpPr txBox="1"/>
            <p:nvPr/>
          </p:nvSpPr>
          <p:spPr>
            <a:xfrm>
              <a:off x="2351797" y="2063508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Applications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565FDFC8-AA04-3D0C-153D-08BEE6842227}"/>
              </a:ext>
            </a:extLst>
          </p:cNvPr>
          <p:cNvGrpSpPr/>
          <p:nvPr/>
        </p:nvGrpSpPr>
        <p:grpSpPr>
          <a:xfrm>
            <a:off x="9561459" y="1951809"/>
            <a:ext cx="1206275" cy="398605"/>
            <a:chOff x="2351550" y="1951473"/>
            <a:chExt cx="1208620" cy="398605"/>
          </a:xfrm>
        </p:grpSpPr>
        <p:sp>
          <p:nvSpPr>
            <p:cNvPr id="150" name="Rectangle: Rounded Corners 149">
              <a:extLst>
                <a:ext uri="{FF2B5EF4-FFF2-40B4-BE49-F238E27FC236}">
                  <a16:creationId xmlns:a16="http://schemas.microsoft.com/office/drawing/2014/main" id="{DCF7B1B6-2A42-36CD-529D-2013FD5342BA}"/>
                </a:ext>
              </a:extLst>
            </p:cNvPr>
            <p:cNvSpPr/>
            <p:nvPr/>
          </p:nvSpPr>
          <p:spPr>
            <a:xfrm>
              <a:off x="2371535" y="1978832"/>
              <a:ext cx="1165019" cy="371246"/>
            </a:xfrm>
            <a:prstGeom prst="roundRect">
              <a:avLst>
                <a:gd name="adj" fmla="val 29796"/>
              </a:avLst>
            </a:prstGeom>
            <a:solidFill>
              <a:srgbClr val="17142E"/>
            </a:solidFill>
            <a:ln w="6350" cap="sq" cmpd="sng">
              <a:solidFill>
                <a:schemeClr val="bg2">
                  <a:lumMod val="2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C89977D5-E980-6A96-F0B8-2F82ECE93740}"/>
                </a:ext>
              </a:extLst>
            </p:cNvPr>
            <p:cNvSpPr txBox="1"/>
            <p:nvPr/>
          </p:nvSpPr>
          <p:spPr>
            <a:xfrm>
              <a:off x="2395308" y="1951473"/>
              <a:ext cx="1042628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12:30-13:30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76052B66-1394-A170-9DBB-8EBAB656300E}"/>
                </a:ext>
              </a:extLst>
            </p:cNvPr>
            <p:cNvSpPr txBox="1"/>
            <p:nvPr/>
          </p:nvSpPr>
          <p:spPr>
            <a:xfrm>
              <a:off x="2351550" y="2057982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Practical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BE2855CB-4A6B-3FD4-2ACC-362B2EB3AA88}"/>
              </a:ext>
            </a:extLst>
          </p:cNvPr>
          <p:cNvGrpSpPr/>
          <p:nvPr/>
        </p:nvGrpSpPr>
        <p:grpSpPr>
          <a:xfrm>
            <a:off x="10547674" y="1960872"/>
            <a:ext cx="1206275" cy="399836"/>
            <a:chOff x="2106588" y="1970388"/>
            <a:chExt cx="1208620" cy="399836"/>
          </a:xfrm>
        </p:grpSpPr>
        <p:sp>
          <p:nvSpPr>
            <p:cNvPr id="155" name="Rectangle: Rounded Corners 154">
              <a:extLst>
                <a:ext uri="{FF2B5EF4-FFF2-40B4-BE49-F238E27FC236}">
                  <a16:creationId xmlns:a16="http://schemas.microsoft.com/office/drawing/2014/main" id="{604C103E-64DA-5273-48D7-E05CF94008B6}"/>
                </a:ext>
              </a:extLst>
            </p:cNvPr>
            <p:cNvSpPr/>
            <p:nvPr/>
          </p:nvSpPr>
          <p:spPr>
            <a:xfrm>
              <a:off x="2349574" y="1983088"/>
              <a:ext cx="659063" cy="387136"/>
            </a:xfrm>
            <a:prstGeom prst="roundRect">
              <a:avLst>
                <a:gd name="adj" fmla="val 24943"/>
              </a:avLst>
            </a:prstGeom>
            <a:solidFill>
              <a:schemeClr val="bg2">
                <a:lumMod val="10000"/>
              </a:schemeClr>
            </a:solidFill>
            <a:ln w="12700" cap="sq" cmpd="dbl">
              <a:solidFill>
                <a:srgbClr val="A9A5A5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0BDFB068-92CB-C58A-D72F-102D331A838B}"/>
                </a:ext>
              </a:extLst>
            </p:cNvPr>
            <p:cNvSpPr txBox="1"/>
            <p:nvPr/>
          </p:nvSpPr>
          <p:spPr>
            <a:xfrm>
              <a:off x="2281919" y="1970388"/>
              <a:ext cx="836717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13:30-14:00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9DE978CA-7EC1-C1A8-AED6-0D296A7A4174}"/>
                </a:ext>
              </a:extLst>
            </p:cNvPr>
            <p:cNvSpPr txBox="1"/>
            <p:nvPr/>
          </p:nvSpPr>
          <p:spPr>
            <a:xfrm>
              <a:off x="2106588" y="2076434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Summary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60" name="TextBox 159">
            <a:extLst>
              <a:ext uri="{FF2B5EF4-FFF2-40B4-BE49-F238E27FC236}">
                <a16:creationId xmlns:a16="http://schemas.microsoft.com/office/drawing/2014/main" id="{8C190E11-975F-6E5D-75FD-97C0E63BD1B9}"/>
              </a:ext>
            </a:extLst>
          </p:cNvPr>
          <p:cNvSpPr txBox="1"/>
          <p:nvPr/>
        </p:nvSpPr>
        <p:spPr>
          <a:xfrm>
            <a:off x="4069468" y="2208404"/>
            <a:ext cx="644611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1.1  1.2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FFF9CAB-C382-A23D-AA82-40029960F117}"/>
              </a:ext>
            </a:extLst>
          </p:cNvPr>
          <p:cNvSpPr txBox="1"/>
          <p:nvPr/>
        </p:nvSpPr>
        <p:spPr>
          <a:xfrm>
            <a:off x="5416960" y="2202188"/>
            <a:ext cx="417489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1.3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046FF17-FC53-B733-5EEA-F986B995E92B}"/>
              </a:ext>
            </a:extLst>
          </p:cNvPr>
          <p:cNvSpPr txBox="1"/>
          <p:nvPr/>
        </p:nvSpPr>
        <p:spPr>
          <a:xfrm>
            <a:off x="7099252" y="2233663"/>
            <a:ext cx="417489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1.4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3EADEBDF-6594-E5CD-8C4A-78985F3402EE}"/>
              </a:ext>
            </a:extLst>
          </p:cNvPr>
          <p:cNvSpPr txBox="1"/>
          <p:nvPr/>
        </p:nvSpPr>
        <p:spPr>
          <a:xfrm>
            <a:off x="8049346" y="2221240"/>
            <a:ext cx="417489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2.1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51BA629-F9A8-2D3B-C2CE-66001C1ABA0D}"/>
              </a:ext>
            </a:extLst>
          </p:cNvPr>
          <p:cNvSpPr txBox="1"/>
          <p:nvPr/>
        </p:nvSpPr>
        <p:spPr>
          <a:xfrm>
            <a:off x="9731638" y="2202128"/>
            <a:ext cx="810099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2.2  2.3  2.4</a:t>
            </a:r>
          </a:p>
        </p:txBody>
      </p:sp>
      <p:sp>
        <p:nvSpPr>
          <p:cNvPr id="169" name="Rectangle: Rounded Corners 168">
            <a:extLst>
              <a:ext uri="{FF2B5EF4-FFF2-40B4-BE49-F238E27FC236}">
                <a16:creationId xmlns:a16="http://schemas.microsoft.com/office/drawing/2014/main" id="{BBECF8C5-AF8A-01FB-54D5-03E91CD3A5A2}"/>
              </a:ext>
            </a:extLst>
          </p:cNvPr>
          <p:cNvSpPr/>
          <p:nvPr/>
        </p:nvSpPr>
        <p:spPr>
          <a:xfrm>
            <a:off x="3125000" y="1420177"/>
            <a:ext cx="8694958" cy="3789605"/>
          </a:xfrm>
          <a:prstGeom prst="roundRect">
            <a:avLst>
              <a:gd name="adj" fmla="val 9920"/>
            </a:avLst>
          </a:prstGeom>
          <a:noFill/>
          <a:ln w="6350">
            <a:gradFill flip="none" rotWithShape="1">
              <a:gsLst>
                <a:gs pos="0">
                  <a:schemeClr val="accent3">
                    <a:lumMod val="89000"/>
                  </a:schemeClr>
                </a:gs>
                <a:gs pos="23000">
                  <a:schemeClr val="accent3">
                    <a:lumMod val="89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48858AB1-79EF-327E-07A8-16D8F456FF02}"/>
              </a:ext>
            </a:extLst>
          </p:cNvPr>
          <p:cNvSpPr txBox="1"/>
          <p:nvPr/>
        </p:nvSpPr>
        <p:spPr>
          <a:xfrm>
            <a:off x="3021697" y="1557502"/>
            <a:ext cx="88764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DAY</a:t>
            </a:r>
            <a:endParaRPr lang="en-GB" sz="8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80AD474-7CA3-E4FE-B6A2-4EB16B4EB10E}"/>
              </a:ext>
            </a:extLst>
          </p:cNvPr>
          <p:cNvSpPr txBox="1"/>
          <p:nvPr/>
        </p:nvSpPr>
        <p:spPr>
          <a:xfrm>
            <a:off x="3162187" y="2021002"/>
            <a:ext cx="5655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257BF98C-39E9-02A4-90AC-23A767785424}"/>
              </a:ext>
            </a:extLst>
          </p:cNvPr>
          <p:cNvSpPr txBox="1"/>
          <p:nvPr/>
        </p:nvSpPr>
        <p:spPr>
          <a:xfrm>
            <a:off x="3182735" y="2631784"/>
            <a:ext cx="5655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</a:t>
            </a:r>
            <a:endParaRPr lang="en-GB" sz="10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D0756913-6957-376C-518A-47DB4C6E59B3}"/>
              </a:ext>
            </a:extLst>
          </p:cNvPr>
          <p:cNvSpPr txBox="1"/>
          <p:nvPr/>
        </p:nvSpPr>
        <p:spPr>
          <a:xfrm>
            <a:off x="3218733" y="3252840"/>
            <a:ext cx="4935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66FF33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3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77339ED-E990-7B5D-1541-7277615D06F6}"/>
              </a:ext>
            </a:extLst>
          </p:cNvPr>
          <p:cNvSpPr txBox="1"/>
          <p:nvPr/>
        </p:nvSpPr>
        <p:spPr>
          <a:xfrm>
            <a:off x="3218733" y="3911137"/>
            <a:ext cx="493576" cy="246221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4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DE5356EE-0455-2C2B-F52D-DD106B69799C}"/>
              </a:ext>
            </a:extLst>
          </p:cNvPr>
          <p:cNvSpPr txBox="1"/>
          <p:nvPr/>
        </p:nvSpPr>
        <p:spPr>
          <a:xfrm>
            <a:off x="3223909" y="4578448"/>
            <a:ext cx="493576" cy="246221"/>
          </a:xfrm>
          <a:prstGeom prst="rect">
            <a:avLst/>
          </a:prstGeom>
          <a:noFill/>
          <a:ln w="31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chemeClr val="bg1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5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8D3A39F-00EB-85F2-EE71-4B76A5B1FED5}"/>
              </a:ext>
            </a:extLst>
          </p:cNvPr>
          <p:cNvSpPr txBox="1"/>
          <p:nvPr/>
        </p:nvSpPr>
        <p:spPr>
          <a:xfrm>
            <a:off x="8664049" y="5315825"/>
            <a:ext cx="310207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Total Training Hours:	</a:t>
            </a:r>
            <a:r>
              <a:rPr lang="en-GB" sz="9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24   (11 so far)</a:t>
            </a:r>
          </a:p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Learning Objectives: 	</a:t>
            </a:r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5</a:t>
            </a:r>
          </a:p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Topics:			</a:t>
            </a:r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22</a:t>
            </a:r>
          </a:p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Lesson 			</a:t>
            </a:r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12</a:t>
            </a:r>
            <a:endParaRPr lang="en-GB" sz="9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52459DB-7D4C-A34B-CBCF-067196691B5A}"/>
              </a:ext>
            </a:extLst>
          </p:cNvPr>
          <p:cNvSpPr txBox="1"/>
          <p:nvPr/>
        </p:nvSpPr>
        <p:spPr>
          <a:xfrm>
            <a:off x="7079533" y="1513250"/>
            <a:ext cx="785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Day: </a:t>
            </a:r>
            <a:r>
              <a:rPr lang="en-GB" sz="12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3</a:t>
            </a:r>
            <a:endParaRPr lang="en-GB" sz="105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55C1AF4F-7578-A21F-DD79-CA81C24D82E9}"/>
              </a:ext>
            </a:extLst>
          </p:cNvPr>
          <p:cNvSpPr txBox="1"/>
          <p:nvPr/>
        </p:nvSpPr>
        <p:spPr>
          <a:xfrm>
            <a:off x="10913775" y="2220312"/>
            <a:ext cx="417489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2.5</a:t>
            </a:r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32F1663B-AF86-6CAD-AD75-4CF6C9F39E7D}"/>
              </a:ext>
            </a:extLst>
          </p:cNvPr>
          <p:cNvGrpSpPr/>
          <p:nvPr/>
        </p:nvGrpSpPr>
        <p:grpSpPr>
          <a:xfrm>
            <a:off x="6240287" y="2585584"/>
            <a:ext cx="687474" cy="411849"/>
            <a:chOff x="2367334" y="1932288"/>
            <a:chExt cx="1183018" cy="411849"/>
          </a:xfrm>
          <a:solidFill>
            <a:srgbClr val="5C2500"/>
          </a:solidFill>
        </p:grpSpPr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7A701823-24DE-DB72-1CC6-B8D8C35FF936}"/>
                </a:ext>
              </a:extLst>
            </p:cNvPr>
            <p:cNvSpPr/>
            <p:nvPr/>
          </p:nvSpPr>
          <p:spPr>
            <a:xfrm>
              <a:off x="2367334" y="1932288"/>
              <a:ext cx="1172256" cy="411849"/>
            </a:xfrm>
            <a:prstGeom prst="roundRect">
              <a:avLst>
                <a:gd name="adj" fmla="val 22151"/>
              </a:avLst>
            </a:prstGeom>
            <a:grpFill/>
            <a:ln w="6350" cap="sq" cmpd="dbl">
              <a:solidFill>
                <a:srgbClr val="DC5F02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411539C-5D20-4424-2743-E16B1AA37CE9}"/>
                </a:ext>
              </a:extLst>
            </p:cNvPr>
            <p:cNvSpPr txBox="1"/>
            <p:nvPr/>
          </p:nvSpPr>
          <p:spPr>
            <a:xfrm>
              <a:off x="2399307" y="2043544"/>
              <a:ext cx="1151045" cy="20005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Break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9FC35274-E112-74FA-747B-BE54D4BFE119}"/>
              </a:ext>
            </a:extLst>
          </p:cNvPr>
          <p:cNvGrpSpPr/>
          <p:nvPr/>
        </p:nvGrpSpPr>
        <p:grpSpPr>
          <a:xfrm>
            <a:off x="4416763" y="2579933"/>
            <a:ext cx="1208248" cy="400084"/>
            <a:chOff x="2349573" y="1938404"/>
            <a:chExt cx="1210597" cy="400084"/>
          </a:xfrm>
        </p:grpSpPr>
        <p:sp>
          <p:nvSpPr>
            <p:cNvPr id="203" name="Rectangle: Rounded Corners 202">
              <a:extLst>
                <a:ext uri="{FF2B5EF4-FFF2-40B4-BE49-F238E27FC236}">
                  <a16:creationId xmlns:a16="http://schemas.microsoft.com/office/drawing/2014/main" id="{C3E8B4DE-3C52-51CB-E12E-6EBEEBBA2DE7}"/>
                </a:ext>
              </a:extLst>
            </p:cNvPr>
            <p:cNvSpPr/>
            <p:nvPr/>
          </p:nvSpPr>
          <p:spPr>
            <a:xfrm>
              <a:off x="2349573" y="1938404"/>
              <a:ext cx="1186980" cy="400084"/>
            </a:xfrm>
            <a:prstGeom prst="roundRect">
              <a:avLst>
                <a:gd name="adj" fmla="val 21854"/>
              </a:avLst>
            </a:prstGeom>
            <a:solidFill>
              <a:schemeClr val="bg2">
                <a:lumMod val="10000"/>
              </a:schemeClr>
            </a:solidFill>
            <a:ln w="9525" cap="sq" cmpd="sng">
              <a:solidFill>
                <a:srgbClr val="A9A5A5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034BF5A1-6CB2-0106-F7C0-896E87D133AB}"/>
                </a:ext>
              </a:extLst>
            </p:cNvPr>
            <p:cNvSpPr txBox="1"/>
            <p:nvPr/>
          </p:nvSpPr>
          <p:spPr>
            <a:xfrm>
              <a:off x="2351550" y="2010036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Techniques Used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9C41EE4E-6B8F-19BC-D2C7-C60549E14A31}"/>
              </a:ext>
            </a:extLst>
          </p:cNvPr>
          <p:cNvGrpSpPr/>
          <p:nvPr/>
        </p:nvGrpSpPr>
        <p:grpSpPr>
          <a:xfrm>
            <a:off x="9595073" y="2578672"/>
            <a:ext cx="1161824" cy="400084"/>
            <a:chOff x="2349573" y="1938404"/>
            <a:chExt cx="1210597" cy="400084"/>
          </a:xfrm>
        </p:grpSpPr>
        <p:sp>
          <p:nvSpPr>
            <p:cNvPr id="217" name="Rectangle: Rounded Corners 216">
              <a:extLst>
                <a:ext uri="{FF2B5EF4-FFF2-40B4-BE49-F238E27FC236}">
                  <a16:creationId xmlns:a16="http://schemas.microsoft.com/office/drawing/2014/main" id="{546B112C-C7B8-5A38-C56A-F946DBEC9882}"/>
                </a:ext>
              </a:extLst>
            </p:cNvPr>
            <p:cNvSpPr/>
            <p:nvPr/>
          </p:nvSpPr>
          <p:spPr>
            <a:xfrm>
              <a:off x="2349573" y="1938404"/>
              <a:ext cx="1186979" cy="400084"/>
            </a:xfrm>
            <a:prstGeom prst="roundRect">
              <a:avLst>
                <a:gd name="adj" fmla="val 25519"/>
              </a:avLst>
            </a:prstGeom>
            <a:solidFill>
              <a:schemeClr val="bg2">
                <a:lumMod val="10000"/>
              </a:schemeClr>
            </a:solidFill>
            <a:ln w="6350" cap="sq" cmpd="sng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59146264-CFE3-A670-BD23-0E3D5689B189}"/>
                </a:ext>
              </a:extLst>
            </p:cNvPr>
            <p:cNvSpPr txBox="1"/>
            <p:nvPr/>
          </p:nvSpPr>
          <p:spPr>
            <a:xfrm>
              <a:off x="2351550" y="2043696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Legal Aspects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DF169018-4926-4BF3-17BE-36E51C003910}"/>
              </a:ext>
            </a:extLst>
          </p:cNvPr>
          <p:cNvGrpSpPr/>
          <p:nvPr/>
        </p:nvGrpSpPr>
        <p:grpSpPr>
          <a:xfrm>
            <a:off x="10547507" y="2577783"/>
            <a:ext cx="1206275" cy="417209"/>
            <a:chOff x="2106588" y="1940927"/>
            <a:chExt cx="1208620" cy="417209"/>
          </a:xfrm>
        </p:grpSpPr>
        <p:sp>
          <p:nvSpPr>
            <p:cNvPr id="232" name="Rectangle: Rounded Corners 231">
              <a:extLst>
                <a:ext uri="{FF2B5EF4-FFF2-40B4-BE49-F238E27FC236}">
                  <a16:creationId xmlns:a16="http://schemas.microsoft.com/office/drawing/2014/main" id="{D853635E-5DB1-15E3-562F-06CF5A49F469}"/>
                </a:ext>
              </a:extLst>
            </p:cNvPr>
            <p:cNvSpPr/>
            <p:nvPr/>
          </p:nvSpPr>
          <p:spPr>
            <a:xfrm>
              <a:off x="2349574" y="1940927"/>
              <a:ext cx="659063" cy="417209"/>
            </a:xfrm>
            <a:prstGeom prst="roundRect">
              <a:avLst>
                <a:gd name="adj" fmla="val 27286"/>
              </a:avLst>
            </a:prstGeom>
            <a:solidFill>
              <a:schemeClr val="bg2">
                <a:lumMod val="10000"/>
              </a:schemeClr>
            </a:solidFill>
            <a:ln w="12700" cap="sq" cmpd="dbl">
              <a:solidFill>
                <a:srgbClr val="A9A5A5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9D929D54-D27E-4C6A-92BE-951F711501B1}"/>
                </a:ext>
              </a:extLst>
            </p:cNvPr>
            <p:cNvSpPr txBox="1"/>
            <p:nvPr/>
          </p:nvSpPr>
          <p:spPr>
            <a:xfrm>
              <a:off x="2106588" y="2038333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Summary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764ABC10-FE30-FA2C-87A3-F02B34B8A5EB}"/>
              </a:ext>
            </a:extLst>
          </p:cNvPr>
          <p:cNvGrpSpPr/>
          <p:nvPr/>
        </p:nvGrpSpPr>
        <p:grpSpPr>
          <a:xfrm>
            <a:off x="8868071" y="2585263"/>
            <a:ext cx="687474" cy="411849"/>
            <a:chOff x="2367334" y="1932288"/>
            <a:chExt cx="1183018" cy="411849"/>
          </a:xfrm>
          <a:solidFill>
            <a:srgbClr val="5C2500"/>
          </a:solidFill>
        </p:grpSpPr>
        <p:sp>
          <p:nvSpPr>
            <p:cNvPr id="331" name="Rectangle: Rounded Corners 330">
              <a:extLst>
                <a:ext uri="{FF2B5EF4-FFF2-40B4-BE49-F238E27FC236}">
                  <a16:creationId xmlns:a16="http://schemas.microsoft.com/office/drawing/2014/main" id="{1AB63832-F7D2-E739-1BA7-2537A5DFB338}"/>
                </a:ext>
              </a:extLst>
            </p:cNvPr>
            <p:cNvSpPr/>
            <p:nvPr/>
          </p:nvSpPr>
          <p:spPr>
            <a:xfrm>
              <a:off x="2367334" y="1932288"/>
              <a:ext cx="1172256" cy="411849"/>
            </a:xfrm>
            <a:prstGeom prst="roundRect">
              <a:avLst>
                <a:gd name="adj" fmla="val 26899"/>
              </a:avLst>
            </a:prstGeom>
            <a:grpFill/>
            <a:ln w="6350" cap="sq" cmpd="dbl">
              <a:solidFill>
                <a:srgbClr val="DC5F02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0826B82C-9B4C-7A7D-ABA7-56CD41C8FBFA}"/>
                </a:ext>
              </a:extLst>
            </p:cNvPr>
            <p:cNvSpPr txBox="1"/>
            <p:nvPr/>
          </p:nvSpPr>
          <p:spPr>
            <a:xfrm>
              <a:off x="2399307" y="2043544"/>
              <a:ext cx="1151045" cy="20005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Break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18B1DB5D-1F3B-AE68-89EA-4CBC96D7B0AA}"/>
              </a:ext>
            </a:extLst>
          </p:cNvPr>
          <p:cNvGrpSpPr/>
          <p:nvPr/>
        </p:nvGrpSpPr>
        <p:grpSpPr>
          <a:xfrm>
            <a:off x="3734749" y="2574913"/>
            <a:ext cx="754489" cy="404439"/>
            <a:chOff x="2266998" y="1940928"/>
            <a:chExt cx="889374" cy="417209"/>
          </a:xfrm>
        </p:grpSpPr>
        <p:sp>
          <p:nvSpPr>
            <p:cNvPr id="343" name="Rectangle: Rounded Corners 342">
              <a:extLst>
                <a:ext uri="{FF2B5EF4-FFF2-40B4-BE49-F238E27FC236}">
                  <a16:creationId xmlns:a16="http://schemas.microsoft.com/office/drawing/2014/main" id="{3C00FC0F-94B7-5130-6B41-884EEEAC11C8}"/>
                </a:ext>
              </a:extLst>
            </p:cNvPr>
            <p:cNvSpPr/>
            <p:nvPr/>
          </p:nvSpPr>
          <p:spPr>
            <a:xfrm>
              <a:off x="2349574" y="1940928"/>
              <a:ext cx="659063" cy="417209"/>
            </a:xfrm>
            <a:prstGeom prst="roundRect">
              <a:avLst>
                <a:gd name="adj" fmla="val 22951"/>
              </a:avLst>
            </a:prstGeom>
            <a:solidFill>
              <a:schemeClr val="bg2">
                <a:lumMod val="10000"/>
              </a:schemeClr>
            </a:solidFill>
            <a:ln w="9525" cap="sq" cmpd="sng">
              <a:solidFill>
                <a:srgbClr val="A9A5A5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344" name="TextBox 343">
              <a:extLst>
                <a:ext uri="{FF2B5EF4-FFF2-40B4-BE49-F238E27FC236}">
                  <a16:creationId xmlns:a16="http://schemas.microsoft.com/office/drawing/2014/main" id="{CDEDF63C-C6E0-B7D3-8537-67E29C5B1C1B}"/>
                </a:ext>
              </a:extLst>
            </p:cNvPr>
            <p:cNvSpPr txBox="1"/>
            <p:nvPr/>
          </p:nvSpPr>
          <p:spPr>
            <a:xfrm>
              <a:off x="2266998" y="1989354"/>
              <a:ext cx="889374" cy="3174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Recap / Agenda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CBA082B8-3853-9DD2-4491-5E22D2CAB87F}"/>
              </a:ext>
            </a:extLst>
          </p:cNvPr>
          <p:cNvGrpSpPr/>
          <p:nvPr/>
        </p:nvGrpSpPr>
        <p:grpSpPr>
          <a:xfrm>
            <a:off x="5575704" y="2581238"/>
            <a:ext cx="754489" cy="404439"/>
            <a:chOff x="2266998" y="1940928"/>
            <a:chExt cx="889374" cy="417209"/>
          </a:xfrm>
        </p:grpSpPr>
        <p:sp>
          <p:nvSpPr>
            <p:cNvPr id="346" name="Rectangle: Rounded Corners 345">
              <a:extLst>
                <a:ext uri="{FF2B5EF4-FFF2-40B4-BE49-F238E27FC236}">
                  <a16:creationId xmlns:a16="http://schemas.microsoft.com/office/drawing/2014/main" id="{12E186E1-465F-11CB-F591-27A30B3F340A}"/>
                </a:ext>
              </a:extLst>
            </p:cNvPr>
            <p:cNvSpPr/>
            <p:nvPr/>
          </p:nvSpPr>
          <p:spPr>
            <a:xfrm>
              <a:off x="2349574" y="1940928"/>
              <a:ext cx="659063" cy="417209"/>
            </a:xfrm>
            <a:prstGeom prst="roundRect">
              <a:avLst>
                <a:gd name="adj" fmla="val 21742"/>
              </a:avLst>
            </a:prstGeom>
            <a:solidFill>
              <a:schemeClr val="bg2">
                <a:lumMod val="10000"/>
              </a:schemeClr>
            </a:solidFill>
            <a:ln w="9525" cap="sq" cmpd="sng">
              <a:solidFill>
                <a:srgbClr val="A9A5A5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347" name="TextBox 346">
              <a:extLst>
                <a:ext uri="{FF2B5EF4-FFF2-40B4-BE49-F238E27FC236}">
                  <a16:creationId xmlns:a16="http://schemas.microsoft.com/office/drawing/2014/main" id="{43ABF192-5EA7-D922-99CF-FFE2E60E8DEA}"/>
                </a:ext>
              </a:extLst>
            </p:cNvPr>
            <p:cNvSpPr txBox="1"/>
            <p:nvPr/>
          </p:nvSpPr>
          <p:spPr>
            <a:xfrm>
              <a:off x="2266998" y="1989354"/>
              <a:ext cx="889374" cy="3174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Case Study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348" name="Group 347">
            <a:extLst>
              <a:ext uri="{FF2B5EF4-FFF2-40B4-BE49-F238E27FC236}">
                <a16:creationId xmlns:a16="http://schemas.microsoft.com/office/drawing/2014/main" id="{DF217D9F-5629-F24E-2319-3977B77CEB32}"/>
              </a:ext>
            </a:extLst>
          </p:cNvPr>
          <p:cNvGrpSpPr/>
          <p:nvPr/>
        </p:nvGrpSpPr>
        <p:grpSpPr>
          <a:xfrm>
            <a:off x="6960067" y="2588914"/>
            <a:ext cx="1899132" cy="400084"/>
            <a:chOff x="2345509" y="1939481"/>
            <a:chExt cx="1214661" cy="400084"/>
          </a:xfrm>
        </p:grpSpPr>
        <p:sp>
          <p:nvSpPr>
            <p:cNvPr id="349" name="Rectangle: Rounded Corners 348">
              <a:extLst>
                <a:ext uri="{FF2B5EF4-FFF2-40B4-BE49-F238E27FC236}">
                  <a16:creationId xmlns:a16="http://schemas.microsoft.com/office/drawing/2014/main" id="{334B55DB-7135-0978-300A-25E064689DD6}"/>
                </a:ext>
              </a:extLst>
            </p:cNvPr>
            <p:cNvSpPr/>
            <p:nvPr/>
          </p:nvSpPr>
          <p:spPr>
            <a:xfrm>
              <a:off x="2345509" y="1939481"/>
              <a:ext cx="1186980" cy="400084"/>
            </a:xfrm>
            <a:prstGeom prst="roundRect">
              <a:avLst>
                <a:gd name="adj" fmla="val 23076"/>
              </a:avLst>
            </a:prstGeom>
            <a:solidFill>
              <a:srgbClr val="17142E"/>
            </a:solidFill>
            <a:ln w="6350" cap="sq" cmpd="sng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  <p:sp>
          <p:nvSpPr>
            <p:cNvPr id="350" name="TextBox 349">
              <a:extLst>
                <a:ext uri="{FF2B5EF4-FFF2-40B4-BE49-F238E27FC236}">
                  <a16:creationId xmlns:a16="http://schemas.microsoft.com/office/drawing/2014/main" id="{C605E914-1810-158A-CAE7-434B3877AC13}"/>
                </a:ext>
              </a:extLst>
            </p:cNvPr>
            <p:cNvSpPr txBox="1"/>
            <p:nvPr/>
          </p:nvSpPr>
          <p:spPr>
            <a:xfrm>
              <a:off x="2351550" y="2043696"/>
              <a:ext cx="12086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7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Group Projects</a:t>
              </a:r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352" name="TextBox 351">
            <a:extLst>
              <a:ext uri="{FF2B5EF4-FFF2-40B4-BE49-F238E27FC236}">
                <a16:creationId xmlns:a16="http://schemas.microsoft.com/office/drawing/2014/main" id="{18F06D88-CB0B-2705-EB5A-28B1A4FE9039}"/>
              </a:ext>
            </a:extLst>
          </p:cNvPr>
          <p:cNvSpPr txBox="1"/>
          <p:nvPr/>
        </p:nvSpPr>
        <p:spPr>
          <a:xfrm>
            <a:off x="2586520" y="1006711"/>
            <a:ext cx="71612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HUMAN INTELLIGENCE (HUMINT)</a:t>
            </a: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2910C174-A356-DF80-3949-1E8B5F452207}"/>
              </a:ext>
            </a:extLst>
          </p:cNvPr>
          <p:cNvSpPr/>
          <p:nvPr/>
        </p:nvSpPr>
        <p:spPr>
          <a:xfrm>
            <a:off x="3757035" y="5326272"/>
            <a:ext cx="60947" cy="126997"/>
          </a:xfrm>
          <a:prstGeom prst="roundRect">
            <a:avLst>
              <a:gd name="adj" fmla="val 26077"/>
            </a:avLst>
          </a:prstGeom>
          <a:solidFill>
            <a:srgbClr val="D05400"/>
          </a:solidFill>
          <a:ln w="6350" cap="sq" cmpd="dbl">
            <a:solidFill>
              <a:srgbClr val="DC5F0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79B8FC74-E0A7-FFF3-C98F-3421A48DE62D}"/>
              </a:ext>
            </a:extLst>
          </p:cNvPr>
          <p:cNvSpPr txBox="1"/>
          <p:nvPr/>
        </p:nvSpPr>
        <p:spPr>
          <a:xfrm>
            <a:off x="3342250" y="5493854"/>
            <a:ext cx="1628498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OFF</a:t>
            </a:r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Details ON</a:t>
            </a:r>
            <a:endParaRPr lang="en-GB" sz="5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55" name="Rectangle: Rounded Corners 354">
            <a:extLst>
              <a:ext uri="{FF2B5EF4-FFF2-40B4-BE49-F238E27FC236}">
                <a16:creationId xmlns:a16="http://schemas.microsoft.com/office/drawing/2014/main" id="{5B3EA3D6-ED0F-854E-1DC0-E91DE3AECF8D}"/>
              </a:ext>
            </a:extLst>
          </p:cNvPr>
          <p:cNvSpPr/>
          <p:nvPr/>
        </p:nvSpPr>
        <p:spPr>
          <a:xfrm>
            <a:off x="267583" y="1409442"/>
            <a:ext cx="2696568" cy="3789605"/>
          </a:xfrm>
          <a:prstGeom prst="roundRect">
            <a:avLst>
              <a:gd name="adj" fmla="val 9526"/>
            </a:avLst>
          </a:prstGeom>
          <a:noFill/>
          <a:ln w="12700">
            <a:gradFill flip="none" rotWithShape="1">
              <a:gsLst>
                <a:gs pos="0">
                  <a:schemeClr val="accent3">
                    <a:lumMod val="0"/>
                    <a:lumOff val="100000"/>
                  </a:schemeClr>
                </a:gs>
                <a:gs pos="35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circle">
                <a:fillToRect l="50000" t="-80000" r="50000" b="180000"/>
              </a:path>
              <a:tileRect/>
            </a:gradFill>
          </a:ln>
          <a:effectLst>
            <a:glow rad="381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56672F52-40CA-D64F-DA47-DA1C71EAF023}"/>
              </a:ext>
            </a:extLst>
          </p:cNvPr>
          <p:cNvCxnSpPr>
            <a:cxnSpLocks/>
          </p:cNvCxnSpPr>
          <p:nvPr/>
        </p:nvCxnSpPr>
        <p:spPr>
          <a:xfrm>
            <a:off x="388329" y="1725606"/>
            <a:ext cx="2375419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46000">
                  <a:schemeClr val="accent2">
                    <a:lumMod val="95000"/>
                    <a:lumOff val="5000"/>
                  </a:schemeClr>
                </a:gs>
                <a:gs pos="100000">
                  <a:schemeClr val="accent2">
                    <a:lumMod val="60000"/>
                  </a:schemeClr>
                </a:gs>
              </a:gsLst>
              <a:path path="circle">
                <a:fillToRect l="50000" t="130000" r="50000" b="-30000"/>
              </a:path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5" name="TextBox 374">
            <a:extLst>
              <a:ext uri="{FF2B5EF4-FFF2-40B4-BE49-F238E27FC236}">
                <a16:creationId xmlns:a16="http://schemas.microsoft.com/office/drawing/2014/main" id="{0703BA90-BA9D-D57D-F0A1-A99BFAEDD75D}"/>
              </a:ext>
            </a:extLst>
          </p:cNvPr>
          <p:cNvSpPr txBox="1"/>
          <p:nvPr/>
        </p:nvSpPr>
        <p:spPr>
          <a:xfrm>
            <a:off x="410166" y="1753610"/>
            <a:ext cx="2612809" cy="673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LESSON: 			LO:</a:t>
            </a:r>
            <a:r>
              <a:rPr lang="en-GB" sz="8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1</a:t>
            </a:r>
          </a:p>
          <a:p>
            <a:pPr>
              <a:lnSpc>
                <a:spcPct val="150000"/>
              </a:lnSpc>
            </a:pPr>
            <a:r>
              <a:rPr lang="en-GB" sz="9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Emerging Trends</a:t>
            </a:r>
          </a:p>
          <a:p>
            <a:pPr>
              <a:lnSpc>
                <a:spcPct val="150000"/>
              </a:lnSpc>
            </a:pPr>
            <a:endParaRPr lang="en-GB" sz="800" spc="200" dirty="0">
              <a:solidFill>
                <a:srgbClr val="00FF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D7BCF57-A745-E4A2-5680-474FC23D31B9}"/>
              </a:ext>
            </a:extLst>
          </p:cNvPr>
          <p:cNvSpPr/>
          <p:nvPr/>
        </p:nvSpPr>
        <p:spPr>
          <a:xfrm>
            <a:off x="340721" y="2290746"/>
            <a:ext cx="2541155" cy="2405356"/>
          </a:xfrm>
          <a:prstGeom prst="roundRect">
            <a:avLst>
              <a:gd name="adj" fmla="val 8367"/>
            </a:avLst>
          </a:prstGeom>
          <a:noFill/>
          <a:ln w="3175" cap="sq" cmpd="sng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ndara" panose="020E05020303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BB4724-E428-D63C-F640-1C46DE01CED5}"/>
              </a:ext>
            </a:extLst>
          </p:cNvPr>
          <p:cNvSpPr txBox="1"/>
          <p:nvPr/>
        </p:nvSpPr>
        <p:spPr>
          <a:xfrm>
            <a:off x="398456" y="2984102"/>
            <a:ext cx="2279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 +</a:t>
            </a:r>
          </a:p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1.2: Organisational Requirements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297B3A9-5425-5208-CA3F-E570A913FBF5}"/>
              </a:ext>
            </a:extLst>
          </p:cNvPr>
          <p:cNvSpPr txBox="1"/>
          <p:nvPr/>
        </p:nvSpPr>
        <p:spPr>
          <a:xfrm>
            <a:off x="444950" y="4918281"/>
            <a:ext cx="254115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 No: </a:t>
            </a: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11    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</a:t>
            </a: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: 60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MINS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FB25645-A185-BA5D-82A2-148D497C96F2}"/>
              </a:ext>
            </a:extLst>
          </p:cNvPr>
          <p:cNvCxnSpPr>
            <a:cxnSpLocks/>
          </p:cNvCxnSpPr>
          <p:nvPr/>
        </p:nvCxnSpPr>
        <p:spPr>
          <a:xfrm>
            <a:off x="3823575" y="5380283"/>
            <a:ext cx="693656" cy="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7468F9EA-332C-9072-B2AC-E45FA3830894}"/>
              </a:ext>
            </a:extLst>
          </p:cNvPr>
          <p:cNvSpPr/>
          <p:nvPr/>
        </p:nvSpPr>
        <p:spPr>
          <a:xfrm>
            <a:off x="450218" y="2403968"/>
            <a:ext cx="2313530" cy="294088"/>
          </a:xfrm>
          <a:prstGeom prst="roundRect">
            <a:avLst>
              <a:gd name="adj" fmla="val 27661"/>
            </a:avLst>
          </a:prstGeom>
          <a:solidFill>
            <a:schemeClr val="bg2">
              <a:lumMod val="10000"/>
            </a:schemeClr>
          </a:solidFill>
          <a:ln w="3175" cap="sq" cmpd="sng">
            <a:solidFill>
              <a:schemeClr val="bg2">
                <a:lumMod val="2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ndara" panose="020E0502030303020204" pitchFamily="34" charset="0"/>
            </a:endParaRPr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FAE5E699-DF15-DD2F-49DC-8209396F45FC}"/>
              </a:ext>
            </a:extLst>
          </p:cNvPr>
          <p:cNvSpPr txBox="1"/>
          <p:nvPr/>
        </p:nvSpPr>
        <p:spPr>
          <a:xfrm>
            <a:off x="424610" y="2407280"/>
            <a:ext cx="22535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 +</a:t>
            </a:r>
          </a:p>
          <a:p>
            <a:r>
              <a:rPr lang="en-GB" sz="700" spc="2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1.1: Fundamental Principles 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C6207E3-68AE-FF71-3CCE-E5E82B9C78E0}"/>
              </a:ext>
            </a:extLst>
          </p:cNvPr>
          <p:cNvSpPr/>
          <p:nvPr/>
        </p:nvSpPr>
        <p:spPr>
          <a:xfrm>
            <a:off x="575435" y="5279231"/>
            <a:ext cx="113167" cy="92819"/>
          </a:xfrm>
          <a:prstGeom prst="roundRect">
            <a:avLst>
              <a:gd name="adj" fmla="val 11467"/>
            </a:avLst>
          </a:prstGeom>
          <a:solidFill>
            <a:schemeClr val="bg2">
              <a:lumMod val="10000"/>
            </a:schemeClr>
          </a:solidFill>
          <a:ln w="3175" cap="sq" cmpd="sng">
            <a:solidFill>
              <a:srgbClr val="A9A5A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7D71977B-05B9-3107-167D-BEBE5DC3CEA9}"/>
              </a:ext>
            </a:extLst>
          </p:cNvPr>
          <p:cNvSpPr/>
          <p:nvPr/>
        </p:nvSpPr>
        <p:spPr>
          <a:xfrm>
            <a:off x="575435" y="5427132"/>
            <a:ext cx="113167" cy="92819"/>
          </a:xfrm>
          <a:prstGeom prst="roundRect">
            <a:avLst>
              <a:gd name="adj" fmla="val 11467"/>
            </a:avLst>
          </a:prstGeom>
          <a:solidFill>
            <a:srgbClr val="005C2A"/>
          </a:solidFill>
          <a:ln w="3175" cap="sq" cmpd="sng">
            <a:solidFill>
              <a:schemeClr val="bg1">
                <a:lumMod val="9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9F69C324-C382-4289-75BA-5467E00338D1}"/>
              </a:ext>
            </a:extLst>
          </p:cNvPr>
          <p:cNvSpPr/>
          <p:nvPr/>
        </p:nvSpPr>
        <p:spPr>
          <a:xfrm>
            <a:off x="575434" y="5576769"/>
            <a:ext cx="113167" cy="92819"/>
          </a:xfrm>
          <a:prstGeom prst="roundRect">
            <a:avLst>
              <a:gd name="adj" fmla="val 11467"/>
            </a:avLst>
          </a:prstGeom>
          <a:solidFill>
            <a:srgbClr val="17142E"/>
          </a:solidFill>
          <a:ln w="3175" cap="sq" cmpd="dbl">
            <a:solidFill>
              <a:schemeClr val="bg1">
                <a:lumMod val="9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2903B91-9FD0-6CB5-29B0-E3993BEBAE10}"/>
              </a:ext>
            </a:extLst>
          </p:cNvPr>
          <p:cNvSpPr txBox="1"/>
          <p:nvPr/>
        </p:nvSpPr>
        <p:spPr>
          <a:xfrm>
            <a:off x="727930" y="5400339"/>
            <a:ext cx="105324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Group Discussion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2EBBA9-2914-ECEE-2132-301588F8AE08}"/>
              </a:ext>
            </a:extLst>
          </p:cNvPr>
          <p:cNvSpPr txBox="1"/>
          <p:nvPr/>
        </p:nvSpPr>
        <p:spPr>
          <a:xfrm>
            <a:off x="727933" y="5552739"/>
            <a:ext cx="934167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Group Project</a:t>
            </a: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6CE25FBC-2A67-244E-506F-B6F9EB23B6AF}"/>
              </a:ext>
            </a:extLst>
          </p:cNvPr>
          <p:cNvSpPr/>
          <p:nvPr/>
        </p:nvSpPr>
        <p:spPr>
          <a:xfrm>
            <a:off x="1889714" y="5279230"/>
            <a:ext cx="113167" cy="92819"/>
          </a:xfrm>
          <a:prstGeom prst="roundRect">
            <a:avLst>
              <a:gd name="adj" fmla="val 11467"/>
            </a:avLst>
          </a:prstGeom>
          <a:solidFill>
            <a:schemeClr val="accent4">
              <a:lumMod val="75000"/>
            </a:schemeClr>
          </a:solidFill>
          <a:ln w="3175" cap="sq" cmpd="dbl">
            <a:solidFill>
              <a:schemeClr val="bg1">
                <a:lumMod val="9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52F12650-2F04-C84C-4C93-780FFC81D9F2}"/>
              </a:ext>
            </a:extLst>
          </p:cNvPr>
          <p:cNvSpPr/>
          <p:nvPr/>
        </p:nvSpPr>
        <p:spPr>
          <a:xfrm>
            <a:off x="1880187" y="5431630"/>
            <a:ext cx="113167" cy="92819"/>
          </a:xfrm>
          <a:prstGeom prst="roundRect">
            <a:avLst>
              <a:gd name="adj" fmla="val 11467"/>
            </a:avLst>
          </a:prstGeom>
          <a:solidFill>
            <a:srgbClr val="C00000"/>
          </a:solidFill>
          <a:ln w="3175" cap="sq" cmpd="dbl">
            <a:solidFill>
              <a:schemeClr val="bg1">
                <a:lumMod val="95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303C74B0-9190-6E97-4F2D-E2F20E89A861}"/>
              </a:ext>
            </a:extLst>
          </p:cNvPr>
          <p:cNvSpPr/>
          <p:nvPr/>
        </p:nvSpPr>
        <p:spPr>
          <a:xfrm>
            <a:off x="1880187" y="5584030"/>
            <a:ext cx="113167" cy="92819"/>
          </a:xfrm>
          <a:prstGeom prst="roundRect">
            <a:avLst>
              <a:gd name="adj" fmla="val 11467"/>
            </a:avLst>
          </a:prstGeom>
          <a:solidFill>
            <a:srgbClr val="FF6600"/>
          </a:solidFill>
          <a:ln w="3175" cap="sq" cmpd="dbl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ndara" panose="020E0502030303020204" pitchFamily="34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DF5753D-3EE3-8A8D-6857-BBD32989274E}"/>
              </a:ext>
            </a:extLst>
          </p:cNvPr>
          <p:cNvSpPr txBox="1"/>
          <p:nvPr/>
        </p:nvSpPr>
        <p:spPr>
          <a:xfrm>
            <a:off x="727938" y="5247939"/>
            <a:ext cx="934167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Instructor Led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F42976D-2B64-01BF-D9F8-A12873AA1242}"/>
              </a:ext>
            </a:extLst>
          </p:cNvPr>
          <p:cNvSpPr txBox="1"/>
          <p:nvPr/>
        </p:nvSpPr>
        <p:spPr>
          <a:xfrm>
            <a:off x="1995334" y="5247938"/>
            <a:ext cx="934167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Admin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85602F-5E74-0936-C370-A6A2229F7789}"/>
              </a:ext>
            </a:extLst>
          </p:cNvPr>
          <p:cNvSpPr txBox="1"/>
          <p:nvPr/>
        </p:nvSpPr>
        <p:spPr>
          <a:xfrm>
            <a:off x="1995324" y="5400338"/>
            <a:ext cx="934167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Assessment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D76C5D1-D2E1-0BA1-D60E-AB687A261DE4}"/>
              </a:ext>
            </a:extLst>
          </p:cNvPr>
          <p:cNvSpPr txBox="1"/>
          <p:nvPr/>
        </p:nvSpPr>
        <p:spPr>
          <a:xfrm>
            <a:off x="1995320" y="5552738"/>
            <a:ext cx="934167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Break</a:t>
            </a:r>
          </a:p>
        </p:txBody>
      </p: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B0D11149-9914-D3F2-6E20-CFC2D1E2C40D}"/>
              </a:ext>
            </a:extLst>
          </p:cNvPr>
          <p:cNvSpPr/>
          <p:nvPr/>
        </p:nvSpPr>
        <p:spPr>
          <a:xfrm>
            <a:off x="3821205" y="3189655"/>
            <a:ext cx="1184677" cy="406985"/>
          </a:xfrm>
          <a:prstGeom prst="roundRect">
            <a:avLst>
              <a:gd name="adj" fmla="val 21854"/>
            </a:avLst>
          </a:prstGeom>
          <a:solidFill>
            <a:schemeClr val="bg2">
              <a:lumMod val="10000"/>
            </a:schemeClr>
          </a:solidFill>
          <a:ln w="9525" cap="sq" cmpd="sng">
            <a:solidFill>
              <a:srgbClr val="66FF33"/>
            </a:solidFill>
            <a:round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Candara" panose="020E0502030303020204" pitchFamily="34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385B2E4-F221-A0A3-8255-9544E305CE9D}"/>
              </a:ext>
            </a:extLst>
          </p:cNvPr>
          <p:cNvSpPr txBox="1"/>
          <p:nvPr/>
        </p:nvSpPr>
        <p:spPr>
          <a:xfrm>
            <a:off x="3765866" y="3297653"/>
            <a:ext cx="12953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Emerging Trends</a:t>
            </a:r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73A1178F-88B1-4165-F714-9FEC0F01823B}"/>
              </a:ext>
            </a:extLst>
          </p:cNvPr>
          <p:cNvCxnSpPr/>
          <p:nvPr/>
        </p:nvCxnSpPr>
        <p:spPr>
          <a:xfrm>
            <a:off x="833438" y="5400338"/>
            <a:ext cx="692943" cy="0"/>
          </a:xfrm>
          <a:prstGeom prst="line">
            <a:avLst/>
          </a:prstGeom>
          <a:ln>
            <a:solidFill>
              <a:srgbClr val="66FF3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2608F16-3D58-CCDF-CCCC-C4E4ABC2655E}"/>
              </a:ext>
            </a:extLst>
          </p:cNvPr>
          <p:cNvGrpSpPr/>
          <p:nvPr/>
        </p:nvGrpSpPr>
        <p:grpSpPr>
          <a:xfrm>
            <a:off x="8820191" y="1938568"/>
            <a:ext cx="790133" cy="406387"/>
            <a:chOff x="7155950" y="3158834"/>
            <a:chExt cx="790133" cy="406387"/>
          </a:xfrm>
        </p:grpSpPr>
        <p:sp>
          <p:nvSpPr>
            <p:cNvPr id="145" name="Rectangle: Rounded Corners 144">
              <a:extLst>
                <a:ext uri="{FF2B5EF4-FFF2-40B4-BE49-F238E27FC236}">
                  <a16:creationId xmlns:a16="http://schemas.microsoft.com/office/drawing/2014/main" id="{70D2D8E7-6D0C-33F9-58E6-5061C3F422F3}"/>
                </a:ext>
              </a:extLst>
            </p:cNvPr>
            <p:cNvSpPr/>
            <p:nvPr/>
          </p:nvSpPr>
          <p:spPr>
            <a:xfrm>
              <a:off x="7210407" y="3183059"/>
              <a:ext cx="681220" cy="382162"/>
            </a:xfrm>
            <a:prstGeom prst="roundRect">
              <a:avLst>
                <a:gd name="adj" fmla="val 25712"/>
              </a:avLst>
            </a:prstGeom>
            <a:solidFill>
              <a:srgbClr val="5C2500"/>
            </a:solidFill>
            <a:ln w="6350" cap="sq" cmpd="dbl">
              <a:solidFill>
                <a:srgbClr val="DC5F02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solidFill>
                  <a:schemeClr val="tx2">
                    <a:lumMod val="75000"/>
                  </a:schemeClr>
                </a:solidFill>
                <a:latin typeface="Candara" panose="020E0502030303020204" pitchFamily="34" charset="0"/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85756F49-E27A-563B-5688-52128F5D31FC}"/>
                </a:ext>
              </a:extLst>
            </p:cNvPr>
            <p:cNvSpPr txBox="1"/>
            <p:nvPr/>
          </p:nvSpPr>
          <p:spPr>
            <a:xfrm>
              <a:off x="7155950" y="3158834"/>
              <a:ext cx="79013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5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12:00-12:30</a:t>
              </a:r>
            </a:p>
            <a:p>
              <a:pPr algn="ctr"/>
              <a:endParaRPr lang="en-GB" sz="5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48" name="TextBox 147">
            <a:extLst>
              <a:ext uri="{FF2B5EF4-FFF2-40B4-BE49-F238E27FC236}">
                <a16:creationId xmlns:a16="http://schemas.microsoft.com/office/drawing/2014/main" id="{0D320595-7D34-4EA4-B1CA-B1F5290E3BA5}"/>
              </a:ext>
            </a:extLst>
          </p:cNvPr>
          <p:cNvSpPr txBox="1"/>
          <p:nvPr/>
        </p:nvSpPr>
        <p:spPr>
          <a:xfrm>
            <a:off x="8880811" y="2084171"/>
            <a:ext cx="66889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00" spc="200" dirty="0">
                <a:solidFill>
                  <a:schemeClr val="bg2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Break</a:t>
            </a:r>
            <a:endParaRPr lang="en-GB" sz="500" spc="200" dirty="0">
              <a:solidFill>
                <a:schemeClr val="bg2">
                  <a:lumMod val="7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211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EAF4A-EA19-424B-D8F9-C16D1E57B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98CB74EE-F657-A72F-1017-FE98A3BBDEE3}"/>
              </a:ext>
            </a:extLst>
          </p:cNvPr>
          <p:cNvGraphicFramePr>
            <a:graphicFrameLocks noGrp="1"/>
          </p:cNvGraphicFramePr>
          <p:nvPr/>
        </p:nvGraphicFramePr>
        <p:xfrm>
          <a:off x="213931" y="1684454"/>
          <a:ext cx="11144286" cy="2262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4">
                  <a:extLst>
                    <a:ext uri="{9D8B030D-6E8A-4147-A177-3AD203B41FA5}">
                      <a16:colId xmlns:a16="http://schemas.microsoft.com/office/drawing/2014/main" val="2728711912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1634978481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008797705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568053034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485769531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3579198950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4206887817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239665577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687167814"/>
                    </a:ext>
                  </a:extLst>
                </a:gridCol>
              </a:tblGrid>
              <a:tr h="305892">
                <a:tc>
                  <a:txBody>
                    <a:bodyPr/>
                    <a:lstStyle/>
                    <a:p>
                      <a:pPr algn="r"/>
                      <a:endParaRPr lang="en-GB" sz="1000" b="0" dirty="0">
                        <a:solidFill>
                          <a:schemeClr val="bg1">
                            <a:lumMod val="95000"/>
                          </a:schemeClr>
                        </a:solidFill>
                        <a:latin typeface="Candara" panose="020E050203030302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0800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0900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1000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1100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1200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1300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1400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1500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4784604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6113607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0892526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9088870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4195439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5386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51F3FB16-6BE3-627F-B4BE-1B33268C9A92}"/>
              </a:ext>
            </a:extLst>
          </p:cNvPr>
          <p:cNvSpPr txBox="1"/>
          <p:nvPr/>
        </p:nvSpPr>
        <p:spPr>
          <a:xfrm>
            <a:off x="4391250" y="945571"/>
            <a:ext cx="33975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OUTLINE PLANNER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4D639E-681C-2108-78E5-C5DDED1D5B94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4B7F8B-331B-6D7A-C902-FFC49C3BB24C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139C02-A9CA-8900-B0F1-D2A01EA4C6A3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5A0848E-88BE-C2EC-0885-5494565F6841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86334E44-4E83-AA1F-D6A1-BB92D262A627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571E7D4-C5B8-DDB1-D02B-4950B3A9B52E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FFDE8BD7-8904-C4CA-2F41-F691C4712365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9F69BB3-9ED4-C880-4270-3C9F9EB8D0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D471B78D-B752-A911-56BC-818A7DA4D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B3343297-E1A1-3C2E-B91C-7527D95F51E7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510D6C9-9DB0-7469-4AD1-36F26A01BDCD}"/>
              </a:ext>
            </a:extLst>
          </p:cNvPr>
          <p:cNvSpPr txBox="1"/>
          <p:nvPr/>
        </p:nvSpPr>
        <p:spPr>
          <a:xfrm>
            <a:off x="4799021" y="57746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6EA249-A193-ED74-038A-55A5763417E3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6228A1D-2AFF-3B84-F870-BEDEC26569C4}"/>
              </a:ext>
            </a:extLst>
          </p:cNvPr>
          <p:cNvCxnSpPr/>
          <p:nvPr/>
        </p:nvCxnSpPr>
        <p:spPr>
          <a:xfrm>
            <a:off x="243232" y="92939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16EED0F5-A654-C47F-2BAF-1B0DEEEF2950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B2F36EF-8CC9-20F3-B077-17ABD64E11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7E1CA6E-4A3E-10F4-497B-0D02005B8076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2141CDE-BC17-6DBD-07DC-5DC0A0BDDF5D}"/>
              </a:ext>
            </a:extLst>
          </p:cNvPr>
          <p:cNvGrpSpPr/>
          <p:nvPr/>
        </p:nvGrpSpPr>
        <p:grpSpPr>
          <a:xfrm>
            <a:off x="774432" y="6080039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3A90FA-10AD-2E1F-F130-95A0FB84055C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DEB97E7-820E-9D5D-CB5D-021D48EB5E68}"/>
                </a:ext>
              </a:extLst>
            </p:cNvPr>
            <p:cNvSpPr txBox="1"/>
            <p:nvPr/>
          </p:nvSpPr>
          <p:spPr>
            <a:xfrm>
              <a:off x="267137" y="6090963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54184CE-7EB9-185C-9789-6D55B0304B38}"/>
              </a:ext>
            </a:extLst>
          </p:cNvPr>
          <p:cNvSpPr txBox="1"/>
          <p:nvPr/>
        </p:nvSpPr>
        <p:spPr>
          <a:xfrm>
            <a:off x="562186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9E1931F1-67A1-95F8-9290-CF5274AC9357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2734AC8-5D05-6ECA-05A1-6FD542952ED3}"/>
              </a:ext>
            </a:extLst>
          </p:cNvPr>
          <p:cNvSpPr txBox="1"/>
          <p:nvPr/>
        </p:nvSpPr>
        <p:spPr>
          <a:xfrm>
            <a:off x="5479859" y="1131520"/>
            <a:ext cx="1301073" cy="442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8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 1</a:t>
            </a:r>
          </a:p>
          <a:p>
            <a:pPr algn="ctr">
              <a:lnSpc>
                <a:spcPct val="150000"/>
              </a:lnSpc>
            </a:pPr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WEEK 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3EBD571-1648-99A5-34E3-438E8426B081}"/>
              </a:ext>
            </a:extLst>
          </p:cNvPr>
          <p:cNvSpPr/>
          <p:nvPr/>
        </p:nvSpPr>
        <p:spPr>
          <a:xfrm>
            <a:off x="5987348" y="5631900"/>
            <a:ext cx="242905" cy="204988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AB6B183C-1452-75B9-3A1E-A430E1AC7F2E}"/>
              </a:ext>
            </a:extLst>
          </p:cNvPr>
          <p:cNvGrpSpPr/>
          <p:nvPr/>
        </p:nvGrpSpPr>
        <p:grpSpPr>
          <a:xfrm>
            <a:off x="3792733" y="4365461"/>
            <a:ext cx="1172164" cy="321638"/>
            <a:chOff x="2419130" y="4662304"/>
            <a:chExt cx="1172164" cy="321638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E7180983-D919-A923-796A-72D1BC86016C}"/>
                </a:ext>
              </a:extLst>
            </p:cNvPr>
            <p:cNvSpPr txBox="1"/>
            <p:nvPr/>
          </p:nvSpPr>
          <p:spPr>
            <a:xfrm>
              <a:off x="2419130" y="4662304"/>
              <a:ext cx="117216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700" spc="200" dirty="0">
                  <a:solidFill>
                    <a:schemeClr val="bg2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LO</a:t>
              </a:r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71401CDC-9992-C51B-DB09-1771E109F745}"/>
                </a:ext>
              </a:extLst>
            </p:cNvPr>
            <p:cNvGrpSpPr/>
            <p:nvPr/>
          </p:nvGrpSpPr>
          <p:grpSpPr>
            <a:xfrm>
              <a:off x="2505358" y="4878438"/>
              <a:ext cx="761285" cy="105504"/>
              <a:chOff x="9986141" y="3579811"/>
              <a:chExt cx="761285" cy="105504"/>
            </a:xfrm>
          </p:grpSpPr>
          <p:sp>
            <p:nvSpPr>
              <p:cNvPr id="128" name="Rectangle: Rounded Corners 127">
                <a:extLst>
                  <a:ext uri="{FF2B5EF4-FFF2-40B4-BE49-F238E27FC236}">
                    <a16:creationId xmlns:a16="http://schemas.microsoft.com/office/drawing/2014/main" id="{D1AF0586-0AC1-B609-0490-696F59069012}"/>
                  </a:ext>
                </a:extLst>
              </p:cNvPr>
              <p:cNvSpPr/>
              <p:nvPr/>
            </p:nvSpPr>
            <p:spPr>
              <a:xfrm>
                <a:off x="9986141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44000">
                    <a:srgbClr val="B85410"/>
                  </a:gs>
                  <a:gs pos="97000">
                    <a:srgbClr val="74350A"/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30" name="Rectangle: Rounded Corners 129">
                <a:extLst>
                  <a:ext uri="{FF2B5EF4-FFF2-40B4-BE49-F238E27FC236}">
                    <a16:creationId xmlns:a16="http://schemas.microsoft.com/office/drawing/2014/main" id="{4E39DD5A-D3C5-5704-4840-EFA619C4CC1B}"/>
                  </a:ext>
                </a:extLst>
              </p:cNvPr>
              <p:cNvSpPr/>
              <p:nvPr/>
            </p:nvSpPr>
            <p:spPr>
              <a:xfrm>
                <a:off x="10193225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31" name="Rectangle: Rounded Corners 130">
                <a:extLst>
                  <a:ext uri="{FF2B5EF4-FFF2-40B4-BE49-F238E27FC236}">
                    <a16:creationId xmlns:a16="http://schemas.microsoft.com/office/drawing/2014/main" id="{C148D8B9-ED94-A4EC-E962-6234017941F7}"/>
                  </a:ext>
                </a:extLst>
              </p:cNvPr>
              <p:cNvSpPr/>
              <p:nvPr/>
            </p:nvSpPr>
            <p:spPr>
              <a:xfrm>
                <a:off x="10395265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33" name="Rectangle: Rounded Corners 132">
                <a:extLst>
                  <a:ext uri="{FF2B5EF4-FFF2-40B4-BE49-F238E27FC236}">
                    <a16:creationId xmlns:a16="http://schemas.microsoft.com/office/drawing/2014/main" id="{FA32FC87-7009-A1A3-3AC3-42895C61C388}"/>
                  </a:ext>
                </a:extLst>
              </p:cNvPr>
              <p:cNvSpPr/>
              <p:nvPr/>
            </p:nvSpPr>
            <p:spPr>
              <a:xfrm>
                <a:off x="10597721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</p:grpSp>
      <p:sp>
        <p:nvSpPr>
          <p:cNvPr id="139" name="TextBox 138">
            <a:extLst>
              <a:ext uri="{FF2B5EF4-FFF2-40B4-BE49-F238E27FC236}">
                <a16:creationId xmlns:a16="http://schemas.microsoft.com/office/drawing/2014/main" id="{221CA610-DD9C-DD40-5E01-17CC14535E13}"/>
              </a:ext>
            </a:extLst>
          </p:cNvPr>
          <p:cNvSpPr txBox="1"/>
          <p:nvPr/>
        </p:nvSpPr>
        <p:spPr>
          <a:xfrm>
            <a:off x="980175" y="5201401"/>
            <a:ext cx="53614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Topic Title 1		     </a:t>
            </a: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1.1.1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Issue Name Badges		          </a:t>
            </a:r>
          </a:p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			     </a:t>
            </a: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1.1.2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Issue Workbooks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04A269-1281-D330-BBAD-7599E3F30FE5}"/>
              </a:ext>
            </a:extLst>
          </p:cNvPr>
          <p:cNvCxnSpPr>
            <a:cxnSpLocks/>
          </p:cNvCxnSpPr>
          <p:nvPr/>
        </p:nvCxnSpPr>
        <p:spPr>
          <a:xfrm>
            <a:off x="907754" y="2010163"/>
            <a:ext cx="10261065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89968B9-A8EB-C758-3E78-CCD0AC1DC19C}"/>
              </a:ext>
            </a:extLst>
          </p:cNvPr>
          <p:cNvCxnSpPr>
            <a:cxnSpLocks/>
          </p:cNvCxnSpPr>
          <p:nvPr/>
        </p:nvCxnSpPr>
        <p:spPr>
          <a:xfrm flipV="1">
            <a:off x="1412893" y="1734913"/>
            <a:ext cx="0" cy="2114073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D7334B0-1B48-37B9-BABE-9144791E12B4}"/>
              </a:ext>
            </a:extLst>
          </p:cNvPr>
          <p:cNvCxnSpPr>
            <a:cxnSpLocks/>
          </p:cNvCxnSpPr>
          <p:nvPr/>
        </p:nvCxnSpPr>
        <p:spPr>
          <a:xfrm>
            <a:off x="952227" y="2365524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9B7637E-8B0A-94C1-C3DE-BA9CB87E6535}"/>
              </a:ext>
            </a:extLst>
          </p:cNvPr>
          <p:cNvCxnSpPr>
            <a:cxnSpLocks/>
          </p:cNvCxnSpPr>
          <p:nvPr/>
        </p:nvCxnSpPr>
        <p:spPr>
          <a:xfrm>
            <a:off x="952227" y="2758865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E7366FF-13BF-70BF-3241-3BE5E47B9D35}"/>
              </a:ext>
            </a:extLst>
          </p:cNvPr>
          <p:cNvCxnSpPr>
            <a:cxnSpLocks/>
          </p:cNvCxnSpPr>
          <p:nvPr/>
        </p:nvCxnSpPr>
        <p:spPr>
          <a:xfrm>
            <a:off x="943192" y="3144300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912B9D8-CB30-F309-E922-2757FF55535B}"/>
              </a:ext>
            </a:extLst>
          </p:cNvPr>
          <p:cNvCxnSpPr>
            <a:cxnSpLocks/>
          </p:cNvCxnSpPr>
          <p:nvPr/>
        </p:nvCxnSpPr>
        <p:spPr>
          <a:xfrm>
            <a:off x="961606" y="3548342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CAA9AC4-3687-FF6B-23CE-60F164F4628A}"/>
              </a:ext>
            </a:extLst>
          </p:cNvPr>
          <p:cNvGrpSpPr/>
          <p:nvPr/>
        </p:nvGrpSpPr>
        <p:grpSpPr>
          <a:xfrm>
            <a:off x="2009888" y="2031293"/>
            <a:ext cx="1265850" cy="272836"/>
            <a:chOff x="2351202" y="2649453"/>
            <a:chExt cx="1451452" cy="383141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92C326A4-006B-B591-F9A0-0CFB3BA1FC62}"/>
                </a:ext>
              </a:extLst>
            </p:cNvPr>
            <p:cNvGrpSpPr/>
            <p:nvPr/>
          </p:nvGrpSpPr>
          <p:grpSpPr>
            <a:xfrm>
              <a:off x="2351202" y="2729475"/>
              <a:ext cx="1441508" cy="303119"/>
              <a:chOff x="4404636" y="4642198"/>
              <a:chExt cx="710705" cy="273180"/>
            </a:xfrm>
          </p:grpSpPr>
          <p:sp>
            <p:nvSpPr>
              <p:cNvPr id="99" name="Rectangle: Rounded Corners 98">
                <a:extLst>
                  <a:ext uri="{FF2B5EF4-FFF2-40B4-BE49-F238E27FC236}">
                    <a16:creationId xmlns:a16="http://schemas.microsoft.com/office/drawing/2014/main" id="{EFD88B9B-C5E0-8956-688F-29C5174F27CA}"/>
                  </a:ext>
                </a:extLst>
              </p:cNvPr>
              <p:cNvSpPr/>
              <p:nvPr/>
            </p:nvSpPr>
            <p:spPr>
              <a:xfrm>
                <a:off x="4452644" y="4642198"/>
                <a:ext cx="662697" cy="273180"/>
              </a:xfrm>
              <a:prstGeom prst="roundRect">
                <a:avLst>
                  <a:gd name="adj" fmla="val 48177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44000">
                    <a:srgbClr val="B85410"/>
                  </a:gs>
                  <a:gs pos="97000">
                    <a:srgbClr val="74350A"/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F7FB13DC-9D26-BCDB-A010-0A51435B6B92}"/>
                  </a:ext>
                </a:extLst>
              </p:cNvPr>
              <p:cNvSpPr txBox="1"/>
              <p:nvPr/>
            </p:nvSpPr>
            <p:spPr>
              <a:xfrm>
                <a:off x="4404636" y="4673912"/>
                <a:ext cx="662697" cy="185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600" spc="200" dirty="0">
                    <a:solidFill>
                      <a:schemeClr val="bg1">
                        <a:lumMod val="9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INTRODUCTION</a:t>
                </a:r>
              </a:p>
            </p:txBody>
          </p: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EE55B73-71BE-91EA-2061-3F86EC3FCEE0}"/>
                </a:ext>
              </a:extLst>
            </p:cNvPr>
            <p:cNvSpPr txBox="1"/>
            <p:nvPr/>
          </p:nvSpPr>
          <p:spPr>
            <a:xfrm>
              <a:off x="3582130" y="2649453"/>
              <a:ext cx="220524" cy="314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  <a:endParaRPr lang="en-GB" sz="14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1834EF6-8F54-7215-AC61-FA14D4E57F34}"/>
              </a:ext>
            </a:extLst>
          </p:cNvPr>
          <p:cNvGrpSpPr/>
          <p:nvPr/>
        </p:nvGrpSpPr>
        <p:grpSpPr>
          <a:xfrm>
            <a:off x="1535023" y="1543509"/>
            <a:ext cx="1581228" cy="184666"/>
            <a:chOff x="1373773" y="1944585"/>
            <a:chExt cx="1473002" cy="184666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3265BA8-8721-E07A-BAA8-B10CAC2B3B11}"/>
                </a:ext>
              </a:extLst>
            </p:cNvPr>
            <p:cNvGrpSpPr/>
            <p:nvPr/>
          </p:nvGrpSpPr>
          <p:grpSpPr>
            <a:xfrm>
              <a:off x="1800545" y="1963564"/>
              <a:ext cx="1046230" cy="156483"/>
              <a:chOff x="1127241" y="4455625"/>
              <a:chExt cx="2827314" cy="127342"/>
            </a:xfrm>
          </p:grpSpPr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B8C8BA40-220F-1789-8211-A45F7D5869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7241" y="4519296"/>
                <a:ext cx="2827314" cy="3971"/>
              </a:xfrm>
              <a:prstGeom prst="line">
                <a:avLst/>
              </a:prstGeom>
              <a:ln w="12700">
                <a:gradFill flip="none" rotWithShape="1">
                  <a:gsLst>
                    <a:gs pos="0">
                      <a:schemeClr val="accent3">
                        <a:lumMod val="89000"/>
                      </a:schemeClr>
                    </a:gs>
                    <a:gs pos="23000">
                      <a:schemeClr val="accent3">
                        <a:lumMod val="89000"/>
                      </a:schemeClr>
                    </a:gs>
                    <a:gs pos="69000">
                      <a:schemeClr val="accent3">
                        <a:lumMod val="75000"/>
                      </a:schemeClr>
                    </a:gs>
                    <a:gs pos="97000">
                      <a:schemeClr val="accent3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BD750B31-E61F-2F84-C420-C3B1886DBA59}"/>
                  </a:ext>
                </a:extLst>
              </p:cNvPr>
              <p:cNvSpPr/>
              <p:nvPr/>
            </p:nvSpPr>
            <p:spPr>
              <a:xfrm>
                <a:off x="1975033" y="4455625"/>
                <a:ext cx="449152" cy="127342"/>
              </a:xfrm>
              <a:prstGeom prst="roundRect">
                <a:avLst>
                  <a:gd name="adj" fmla="val 48735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50000"/>
                    </a:schemeClr>
                  </a:gs>
                  <a:gs pos="97000">
                    <a:schemeClr val="accent2">
                      <a:lumMod val="5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FF8CF18-F6C8-02FF-7312-E4152227ED9C}"/>
                </a:ext>
              </a:extLst>
            </p:cNvPr>
            <p:cNvSpPr txBox="1"/>
            <p:nvPr/>
          </p:nvSpPr>
          <p:spPr>
            <a:xfrm>
              <a:off x="1373773" y="1944585"/>
              <a:ext cx="521603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0800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2F94BB-D958-681B-44EB-FF1964450B1E}"/>
              </a:ext>
            </a:extLst>
          </p:cNvPr>
          <p:cNvGrpSpPr/>
          <p:nvPr/>
        </p:nvGrpSpPr>
        <p:grpSpPr>
          <a:xfrm>
            <a:off x="9651326" y="1556985"/>
            <a:ext cx="1652179" cy="184666"/>
            <a:chOff x="9854163" y="1956682"/>
            <a:chExt cx="1539097" cy="184666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2707E20E-B225-A9A5-4B6F-40919CBE16EF}"/>
                </a:ext>
              </a:extLst>
            </p:cNvPr>
            <p:cNvGrpSpPr/>
            <p:nvPr/>
          </p:nvGrpSpPr>
          <p:grpSpPr>
            <a:xfrm>
              <a:off x="9854163" y="1963564"/>
              <a:ext cx="1046230" cy="156483"/>
              <a:chOff x="1127241" y="4445679"/>
              <a:chExt cx="2827314" cy="127342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B08848F0-2A6D-6CC3-4D6E-FC8E40069E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7241" y="4519296"/>
                <a:ext cx="2827314" cy="3971"/>
              </a:xfrm>
              <a:prstGeom prst="line">
                <a:avLst/>
              </a:prstGeom>
              <a:ln w="12700">
                <a:gradFill flip="none" rotWithShape="1">
                  <a:gsLst>
                    <a:gs pos="0">
                      <a:schemeClr val="accent3">
                        <a:lumMod val="89000"/>
                      </a:schemeClr>
                    </a:gs>
                    <a:gs pos="23000">
                      <a:schemeClr val="accent3">
                        <a:lumMod val="89000"/>
                      </a:schemeClr>
                    </a:gs>
                    <a:gs pos="69000">
                      <a:schemeClr val="accent3">
                        <a:lumMod val="75000"/>
                      </a:schemeClr>
                    </a:gs>
                    <a:gs pos="97000">
                      <a:schemeClr val="accent3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Rectangle: Rounded Corners 83">
                <a:extLst>
                  <a:ext uri="{FF2B5EF4-FFF2-40B4-BE49-F238E27FC236}">
                    <a16:creationId xmlns:a16="http://schemas.microsoft.com/office/drawing/2014/main" id="{5254D9BF-1237-6D11-C9BA-66A72607C4AC}"/>
                  </a:ext>
                </a:extLst>
              </p:cNvPr>
              <p:cNvSpPr/>
              <p:nvPr/>
            </p:nvSpPr>
            <p:spPr>
              <a:xfrm>
                <a:off x="1672925" y="4445679"/>
                <a:ext cx="449152" cy="127342"/>
              </a:xfrm>
              <a:prstGeom prst="roundRect">
                <a:avLst>
                  <a:gd name="adj" fmla="val 48735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50000"/>
                    </a:schemeClr>
                  </a:gs>
                  <a:gs pos="97000">
                    <a:schemeClr val="accent2">
                      <a:lumMod val="5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37D67A8A-4422-4B8F-3CB1-79B9D73E82E2}"/>
                </a:ext>
              </a:extLst>
            </p:cNvPr>
            <p:cNvSpPr txBox="1"/>
            <p:nvPr/>
          </p:nvSpPr>
          <p:spPr>
            <a:xfrm>
              <a:off x="10871657" y="1956682"/>
              <a:ext cx="521603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1500</a:t>
              </a:r>
            </a:p>
          </p:txBody>
        </p:sp>
      </p:grp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0BF7FBD-4E0C-CAC2-B259-FE15950F86A9}"/>
              </a:ext>
            </a:extLst>
          </p:cNvPr>
          <p:cNvCxnSpPr>
            <a:cxnSpLocks/>
          </p:cNvCxnSpPr>
          <p:nvPr/>
        </p:nvCxnSpPr>
        <p:spPr>
          <a:xfrm>
            <a:off x="1055723" y="5172150"/>
            <a:ext cx="1721282" cy="0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CE7F17CC-D3B4-ED1E-F21B-62B84AA8659A}"/>
              </a:ext>
            </a:extLst>
          </p:cNvPr>
          <p:cNvGrpSpPr/>
          <p:nvPr/>
        </p:nvGrpSpPr>
        <p:grpSpPr>
          <a:xfrm>
            <a:off x="980175" y="4912494"/>
            <a:ext cx="4190463" cy="317189"/>
            <a:chOff x="2802585" y="4335763"/>
            <a:chExt cx="4190463" cy="317189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3F6713C2-4FC9-F2C1-1C68-DF023342239B}"/>
                </a:ext>
              </a:extLst>
            </p:cNvPr>
            <p:cNvSpPr txBox="1"/>
            <p:nvPr/>
          </p:nvSpPr>
          <p:spPr>
            <a:xfrm>
              <a:off x="4198294" y="4335763"/>
              <a:ext cx="721326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A6CDCCCF-2B0E-24CC-EB2F-1FBE05CA7FD4}"/>
                </a:ext>
              </a:extLst>
            </p:cNvPr>
            <p:cNvSpPr txBox="1"/>
            <p:nvPr/>
          </p:nvSpPr>
          <p:spPr>
            <a:xfrm>
              <a:off x="2802585" y="4390884"/>
              <a:ext cx="132016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7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Insert Topic Title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308263B7-9BB9-F58C-DE3C-9F0DE48FDE5C}"/>
                </a:ext>
              </a:extLst>
            </p:cNvPr>
            <p:cNvSpPr txBox="1"/>
            <p:nvPr/>
          </p:nvSpPr>
          <p:spPr>
            <a:xfrm>
              <a:off x="6245632" y="4345175"/>
              <a:ext cx="747416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E9B4A673-F644-5903-3E14-7002C1A34038}"/>
                </a:ext>
              </a:extLst>
            </p:cNvPr>
            <p:cNvSpPr txBox="1"/>
            <p:nvPr/>
          </p:nvSpPr>
          <p:spPr>
            <a:xfrm>
              <a:off x="4859029" y="4396624"/>
              <a:ext cx="1570305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700" spc="200" dirty="0">
                  <a:solidFill>
                    <a:schemeClr val="bg2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Insert </a:t>
              </a:r>
              <a:r>
                <a:rPr lang="en-GB" sz="700" spc="200" dirty="0">
                  <a:solidFill>
                    <a:srgbClr val="64606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Subtopic</a:t>
              </a:r>
              <a:r>
                <a:rPr lang="en-GB" sz="700" spc="200" dirty="0">
                  <a:solidFill>
                    <a:schemeClr val="bg2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700" spc="200" dirty="0">
                  <a:solidFill>
                    <a:srgbClr val="A9A5A5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Title</a:t>
              </a:r>
            </a:p>
          </p:txBody>
        </p: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DC5EAB0B-AD3B-5DCB-6A49-8E94C2EF5510}"/>
                </a:ext>
              </a:extLst>
            </p:cNvPr>
            <p:cNvCxnSpPr>
              <a:cxnSpLocks/>
            </p:cNvCxnSpPr>
            <p:nvPr/>
          </p:nvCxnSpPr>
          <p:spPr>
            <a:xfrm>
              <a:off x="4926212" y="4596416"/>
              <a:ext cx="1721282" cy="0"/>
            </a:xfrm>
            <a:prstGeom prst="line">
              <a:avLst/>
            </a:prstGeom>
            <a:ln w="952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352094F8-E490-2107-70A7-B428E7B9DB68}"/>
              </a:ext>
            </a:extLst>
          </p:cNvPr>
          <p:cNvSpPr txBox="1"/>
          <p:nvPr/>
        </p:nvSpPr>
        <p:spPr>
          <a:xfrm>
            <a:off x="964850" y="4756452"/>
            <a:ext cx="8842284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TOPICS:</a:t>
            </a:r>
            <a:r>
              <a:rPr lang="en-GB" sz="8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		     SUBTOPICS:				 </a:t>
            </a:r>
            <a:endParaRPr lang="en-GB" sz="800" spc="2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8BE624FE-999B-2218-5CD2-77905D86A7E4}"/>
              </a:ext>
            </a:extLst>
          </p:cNvPr>
          <p:cNvCxnSpPr>
            <a:cxnSpLocks/>
          </p:cNvCxnSpPr>
          <p:nvPr/>
        </p:nvCxnSpPr>
        <p:spPr>
          <a:xfrm>
            <a:off x="1074254" y="4734380"/>
            <a:ext cx="6618136" cy="0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4AF6C184-758B-ED58-684D-07AA1D15F2DF}"/>
              </a:ext>
            </a:extLst>
          </p:cNvPr>
          <p:cNvSpPr txBox="1"/>
          <p:nvPr/>
        </p:nvSpPr>
        <p:spPr>
          <a:xfrm>
            <a:off x="867621" y="4535752"/>
            <a:ext cx="15849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1. </a:t>
            </a:r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INTRODUCTION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		</a:t>
            </a:r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17700098-FB92-92F2-D893-9227A2D6FD3C}"/>
              </a:ext>
            </a:extLst>
          </p:cNvPr>
          <p:cNvCxnSpPr>
            <a:cxnSpLocks/>
          </p:cNvCxnSpPr>
          <p:nvPr/>
        </p:nvCxnSpPr>
        <p:spPr>
          <a:xfrm flipV="1">
            <a:off x="8731277" y="4257883"/>
            <a:ext cx="2424303" cy="3586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35313849-50A6-1286-F842-CDBBCCAC7F85}"/>
              </a:ext>
            </a:extLst>
          </p:cNvPr>
          <p:cNvSpPr txBox="1"/>
          <p:nvPr/>
        </p:nvSpPr>
        <p:spPr>
          <a:xfrm>
            <a:off x="8654683" y="4018856"/>
            <a:ext cx="2119743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OBJECTIVES: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DE5AD28C-50F4-14BE-1F77-ACDB194799A3}"/>
              </a:ext>
            </a:extLst>
          </p:cNvPr>
          <p:cNvSpPr txBox="1"/>
          <p:nvPr/>
        </p:nvSpPr>
        <p:spPr>
          <a:xfrm>
            <a:off x="8643159" y="4525776"/>
            <a:ext cx="2345914" cy="883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EXPLAIN the course details</a:t>
            </a:r>
          </a:p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2. ANALYSE the subject</a:t>
            </a:r>
          </a:p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3. OPERATE the system</a:t>
            </a:r>
          </a:p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4. SUPERVISE the personnel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endParaRPr lang="en-GB" sz="700" spc="2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8570C1AD-7839-28D7-CE15-D63C6AE7A153}"/>
              </a:ext>
            </a:extLst>
          </p:cNvPr>
          <p:cNvSpPr txBox="1"/>
          <p:nvPr/>
        </p:nvSpPr>
        <p:spPr>
          <a:xfrm>
            <a:off x="5344892" y="4561235"/>
            <a:ext cx="24439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0800-0900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(60 mins)          </a:t>
            </a: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(1 hr)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9044F7FA-3C08-7B67-167C-16E71E95D109}"/>
              </a:ext>
            </a:extLst>
          </p:cNvPr>
          <p:cNvGrpSpPr/>
          <p:nvPr/>
        </p:nvGrpSpPr>
        <p:grpSpPr>
          <a:xfrm>
            <a:off x="11360271" y="6149091"/>
            <a:ext cx="662697" cy="205404"/>
            <a:chOff x="4451258" y="4630747"/>
            <a:chExt cx="662697" cy="274083"/>
          </a:xfrm>
        </p:grpSpPr>
        <p:sp>
          <p:nvSpPr>
            <p:cNvPr id="209" name="Rectangle: Rounded Corners 208">
              <a:extLst>
                <a:ext uri="{FF2B5EF4-FFF2-40B4-BE49-F238E27FC236}">
                  <a16:creationId xmlns:a16="http://schemas.microsoft.com/office/drawing/2014/main" id="{923278E5-868C-0CB6-AFBD-63F220AA3922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solidFill>
              <a:srgbClr val="FF6600"/>
            </a:soli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5B1B6663-E7BD-DAEE-09F7-603F81DA8BE3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2FC5B77C-188F-05EA-8854-AAE3FB91874D}"/>
              </a:ext>
            </a:extLst>
          </p:cNvPr>
          <p:cNvGrpSpPr/>
          <p:nvPr/>
        </p:nvGrpSpPr>
        <p:grpSpPr>
          <a:xfrm>
            <a:off x="9825999" y="6149086"/>
            <a:ext cx="706140" cy="204727"/>
            <a:chOff x="4451258" y="4631650"/>
            <a:chExt cx="706140" cy="273180"/>
          </a:xfrm>
        </p:grpSpPr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152D98B1-9310-1114-EAFF-894B29AA444C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  <p:sp>
          <p:nvSpPr>
            <p:cNvPr id="213" name="Rectangle: Rounded Corners 212">
              <a:extLst>
                <a:ext uri="{FF2B5EF4-FFF2-40B4-BE49-F238E27FC236}">
                  <a16:creationId xmlns:a16="http://schemas.microsoft.com/office/drawing/2014/main" id="{5860FFC8-2A34-3AE0-7B6F-A806435045D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033E1EC0-CCDC-3F74-7E2C-AB111C26BA0D}"/>
              </a:ext>
            </a:extLst>
          </p:cNvPr>
          <p:cNvGrpSpPr/>
          <p:nvPr/>
        </p:nvGrpSpPr>
        <p:grpSpPr>
          <a:xfrm>
            <a:off x="10598477" y="6149086"/>
            <a:ext cx="691564" cy="204727"/>
            <a:chOff x="4451258" y="4631650"/>
            <a:chExt cx="691564" cy="273180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BE309916-6D23-482A-9792-743B29AB5A26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  <p:sp>
          <p:nvSpPr>
            <p:cNvPr id="216" name="Rectangle: Rounded Corners 215">
              <a:extLst>
                <a:ext uri="{FF2B5EF4-FFF2-40B4-BE49-F238E27FC236}">
                  <a16:creationId xmlns:a16="http://schemas.microsoft.com/office/drawing/2014/main" id="{F00B3F53-BDD9-092C-E57F-3E040E8BB92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95C1CDBE-66F8-49BD-3618-D1FA3E0FF8B9}"/>
              </a:ext>
            </a:extLst>
          </p:cNvPr>
          <p:cNvCxnSpPr>
            <a:cxnSpLocks/>
          </p:cNvCxnSpPr>
          <p:nvPr/>
        </p:nvCxnSpPr>
        <p:spPr>
          <a:xfrm flipV="1">
            <a:off x="8731276" y="4718454"/>
            <a:ext cx="2424303" cy="3586"/>
          </a:xfrm>
          <a:prstGeom prst="line">
            <a:avLst/>
          </a:prstGeom>
          <a:ln w="6350">
            <a:solidFill>
              <a:srgbClr val="00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8FCC5EBB-C6A4-4F7F-3770-AF178EDFBD0C}"/>
              </a:ext>
            </a:extLst>
          </p:cNvPr>
          <p:cNvGrpSpPr/>
          <p:nvPr/>
        </p:nvGrpSpPr>
        <p:grpSpPr>
          <a:xfrm>
            <a:off x="3416042" y="1513903"/>
            <a:ext cx="559923" cy="190332"/>
            <a:chOff x="4499866" y="2088361"/>
            <a:chExt cx="701187" cy="215852"/>
          </a:xfrm>
        </p:grpSpPr>
        <p:grpSp>
          <p:nvGrpSpPr>
            <p:cNvPr id="383" name="Group 382">
              <a:extLst>
                <a:ext uri="{FF2B5EF4-FFF2-40B4-BE49-F238E27FC236}">
                  <a16:creationId xmlns:a16="http://schemas.microsoft.com/office/drawing/2014/main" id="{CC670CCA-67B5-DF0B-5930-FA80F5D87D1F}"/>
                </a:ext>
              </a:extLst>
            </p:cNvPr>
            <p:cNvGrpSpPr/>
            <p:nvPr/>
          </p:nvGrpSpPr>
          <p:grpSpPr>
            <a:xfrm>
              <a:off x="4499866" y="2088361"/>
              <a:ext cx="701187" cy="215852"/>
              <a:chOff x="4452644" y="4642198"/>
              <a:chExt cx="696198" cy="273180"/>
            </a:xfrm>
          </p:grpSpPr>
          <p:sp>
            <p:nvSpPr>
              <p:cNvPr id="385" name="Rectangle: Rounded Corners 384">
                <a:extLst>
                  <a:ext uri="{FF2B5EF4-FFF2-40B4-BE49-F238E27FC236}">
                    <a16:creationId xmlns:a16="http://schemas.microsoft.com/office/drawing/2014/main" id="{D04FFAF6-9573-B777-E259-4054E67BBD57}"/>
                  </a:ext>
                </a:extLst>
              </p:cNvPr>
              <p:cNvSpPr/>
              <p:nvPr/>
            </p:nvSpPr>
            <p:spPr>
              <a:xfrm>
                <a:off x="4452644" y="4642198"/>
                <a:ext cx="662697" cy="273180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386" name="TextBox 385">
                <a:extLst>
                  <a:ext uri="{FF2B5EF4-FFF2-40B4-BE49-F238E27FC236}">
                    <a16:creationId xmlns:a16="http://schemas.microsoft.com/office/drawing/2014/main" id="{482CF54D-28EF-C3DD-EDFB-FE84C89C4EBE}"/>
                  </a:ext>
                </a:extLst>
              </p:cNvPr>
              <p:cNvSpPr txBox="1"/>
              <p:nvPr/>
            </p:nvSpPr>
            <p:spPr>
              <a:xfrm>
                <a:off x="4486145" y="4676096"/>
                <a:ext cx="662697" cy="2337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GB" sz="6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cxnSp>
          <p:nvCxnSpPr>
            <p:cNvPr id="382" name="Straight Arrow Connector 381">
              <a:extLst>
                <a:ext uri="{FF2B5EF4-FFF2-40B4-BE49-F238E27FC236}">
                  <a16:creationId xmlns:a16="http://schemas.microsoft.com/office/drawing/2014/main" id="{766558EB-D030-3D14-6711-F631392249C0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7" name="TextBox 386">
            <a:extLst>
              <a:ext uri="{FF2B5EF4-FFF2-40B4-BE49-F238E27FC236}">
                <a16:creationId xmlns:a16="http://schemas.microsoft.com/office/drawing/2014/main" id="{8B428F9F-2C4D-7C98-09EC-322E0F3316B7}"/>
              </a:ext>
            </a:extLst>
          </p:cNvPr>
          <p:cNvSpPr txBox="1"/>
          <p:nvPr/>
        </p:nvSpPr>
        <p:spPr>
          <a:xfrm>
            <a:off x="1201971" y="4107570"/>
            <a:ext cx="966316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LESSON:</a:t>
            </a:r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015E248F-DDC5-9217-196E-E9F78473E71F}"/>
              </a:ext>
            </a:extLst>
          </p:cNvPr>
          <p:cNvSpPr txBox="1"/>
          <p:nvPr/>
        </p:nvSpPr>
        <p:spPr>
          <a:xfrm>
            <a:off x="5260745" y="1291546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BCFDE6E8-67D4-02A9-0D9F-08488AC79881}"/>
              </a:ext>
            </a:extLst>
          </p:cNvPr>
          <p:cNvSpPr txBox="1"/>
          <p:nvPr/>
        </p:nvSpPr>
        <p:spPr>
          <a:xfrm rot="10800000">
            <a:off x="6196352" y="1335457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3E2A077A-31E7-DEB4-7392-E49CF40FC3E6}"/>
              </a:ext>
            </a:extLst>
          </p:cNvPr>
          <p:cNvSpPr txBox="1"/>
          <p:nvPr/>
        </p:nvSpPr>
        <p:spPr>
          <a:xfrm>
            <a:off x="5303381" y="1107451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-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2B2938F2-5D06-FF61-412F-656DF14FC739}"/>
              </a:ext>
            </a:extLst>
          </p:cNvPr>
          <p:cNvSpPr txBox="1"/>
          <p:nvPr/>
        </p:nvSpPr>
        <p:spPr>
          <a:xfrm>
            <a:off x="6238988" y="1139049"/>
            <a:ext cx="7349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</a:p>
        </p:txBody>
      </p:sp>
      <p:pic>
        <p:nvPicPr>
          <p:cNvPr id="395" name="Picture 394" descr="A white arrows in a black background&#10;&#10;AI-generated content may be incorrect.">
            <a:extLst>
              <a:ext uri="{FF2B5EF4-FFF2-40B4-BE49-F238E27FC236}">
                <a16:creationId xmlns:a16="http://schemas.microsoft.com/office/drawing/2014/main" id="{CEAF0500-064A-CA44-1886-5755D65BBB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606" y="4109475"/>
            <a:ext cx="337859" cy="246050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1671353B-B31F-D4F7-A2F2-41CB85913896}"/>
              </a:ext>
            </a:extLst>
          </p:cNvPr>
          <p:cNvSpPr/>
          <p:nvPr/>
        </p:nvSpPr>
        <p:spPr>
          <a:xfrm>
            <a:off x="105619" y="6051324"/>
            <a:ext cx="545989" cy="429981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67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16C14-E3FA-CFDE-D00F-1F860901F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9EE4C8A-73AE-D880-3C83-7C35F1919124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248B6D-5D02-94A7-04B8-D0B0242278B5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2113AC-DFED-3705-868B-C40EA69062CE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84A992C-1AE0-7EBF-E2AC-F0E27B68AE80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114C1BB-D1D9-CA07-32E3-DC9873788B6E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72539A6-05DE-92C7-7375-9FCF2B143387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496BE83-8E1F-AC57-085F-08C94C3BE648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3EF30659-BFF5-84BB-9A90-BEE53A6007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E56BBF5-6F5D-C970-D0EF-C74FE2BE3B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6CADFC1-93B8-2188-AD0D-FDF09B58AA20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3A12EE4A-DE6B-597D-9087-521A00703378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solidFill>
              <a:srgbClr val="FF6600"/>
            </a:soli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6040F82-4833-37BC-77DB-75560EFE936F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EC216214-1C60-4BBA-CC81-DD153D102DEC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E62D4969-F92E-89DB-ED57-33B21E81098E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7D3724AB-F540-9E44-F423-F8AE7A4592D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29117ADF-A573-8952-0F55-F2E0B54E47FD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1E47E31-9D62-FF2F-6123-3A7736EA8664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C78928C0-990A-50C5-E149-01D6020B8A58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BF7244B-A97D-89FB-54FA-577A03314956}"/>
              </a:ext>
            </a:extLst>
          </p:cNvPr>
          <p:cNvSpPr/>
          <p:nvPr/>
        </p:nvSpPr>
        <p:spPr>
          <a:xfrm>
            <a:off x="3430302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DFAA2D1-89E0-BC50-4690-570187A85C3F}"/>
              </a:ext>
            </a:extLst>
          </p:cNvPr>
          <p:cNvSpPr txBox="1"/>
          <p:nvPr/>
        </p:nvSpPr>
        <p:spPr>
          <a:xfrm>
            <a:off x="4757647" y="5728609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F82DC8-5862-1394-F07F-077F5520AC89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2F2629E-A23F-330B-AABE-11639DCDBC68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0224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72018C09-82D7-DD1E-2D0B-7DA1BE42E257}"/>
              </a:ext>
            </a:extLst>
          </p:cNvPr>
          <p:cNvGrpSpPr/>
          <p:nvPr/>
        </p:nvGrpSpPr>
        <p:grpSpPr>
          <a:xfrm>
            <a:off x="749673" y="6000752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30D3F746-180A-B547-20EF-F9B3D8DC2D45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FD59ECEB-A3AE-358A-FCCF-80D5BBD07B78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D7F21536-224B-C6E1-BFB9-B715CAF14EDC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C0886295-238E-9D2C-C78B-BF2911444713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0839C60F-F7CF-A998-34D0-BD582E79758D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84698107-5398-B595-1F23-282C12FF4A76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DE745A6-33DC-3286-1517-802DC3270D30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F4F54825-B05F-2092-8198-1902C59671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57F8413-FD4A-9256-72FC-C7DD60D516DE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453D2F3-9759-BA75-F15D-C7F184802F25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27370844-6AA5-57E3-CA58-4D757D5EF534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E7ABFC4F-48FE-B338-1B84-6066DC3D3639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591E4F65-1623-C2C2-F5F9-7AB3C69FEC0C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DFE0654-DA96-263D-89FC-625105AD27EC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1B2E3BBE-E4B6-4DCC-6B6B-BB817DF2C1D1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F09030D-D49D-138F-4CFA-F4062FC7C88E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0B3C2D30-C753-2CD8-BBEE-C0838A52CA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5CF75104-E067-5C7C-C947-4C000026838B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E86DC47C-56AC-4650-4D1A-EA2A0A8B75D1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BFACAAA-4A56-2139-3B2C-4D8D9BFF45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1C63B80-8C14-DD6E-8F62-768847067F5A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66DCC3-4105-8C8D-4BDA-0C5A2FA1900B}"/>
              </a:ext>
            </a:extLst>
          </p:cNvPr>
          <p:cNvGrpSpPr/>
          <p:nvPr/>
        </p:nvGrpSpPr>
        <p:grpSpPr>
          <a:xfrm>
            <a:off x="76100" y="6071647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A89FB65-75CD-C9B2-5C32-5334317821F4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166DD3C-C746-EEFC-A966-87C5B9CBBA05}"/>
                </a:ext>
              </a:extLst>
            </p:cNvPr>
            <p:cNvSpPr txBox="1"/>
            <p:nvPr/>
          </p:nvSpPr>
          <p:spPr>
            <a:xfrm>
              <a:off x="267137" y="6080077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0B469E6-50D8-8399-AA6B-5C3A10E51134}"/>
              </a:ext>
            </a:extLst>
          </p:cNvPr>
          <p:cNvSpPr txBox="1"/>
          <p:nvPr/>
        </p:nvSpPr>
        <p:spPr>
          <a:xfrm>
            <a:off x="56790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560D15-529F-E524-2FBA-4DF17B0E05D1}"/>
              </a:ext>
            </a:extLst>
          </p:cNvPr>
          <p:cNvSpPr txBox="1"/>
          <p:nvPr/>
        </p:nvSpPr>
        <p:spPr>
          <a:xfrm>
            <a:off x="4557719" y="1153876"/>
            <a:ext cx="30781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SCALAR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0975DD-DBEB-2312-B019-CFEEC9655781}"/>
              </a:ext>
            </a:extLst>
          </p:cNvPr>
          <p:cNvSpPr txBox="1"/>
          <p:nvPr/>
        </p:nvSpPr>
        <p:spPr>
          <a:xfrm>
            <a:off x="5445463" y="1381574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Scalar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E2A60B5-3AEE-39D0-8E57-03D26E31B174}"/>
              </a:ext>
            </a:extLst>
          </p:cNvPr>
          <p:cNvSpPr txBox="1"/>
          <p:nvPr/>
        </p:nvSpPr>
        <p:spPr>
          <a:xfrm>
            <a:off x="5478809" y="1554221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 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D75F4C6-34A8-D3D8-EA66-353EB2D617E5}"/>
              </a:ext>
            </a:extLst>
          </p:cNvPr>
          <p:cNvSpPr txBox="1"/>
          <p:nvPr/>
        </p:nvSpPr>
        <p:spPr>
          <a:xfrm>
            <a:off x="9639681" y="2184996"/>
            <a:ext cx="1092050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SUB TOPICS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100824B-69E2-255E-E9AC-E5BA28B06306}"/>
              </a:ext>
            </a:extLst>
          </p:cNvPr>
          <p:cNvGrpSpPr/>
          <p:nvPr/>
        </p:nvGrpSpPr>
        <p:grpSpPr>
          <a:xfrm>
            <a:off x="37013" y="2455719"/>
            <a:ext cx="3347034" cy="348025"/>
            <a:chOff x="59847" y="2704217"/>
            <a:chExt cx="2494431" cy="276999"/>
          </a:xfrm>
          <a:effectLst/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037B194-31BD-2375-F6B2-79C3909A3BFD}"/>
                </a:ext>
              </a:extLst>
            </p:cNvPr>
            <p:cNvSpPr txBox="1"/>
            <p:nvPr/>
          </p:nvSpPr>
          <p:spPr>
            <a:xfrm>
              <a:off x="59847" y="2733108"/>
              <a:ext cx="251998" cy="17147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</a:p>
          </p:txBody>
        </p:sp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94DCA28D-089E-015E-C392-416957260144}"/>
                </a:ext>
              </a:extLst>
            </p:cNvPr>
            <p:cNvSpPr/>
            <p:nvPr/>
          </p:nvSpPr>
          <p:spPr>
            <a:xfrm>
              <a:off x="250913" y="2704217"/>
              <a:ext cx="2303365" cy="276999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2808325-4BD0-FFA6-A78B-DD7EE6F1C4A0}"/>
                </a:ext>
              </a:extLst>
            </p:cNvPr>
            <p:cNvSpPr txBox="1"/>
            <p:nvPr/>
          </p:nvSpPr>
          <p:spPr>
            <a:xfrm>
              <a:off x="243309" y="2755673"/>
              <a:ext cx="2015451" cy="17147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EXPLAIN</a:t>
              </a:r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something…..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E335333-CA67-2A01-9360-9CFBC40A2C91}"/>
              </a:ext>
            </a:extLst>
          </p:cNvPr>
          <p:cNvGrpSpPr/>
          <p:nvPr/>
        </p:nvGrpSpPr>
        <p:grpSpPr>
          <a:xfrm>
            <a:off x="28692" y="3030191"/>
            <a:ext cx="3355355" cy="348025"/>
            <a:chOff x="51625" y="3359278"/>
            <a:chExt cx="3355355" cy="348025"/>
          </a:xfrm>
        </p:grpSpPr>
        <p:sp>
          <p:nvSpPr>
            <p:cNvPr id="86" name="Rectangle: Rounded Corners 85">
              <a:extLst>
                <a:ext uri="{FF2B5EF4-FFF2-40B4-BE49-F238E27FC236}">
                  <a16:creationId xmlns:a16="http://schemas.microsoft.com/office/drawing/2014/main" id="{987CC01E-7AFF-C50E-5DA7-8D8726B59671}"/>
                </a:ext>
              </a:extLst>
            </p:cNvPr>
            <p:cNvSpPr/>
            <p:nvPr/>
          </p:nvSpPr>
          <p:spPr>
            <a:xfrm>
              <a:off x="293386" y="3359278"/>
              <a:ext cx="3113594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0">
                  <a:schemeClr val="bg2">
                    <a:lumMod val="10000"/>
                  </a:schemeClr>
                </a:gs>
                <a:gs pos="69000">
                  <a:schemeClr val="tx1">
                    <a:lumMod val="95000"/>
                    <a:lumOff val="5000"/>
                  </a:schemeClr>
                </a:gs>
                <a:gs pos="97000">
                  <a:schemeClr val="tx1"/>
                </a:gs>
              </a:gsLst>
              <a:lin ang="13500000" scaled="1"/>
              <a:tileRect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6F3301D0-50E8-C368-5C5E-256B82586B56}"/>
                </a:ext>
              </a:extLst>
            </p:cNvPr>
            <p:cNvSpPr txBox="1"/>
            <p:nvPr/>
          </p:nvSpPr>
          <p:spPr>
            <a:xfrm>
              <a:off x="51625" y="3419004"/>
              <a:ext cx="296433" cy="21544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0F3B015F-8E8B-5047-C492-BF402A55C389}"/>
                </a:ext>
              </a:extLst>
            </p:cNvPr>
            <p:cNvSpPr txBox="1"/>
            <p:nvPr/>
          </p:nvSpPr>
          <p:spPr>
            <a:xfrm>
              <a:off x="293386" y="3438626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 something…..</a:t>
              </a: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209E3E2F-1C34-40C6-9122-93C6D1DC51FF}"/>
              </a:ext>
            </a:extLst>
          </p:cNvPr>
          <p:cNvGrpSpPr/>
          <p:nvPr/>
        </p:nvGrpSpPr>
        <p:grpSpPr>
          <a:xfrm>
            <a:off x="4150527" y="3135769"/>
            <a:ext cx="3716209" cy="348025"/>
            <a:chOff x="3073706" y="3906468"/>
            <a:chExt cx="3033744" cy="348025"/>
          </a:xfrm>
        </p:grpSpPr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A7DE068-44FE-96D1-B919-50BD51AF3B1B}"/>
                </a:ext>
              </a:extLst>
            </p:cNvPr>
            <p:cNvSpPr/>
            <p:nvPr/>
          </p:nvSpPr>
          <p:spPr>
            <a:xfrm>
              <a:off x="3397932" y="3906468"/>
              <a:ext cx="2709518" cy="348025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  <a:effectLst>
              <a:glow rad="254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DC94E992-43E4-6533-65F6-E00B1CB0F4EB}"/>
                </a:ext>
              </a:extLst>
            </p:cNvPr>
            <p:cNvSpPr txBox="1"/>
            <p:nvPr/>
          </p:nvSpPr>
          <p:spPr>
            <a:xfrm>
              <a:off x="3073706" y="3959880"/>
              <a:ext cx="449959" cy="24622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1.3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FBB8891-15A8-7088-8FE1-0478364BAB75}"/>
                </a:ext>
              </a:extLst>
            </p:cNvPr>
            <p:cNvSpPr txBox="1"/>
            <p:nvPr/>
          </p:nvSpPr>
          <p:spPr>
            <a:xfrm>
              <a:off x="3394346" y="3981304"/>
              <a:ext cx="237083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Enter text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FCC0777C-A908-E72D-3D75-DD0FA5CA017D}"/>
                </a:ext>
              </a:extLst>
            </p:cNvPr>
            <p:cNvSpPr txBox="1"/>
            <p:nvPr/>
          </p:nvSpPr>
          <p:spPr>
            <a:xfrm>
              <a:off x="5867408" y="3919344"/>
              <a:ext cx="233828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2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08AAEF9-4BAD-08CD-A0F5-E971C28F03C4}"/>
              </a:ext>
            </a:extLst>
          </p:cNvPr>
          <p:cNvGrpSpPr/>
          <p:nvPr/>
        </p:nvGrpSpPr>
        <p:grpSpPr>
          <a:xfrm>
            <a:off x="4146359" y="2467123"/>
            <a:ext cx="3725404" cy="513618"/>
            <a:chOff x="3806114" y="2467123"/>
            <a:chExt cx="3725404" cy="513618"/>
          </a:xfrm>
        </p:grpSpPr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C6726292-186B-C0FE-E1C6-0164026DB761}"/>
                </a:ext>
              </a:extLst>
            </p:cNvPr>
            <p:cNvGrpSpPr/>
            <p:nvPr/>
          </p:nvGrpSpPr>
          <p:grpSpPr>
            <a:xfrm>
              <a:off x="3810412" y="2632716"/>
              <a:ext cx="3721106" cy="348025"/>
              <a:chOff x="3063494" y="2661291"/>
              <a:chExt cx="3037742" cy="348025"/>
            </a:xfrm>
          </p:grpSpPr>
          <p:sp>
            <p:nvSpPr>
              <p:cNvPr id="150" name="Rectangle: Rounded Corners 149">
                <a:extLst>
                  <a:ext uri="{FF2B5EF4-FFF2-40B4-BE49-F238E27FC236}">
                    <a16:creationId xmlns:a16="http://schemas.microsoft.com/office/drawing/2014/main" id="{503A0884-7342-9961-A820-0E86310B774D}"/>
                  </a:ext>
                </a:extLst>
              </p:cNvPr>
              <p:cNvSpPr/>
              <p:nvPr/>
            </p:nvSpPr>
            <p:spPr>
              <a:xfrm>
                <a:off x="3391718" y="2661291"/>
                <a:ext cx="2709518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9464004B-A1D1-0D3C-4FCC-9A3534CB5A75}"/>
                  </a:ext>
                </a:extLst>
              </p:cNvPr>
              <p:cNvGrpSpPr/>
              <p:nvPr/>
            </p:nvGrpSpPr>
            <p:grpSpPr>
              <a:xfrm>
                <a:off x="3063494" y="2703369"/>
                <a:ext cx="2719119" cy="246220"/>
                <a:chOff x="3063494" y="2703369"/>
                <a:chExt cx="2719119" cy="246220"/>
              </a:xfrm>
            </p:grpSpPr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4C26F23-E208-09E8-BB60-26026613C225}"/>
                    </a:ext>
                  </a:extLst>
                </p:cNvPr>
                <p:cNvSpPr txBox="1"/>
                <p:nvPr/>
              </p:nvSpPr>
              <p:spPr>
                <a:xfrm>
                  <a:off x="3063494" y="2703369"/>
                  <a:ext cx="449959" cy="246220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000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1.2</a:t>
                  </a:r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628CC534-9FCF-48E1-AD0A-E32A43D8B688}"/>
                    </a:ext>
                  </a:extLst>
                </p:cNvPr>
                <p:cNvSpPr txBox="1"/>
                <p:nvPr/>
              </p:nvSpPr>
              <p:spPr>
                <a:xfrm>
                  <a:off x="3411777" y="2745574"/>
                  <a:ext cx="2370836" cy="184666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600" i="1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Components of something</a:t>
                  </a:r>
                </a:p>
              </p:txBody>
            </p:sp>
          </p:grpSp>
        </p:grpSp>
        <p:sp>
          <p:nvSpPr>
            <p:cNvPr id="130" name="Rectangle: Rounded Corners 129">
              <a:extLst>
                <a:ext uri="{FF2B5EF4-FFF2-40B4-BE49-F238E27FC236}">
                  <a16:creationId xmlns:a16="http://schemas.microsoft.com/office/drawing/2014/main" id="{2A8A9353-CD3E-0AA1-3817-76B2A5EB780D}"/>
                </a:ext>
              </a:extLst>
            </p:cNvPr>
            <p:cNvSpPr/>
            <p:nvPr/>
          </p:nvSpPr>
          <p:spPr>
            <a:xfrm>
              <a:off x="4211728" y="2467123"/>
              <a:ext cx="3319046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100000">
                  <a:schemeClr val="bg2">
                    <a:lumMod val="25000"/>
                  </a:schemeClr>
                </a:gs>
                <a:gs pos="30000">
                  <a:schemeClr val="bg2">
                    <a:lumMod val="10000"/>
                  </a:schemeClr>
                </a:gs>
                <a:gs pos="14000">
                  <a:schemeClr val="bg2">
                    <a:lumMod val="10000"/>
                  </a:schemeClr>
                </a:gs>
                <a:gs pos="0">
                  <a:schemeClr val="bg2">
                    <a:lumMod val="1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78B21A6D-84F9-F037-89E9-0DD45A6B6247}"/>
                </a:ext>
              </a:extLst>
            </p:cNvPr>
            <p:cNvSpPr txBox="1"/>
            <p:nvPr/>
          </p:nvSpPr>
          <p:spPr>
            <a:xfrm>
              <a:off x="4250891" y="2542570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Fundamentals of something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21F8164-1B69-C61C-E04A-67900B1DE8FF}"/>
                </a:ext>
              </a:extLst>
            </p:cNvPr>
            <p:cNvSpPr txBox="1"/>
            <p:nvPr/>
          </p:nvSpPr>
          <p:spPr>
            <a:xfrm>
              <a:off x="3806114" y="2504871"/>
              <a:ext cx="449959" cy="24622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</a:t>
              </a:r>
            </a:p>
          </p:txBody>
        </p:sp>
      </p:grp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B4181CD4-4CE6-04F5-33F3-14372AD6AF70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15C962C6-3027-04C7-00F2-3397A9D2B61E}"/>
              </a:ext>
            </a:extLst>
          </p:cNvPr>
          <p:cNvGrpSpPr/>
          <p:nvPr/>
        </p:nvGrpSpPr>
        <p:grpSpPr>
          <a:xfrm>
            <a:off x="8164544" y="2474905"/>
            <a:ext cx="3725404" cy="554456"/>
            <a:chOff x="8005053" y="2474905"/>
            <a:chExt cx="3725404" cy="554456"/>
          </a:xfrm>
        </p:grpSpPr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CD54C9AE-803F-3D5F-08B9-66A93D1D1F38}"/>
                </a:ext>
              </a:extLst>
            </p:cNvPr>
            <p:cNvGrpSpPr/>
            <p:nvPr/>
          </p:nvGrpSpPr>
          <p:grpSpPr>
            <a:xfrm>
              <a:off x="8009167" y="2681336"/>
              <a:ext cx="3721106" cy="348025"/>
              <a:chOff x="8002240" y="3537487"/>
              <a:chExt cx="3721106" cy="348025"/>
            </a:xfrm>
          </p:grpSpPr>
          <p:sp>
            <p:nvSpPr>
              <p:cNvPr id="178" name="Rectangle: Rounded Corners 177">
                <a:extLst>
                  <a:ext uri="{FF2B5EF4-FFF2-40B4-BE49-F238E27FC236}">
                    <a16:creationId xmlns:a16="http://schemas.microsoft.com/office/drawing/2014/main" id="{4281F8C6-1112-8687-FB80-D75DDBA0F551}"/>
                  </a:ext>
                </a:extLst>
              </p:cNvPr>
              <p:cNvSpPr/>
              <p:nvPr/>
            </p:nvSpPr>
            <p:spPr>
              <a:xfrm>
                <a:off x="8404301" y="3537487"/>
                <a:ext cx="3319045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C09593E7-8B55-0760-D208-9B2AEA320E15}"/>
                  </a:ext>
                </a:extLst>
              </p:cNvPr>
              <p:cNvSpPr txBox="1"/>
              <p:nvPr/>
            </p:nvSpPr>
            <p:spPr>
              <a:xfrm>
                <a:off x="8002240" y="3579565"/>
                <a:ext cx="551181" cy="246220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1.1.3</a:t>
                </a:r>
              </a:p>
            </p:txBody>
          </p:sp>
        </p:grp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CFB79878-0A2F-EA5B-AA8E-80FF2B1ED715}"/>
                </a:ext>
              </a:extLst>
            </p:cNvPr>
            <p:cNvGrpSpPr/>
            <p:nvPr/>
          </p:nvGrpSpPr>
          <p:grpSpPr>
            <a:xfrm>
              <a:off x="8005053" y="2474905"/>
              <a:ext cx="3725404" cy="450288"/>
              <a:chOff x="3806114" y="2467123"/>
              <a:chExt cx="3725404" cy="450288"/>
            </a:xfrm>
          </p:grpSpPr>
          <p:grpSp>
            <p:nvGrpSpPr>
              <p:cNvPr id="161" name="Group 160">
                <a:extLst>
                  <a:ext uri="{FF2B5EF4-FFF2-40B4-BE49-F238E27FC236}">
                    <a16:creationId xmlns:a16="http://schemas.microsoft.com/office/drawing/2014/main" id="{3209DEC2-B887-AD15-8724-62E2038A435F}"/>
                  </a:ext>
                </a:extLst>
              </p:cNvPr>
              <p:cNvGrpSpPr/>
              <p:nvPr/>
            </p:nvGrpSpPr>
            <p:grpSpPr>
              <a:xfrm>
                <a:off x="3810412" y="2569386"/>
                <a:ext cx="3721106" cy="348025"/>
                <a:chOff x="3063494" y="2597961"/>
                <a:chExt cx="3037742" cy="348025"/>
              </a:xfrm>
            </p:grpSpPr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EB7B190B-8049-85F0-7402-1E8076417292}"/>
                    </a:ext>
                  </a:extLst>
                </p:cNvPr>
                <p:cNvSpPr/>
                <p:nvPr/>
              </p:nvSpPr>
              <p:spPr>
                <a:xfrm>
                  <a:off x="3391718" y="2597961"/>
                  <a:ext cx="2709518" cy="348025"/>
                </a:xfrm>
                <a:prstGeom prst="roundRect">
                  <a:avLst>
                    <a:gd name="adj" fmla="val 50000"/>
                  </a:avLst>
                </a:prstGeom>
                <a:noFill/>
                <a:ln w="6350" cap="sq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46000">
                        <a:schemeClr val="bg2">
                          <a:lumMod val="75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600">
                    <a:latin typeface="Candara" panose="020E0502030303020204" pitchFamily="34" charset="0"/>
                  </a:endParaRPr>
                </a:p>
              </p:txBody>
            </p:sp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0B1F7C11-1B8A-EC1D-7313-3FD9318910E2}"/>
                    </a:ext>
                  </a:extLst>
                </p:cNvPr>
                <p:cNvGrpSpPr/>
                <p:nvPr/>
              </p:nvGrpSpPr>
              <p:grpSpPr>
                <a:xfrm>
                  <a:off x="3063494" y="2640039"/>
                  <a:ext cx="2736084" cy="246220"/>
                  <a:chOff x="3063494" y="2640039"/>
                  <a:chExt cx="2736084" cy="246220"/>
                </a:xfrm>
              </p:grpSpPr>
              <p:sp>
                <p:nvSpPr>
                  <p:cNvPr id="167" name="TextBox 166">
                    <a:extLst>
                      <a:ext uri="{FF2B5EF4-FFF2-40B4-BE49-F238E27FC236}">
                        <a16:creationId xmlns:a16="http://schemas.microsoft.com/office/drawing/2014/main" id="{3C38B0D1-03C8-EA0A-04F3-2E6ED30EBEF9}"/>
                      </a:ext>
                    </a:extLst>
                  </p:cNvPr>
                  <p:cNvSpPr txBox="1"/>
                  <p:nvPr/>
                </p:nvSpPr>
                <p:spPr>
                  <a:xfrm>
                    <a:off x="3063494" y="2640039"/>
                    <a:ext cx="449959" cy="2462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000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1.1.2</a:t>
                    </a:r>
                  </a:p>
                </p:txBody>
              </p: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6E0C2C6D-1284-503D-8FD1-3C0343EC85BD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742" y="2675317"/>
                    <a:ext cx="2370836" cy="184666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600" i="1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Parts of something</a:t>
                    </a:r>
                  </a:p>
                </p:txBody>
              </p:sp>
            </p:grpSp>
          </p:grpSp>
          <p:sp>
            <p:nvSpPr>
              <p:cNvPr id="162" name="Rectangle: Rounded Corners 161">
                <a:extLst>
                  <a:ext uri="{FF2B5EF4-FFF2-40B4-BE49-F238E27FC236}">
                    <a16:creationId xmlns:a16="http://schemas.microsoft.com/office/drawing/2014/main" id="{E5E4BFE0-BBCD-7E24-8E5C-6255760DDABB}"/>
                  </a:ext>
                </a:extLst>
              </p:cNvPr>
              <p:cNvSpPr/>
              <p:nvPr/>
            </p:nvSpPr>
            <p:spPr>
              <a:xfrm>
                <a:off x="4211728" y="2467123"/>
                <a:ext cx="3319046" cy="348025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100000">
                    <a:schemeClr val="bg2">
                      <a:lumMod val="25000"/>
                    </a:schemeClr>
                  </a:gs>
                  <a:gs pos="30000">
                    <a:schemeClr val="bg2">
                      <a:lumMod val="10000"/>
                    </a:schemeClr>
                  </a:gs>
                  <a:gs pos="14000">
                    <a:schemeClr val="bg2">
                      <a:lumMod val="10000"/>
                    </a:schemeClr>
                  </a:gs>
                  <a:gs pos="0">
                    <a:schemeClr val="bg2">
                      <a:lumMod val="1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653C7FE3-2680-B7C8-FE1A-DBB8590465EA}"/>
                  </a:ext>
                </a:extLst>
              </p:cNvPr>
              <p:cNvSpPr txBox="1"/>
              <p:nvPr/>
            </p:nvSpPr>
            <p:spPr>
              <a:xfrm>
                <a:off x="4250891" y="2542570"/>
                <a:ext cx="2370836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i="1" spc="150" dirty="0">
                    <a:solidFill>
                      <a:schemeClr val="bg2">
                        <a:lumMod val="2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Introduction to something</a:t>
                </a:r>
                <a:endPara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F078F896-2849-7CAA-839D-93293D035380}"/>
                  </a:ext>
                </a:extLst>
              </p:cNvPr>
              <p:cNvSpPr txBox="1"/>
              <p:nvPr/>
            </p:nvSpPr>
            <p:spPr>
              <a:xfrm>
                <a:off x="3806114" y="2504871"/>
                <a:ext cx="551181" cy="246221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1.1.1</a:t>
                </a:r>
              </a:p>
            </p:txBody>
          </p:sp>
        </p:grp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7732F58-5E46-0156-8189-83BF0BA22709}"/>
              </a:ext>
            </a:extLst>
          </p:cNvPr>
          <p:cNvGrpSpPr/>
          <p:nvPr/>
        </p:nvGrpSpPr>
        <p:grpSpPr>
          <a:xfrm>
            <a:off x="8162691" y="3105337"/>
            <a:ext cx="3725404" cy="554456"/>
            <a:chOff x="8005053" y="2474905"/>
            <a:chExt cx="3725404" cy="554456"/>
          </a:xfrm>
        </p:grpSpPr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020FFBAD-BF30-36B8-1235-F2F1EBE91956}"/>
                </a:ext>
              </a:extLst>
            </p:cNvPr>
            <p:cNvGrpSpPr/>
            <p:nvPr/>
          </p:nvGrpSpPr>
          <p:grpSpPr>
            <a:xfrm>
              <a:off x="8009167" y="2681336"/>
              <a:ext cx="3721106" cy="348025"/>
              <a:chOff x="8002240" y="3537487"/>
              <a:chExt cx="3721106" cy="348025"/>
            </a:xfrm>
          </p:grpSpPr>
          <p:sp>
            <p:nvSpPr>
              <p:cNvPr id="194" name="Rectangle: Rounded Corners 193">
                <a:extLst>
                  <a:ext uri="{FF2B5EF4-FFF2-40B4-BE49-F238E27FC236}">
                    <a16:creationId xmlns:a16="http://schemas.microsoft.com/office/drawing/2014/main" id="{1AF2F7EB-AC36-AC21-2F9E-02A81719DC37}"/>
                  </a:ext>
                </a:extLst>
              </p:cNvPr>
              <p:cNvSpPr/>
              <p:nvPr/>
            </p:nvSpPr>
            <p:spPr>
              <a:xfrm>
                <a:off x="8404301" y="3537487"/>
                <a:ext cx="3319045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ED228817-8DCE-A999-1090-7D8AEDA05A80}"/>
                  </a:ext>
                </a:extLst>
              </p:cNvPr>
              <p:cNvSpPr txBox="1"/>
              <p:nvPr/>
            </p:nvSpPr>
            <p:spPr>
              <a:xfrm>
                <a:off x="8002240" y="3579565"/>
                <a:ext cx="551181" cy="246220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1.2.3</a:t>
                </a:r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4F90219D-F9C1-B41E-F41F-19D3C1C60C85}"/>
                </a:ext>
              </a:extLst>
            </p:cNvPr>
            <p:cNvGrpSpPr/>
            <p:nvPr/>
          </p:nvGrpSpPr>
          <p:grpSpPr>
            <a:xfrm>
              <a:off x="8005053" y="2474905"/>
              <a:ext cx="3725404" cy="450288"/>
              <a:chOff x="3806114" y="2467123"/>
              <a:chExt cx="3725404" cy="450288"/>
            </a:xfrm>
          </p:grpSpPr>
          <p:grpSp>
            <p:nvGrpSpPr>
              <p:cNvPr id="186" name="Group 185">
                <a:extLst>
                  <a:ext uri="{FF2B5EF4-FFF2-40B4-BE49-F238E27FC236}">
                    <a16:creationId xmlns:a16="http://schemas.microsoft.com/office/drawing/2014/main" id="{A3F600A5-81B2-7432-714C-5A007EB8CCB1}"/>
                  </a:ext>
                </a:extLst>
              </p:cNvPr>
              <p:cNvGrpSpPr/>
              <p:nvPr/>
            </p:nvGrpSpPr>
            <p:grpSpPr>
              <a:xfrm>
                <a:off x="3810412" y="2569386"/>
                <a:ext cx="3721106" cy="348025"/>
                <a:chOff x="3063494" y="2597961"/>
                <a:chExt cx="3037742" cy="348025"/>
              </a:xfrm>
            </p:grpSpPr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CE0BA90A-5946-AC9A-1F5F-E76050D714BA}"/>
                    </a:ext>
                  </a:extLst>
                </p:cNvPr>
                <p:cNvSpPr/>
                <p:nvPr/>
              </p:nvSpPr>
              <p:spPr>
                <a:xfrm>
                  <a:off x="3391718" y="2597961"/>
                  <a:ext cx="2709518" cy="348025"/>
                </a:xfrm>
                <a:prstGeom prst="roundRect">
                  <a:avLst>
                    <a:gd name="adj" fmla="val 50000"/>
                  </a:avLst>
                </a:prstGeom>
                <a:noFill/>
                <a:ln w="6350" cap="sq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46000">
                        <a:schemeClr val="bg2">
                          <a:lumMod val="75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1600">
                    <a:latin typeface="Candara" panose="020E0502030303020204" pitchFamily="34" charset="0"/>
                  </a:endParaRPr>
                </a:p>
              </p:txBody>
            </p:sp>
            <p:grpSp>
              <p:nvGrpSpPr>
                <p:cNvPr id="191" name="Group 190">
                  <a:extLst>
                    <a:ext uri="{FF2B5EF4-FFF2-40B4-BE49-F238E27FC236}">
                      <a16:creationId xmlns:a16="http://schemas.microsoft.com/office/drawing/2014/main" id="{1681A689-5DAC-3272-BF50-6079EF176254}"/>
                    </a:ext>
                  </a:extLst>
                </p:cNvPr>
                <p:cNvGrpSpPr/>
                <p:nvPr/>
              </p:nvGrpSpPr>
              <p:grpSpPr>
                <a:xfrm>
                  <a:off x="3063494" y="2640039"/>
                  <a:ext cx="2736084" cy="246220"/>
                  <a:chOff x="3063494" y="2640039"/>
                  <a:chExt cx="2736084" cy="246220"/>
                </a:xfrm>
              </p:grpSpPr>
              <p:sp>
                <p:nvSpPr>
                  <p:cNvPr id="192" name="TextBox 191">
                    <a:extLst>
                      <a:ext uri="{FF2B5EF4-FFF2-40B4-BE49-F238E27FC236}">
                        <a16:creationId xmlns:a16="http://schemas.microsoft.com/office/drawing/2014/main" id="{38AC9F9B-1BEB-CA4C-3E36-79431D428DF1}"/>
                      </a:ext>
                    </a:extLst>
                  </p:cNvPr>
                  <p:cNvSpPr txBox="1"/>
                  <p:nvPr/>
                </p:nvSpPr>
                <p:spPr>
                  <a:xfrm>
                    <a:off x="3063494" y="2640039"/>
                    <a:ext cx="449959" cy="246220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1000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1.2.2</a:t>
                    </a:r>
                  </a:p>
                </p:txBody>
              </p:sp>
              <p:sp>
                <p:nvSpPr>
                  <p:cNvPr id="193" name="TextBox 192">
                    <a:extLst>
                      <a:ext uri="{FF2B5EF4-FFF2-40B4-BE49-F238E27FC236}">
                        <a16:creationId xmlns:a16="http://schemas.microsoft.com/office/drawing/2014/main" id="{E099CB25-4D1F-616F-B9E9-3413DF7A6285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742" y="2675317"/>
                    <a:ext cx="2370836" cy="184666"/>
                  </a:xfrm>
                  <a:prstGeom prst="rect">
                    <a:avLst/>
                  </a:prstGeom>
                  <a:noFill/>
                  <a:effectLst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GB" sz="600" i="1" spc="150" dirty="0"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latin typeface="Candara" panose="020E0502030303020204" pitchFamily="34" charset="0"/>
                        <a:ea typeface="Cascadia Code" panose="020B0609020000020004" pitchFamily="49" charset="0"/>
                        <a:cs typeface="Cascadia Code" panose="020B0609020000020004" pitchFamily="49" charset="0"/>
                      </a:rPr>
                      <a:t>Parts of something</a:t>
                    </a:r>
                  </a:p>
                </p:txBody>
              </p:sp>
            </p:grpSp>
          </p:grpSp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40BA6FAE-8B47-FD08-33D2-933F28C3FDC0}"/>
                  </a:ext>
                </a:extLst>
              </p:cNvPr>
              <p:cNvSpPr/>
              <p:nvPr/>
            </p:nvSpPr>
            <p:spPr>
              <a:xfrm>
                <a:off x="4211728" y="2467123"/>
                <a:ext cx="3319046" cy="348025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100000">
                    <a:schemeClr val="bg2">
                      <a:lumMod val="25000"/>
                    </a:schemeClr>
                  </a:gs>
                  <a:gs pos="30000">
                    <a:schemeClr val="bg2">
                      <a:lumMod val="10000"/>
                    </a:schemeClr>
                  </a:gs>
                  <a:gs pos="14000">
                    <a:schemeClr val="bg2">
                      <a:lumMod val="10000"/>
                    </a:schemeClr>
                  </a:gs>
                  <a:gs pos="0">
                    <a:schemeClr val="bg2">
                      <a:lumMod val="1000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C315DCF3-D27B-9709-4BC1-490A5AFF8D2D}"/>
                  </a:ext>
                </a:extLst>
              </p:cNvPr>
              <p:cNvSpPr txBox="1"/>
              <p:nvPr/>
            </p:nvSpPr>
            <p:spPr>
              <a:xfrm>
                <a:off x="4250891" y="2542570"/>
                <a:ext cx="2370836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i="1" spc="150" dirty="0">
                    <a:solidFill>
                      <a:schemeClr val="bg2">
                        <a:lumMod val="2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History of something</a:t>
                </a:r>
                <a:endPara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F3846FD5-D425-DEB5-82E2-FD0C5CBCD26F}"/>
                  </a:ext>
                </a:extLst>
              </p:cNvPr>
              <p:cNvSpPr txBox="1"/>
              <p:nvPr/>
            </p:nvSpPr>
            <p:spPr>
              <a:xfrm>
                <a:off x="3806114" y="2504871"/>
                <a:ext cx="551181" cy="246221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1000" spc="150" dirty="0">
                    <a:solidFill>
                      <a:schemeClr val="bg2">
                        <a:lumMod val="2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1.2.1</a:t>
                </a:r>
              </a:p>
            </p:txBody>
          </p:sp>
        </p:grpSp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61DBA4EA-5FE8-A831-0E1D-6C12FAA0C98D}"/>
              </a:ext>
            </a:extLst>
          </p:cNvPr>
          <p:cNvGrpSpPr/>
          <p:nvPr/>
        </p:nvGrpSpPr>
        <p:grpSpPr>
          <a:xfrm>
            <a:off x="8132783" y="3768786"/>
            <a:ext cx="3770354" cy="513618"/>
            <a:chOff x="3761164" y="2467123"/>
            <a:chExt cx="3770354" cy="513618"/>
          </a:xfrm>
        </p:grpSpPr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D1397EAB-9D81-A5AE-6E29-C6AE6F5F5953}"/>
                </a:ext>
              </a:extLst>
            </p:cNvPr>
            <p:cNvGrpSpPr/>
            <p:nvPr/>
          </p:nvGrpSpPr>
          <p:grpSpPr>
            <a:xfrm>
              <a:off x="3770568" y="2632716"/>
              <a:ext cx="3760950" cy="348025"/>
              <a:chOff x="3030967" y="2661291"/>
              <a:chExt cx="3070269" cy="348025"/>
            </a:xfrm>
          </p:grpSpPr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794BE4F9-2FC9-F079-9C66-2D872C456C7E}"/>
                  </a:ext>
                </a:extLst>
              </p:cNvPr>
              <p:cNvSpPr/>
              <p:nvPr/>
            </p:nvSpPr>
            <p:spPr>
              <a:xfrm>
                <a:off x="3391718" y="2661291"/>
                <a:ext cx="2709518" cy="348025"/>
              </a:xfrm>
              <a:prstGeom prst="roundRect">
                <a:avLst>
                  <a:gd name="adj" fmla="val 50000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grpSp>
            <p:nvGrpSpPr>
              <p:cNvPr id="203" name="Group 202">
                <a:extLst>
                  <a:ext uri="{FF2B5EF4-FFF2-40B4-BE49-F238E27FC236}">
                    <a16:creationId xmlns:a16="http://schemas.microsoft.com/office/drawing/2014/main" id="{FAABBFC4-C424-323D-6C16-FA86E1FB9AB6}"/>
                  </a:ext>
                </a:extLst>
              </p:cNvPr>
              <p:cNvGrpSpPr/>
              <p:nvPr/>
            </p:nvGrpSpPr>
            <p:grpSpPr>
              <a:xfrm>
                <a:off x="3030967" y="2703369"/>
                <a:ext cx="2751646" cy="246220"/>
                <a:chOff x="3030967" y="2703369"/>
                <a:chExt cx="2751646" cy="246220"/>
              </a:xfrm>
            </p:grpSpPr>
            <p:sp>
              <p:nvSpPr>
                <p:cNvPr id="204" name="TextBox 203">
                  <a:extLst>
                    <a:ext uri="{FF2B5EF4-FFF2-40B4-BE49-F238E27FC236}">
                      <a16:creationId xmlns:a16="http://schemas.microsoft.com/office/drawing/2014/main" id="{DE4FC848-1D29-74D9-72DA-2C1FEDB474FF}"/>
                    </a:ext>
                  </a:extLst>
                </p:cNvPr>
                <p:cNvSpPr txBox="1"/>
                <p:nvPr/>
              </p:nvSpPr>
              <p:spPr>
                <a:xfrm>
                  <a:off x="3030967" y="2703369"/>
                  <a:ext cx="482487" cy="246220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000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1.3.2</a:t>
                  </a:r>
                </a:p>
              </p:txBody>
            </p:sp>
            <p:sp>
              <p:nvSpPr>
                <p:cNvPr id="205" name="TextBox 204">
                  <a:extLst>
                    <a:ext uri="{FF2B5EF4-FFF2-40B4-BE49-F238E27FC236}">
                      <a16:creationId xmlns:a16="http://schemas.microsoft.com/office/drawing/2014/main" id="{3C144AF8-049C-A0DA-B79D-B1BA18F35522}"/>
                    </a:ext>
                  </a:extLst>
                </p:cNvPr>
                <p:cNvSpPr txBox="1"/>
                <p:nvPr/>
              </p:nvSpPr>
              <p:spPr>
                <a:xfrm>
                  <a:off x="3411777" y="2745574"/>
                  <a:ext cx="2370836" cy="184666"/>
                </a:xfrm>
                <a:prstGeom prst="rect">
                  <a:avLst/>
                </a:prstGeom>
                <a:noFill/>
                <a:effectLst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600" i="1" spc="150" dirty="0">
                      <a:solidFill>
                        <a:schemeClr val="bg2">
                          <a:lumMod val="25000"/>
                        </a:schemeClr>
                      </a:solidFill>
                      <a:effectLst/>
                      <a:latin typeface="Candara" panose="020E0502030303020204" pitchFamily="34" charset="0"/>
                      <a:ea typeface="Cascadia Code" panose="020B0609020000020004" pitchFamily="49" charset="0"/>
                      <a:cs typeface="Cascadia Code" panose="020B0609020000020004" pitchFamily="49" charset="0"/>
                    </a:rPr>
                    <a:t>Components of something</a:t>
                  </a:r>
                </a:p>
              </p:txBody>
            </p:sp>
          </p:grpSp>
        </p:grpSp>
        <p:sp>
          <p:nvSpPr>
            <p:cNvPr id="199" name="Rectangle: Rounded Corners 198">
              <a:extLst>
                <a:ext uri="{FF2B5EF4-FFF2-40B4-BE49-F238E27FC236}">
                  <a16:creationId xmlns:a16="http://schemas.microsoft.com/office/drawing/2014/main" id="{E8041F3F-6780-34E9-0DCE-637DFD81E820}"/>
                </a:ext>
              </a:extLst>
            </p:cNvPr>
            <p:cNvSpPr/>
            <p:nvPr/>
          </p:nvSpPr>
          <p:spPr>
            <a:xfrm>
              <a:off x="4211728" y="2467123"/>
              <a:ext cx="3319046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100000">
                  <a:schemeClr val="bg2">
                    <a:lumMod val="25000"/>
                  </a:schemeClr>
                </a:gs>
                <a:gs pos="30000">
                  <a:schemeClr val="bg2">
                    <a:lumMod val="10000"/>
                  </a:schemeClr>
                </a:gs>
                <a:gs pos="14000">
                  <a:schemeClr val="bg2">
                    <a:lumMod val="10000"/>
                  </a:schemeClr>
                </a:gs>
                <a:gs pos="0">
                  <a:schemeClr val="bg2">
                    <a:lumMod val="1000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70E448D0-1ACB-4C40-89A2-6C4262867A2B}"/>
                </a:ext>
              </a:extLst>
            </p:cNvPr>
            <p:cNvSpPr txBox="1"/>
            <p:nvPr/>
          </p:nvSpPr>
          <p:spPr>
            <a:xfrm>
              <a:off x="4250891" y="2542570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Fundamentals of something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5FBC3B83-705D-FC45-57E0-9C400FB4E019}"/>
                </a:ext>
              </a:extLst>
            </p:cNvPr>
            <p:cNvSpPr txBox="1"/>
            <p:nvPr/>
          </p:nvSpPr>
          <p:spPr>
            <a:xfrm>
              <a:off x="3761164" y="2504871"/>
              <a:ext cx="494910" cy="246221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1.3.1</a:t>
              </a: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3BBEF6E9-46F8-FF0E-08D9-87E47CF21068}"/>
              </a:ext>
            </a:extLst>
          </p:cNvPr>
          <p:cNvGrpSpPr/>
          <p:nvPr/>
        </p:nvGrpSpPr>
        <p:grpSpPr>
          <a:xfrm>
            <a:off x="8132783" y="4395831"/>
            <a:ext cx="3769610" cy="348025"/>
            <a:chOff x="3030112" y="3906468"/>
            <a:chExt cx="3077338" cy="348025"/>
          </a:xfrm>
        </p:grpSpPr>
        <p:sp>
          <p:nvSpPr>
            <p:cNvPr id="207" name="Rectangle: Rounded Corners 206">
              <a:extLst>
                <a:ext uri="{FF2B5EF4-FFF2-40B4-BE49-F238E27FC236}">
                  <a16:creationId xmlns:a16="http://schemas.microsoft.com/office/drawing/2014/main" id="{9F836C14-0F4C-59E0-2307-8CB504789EDB}"/>
                </a:ext>
              </a:extLst>
            </p:cNvPr>
            <p:cNvSpPr/>
            <p:nvPr/>
          </p:nvSpPr>
          <p:spPr>
            <a:xfrm>
              <a:off x="3397932" y="3906468"/>
              <a:ext cx="2709518" cy="348025"/>
            </a:xfrm>
            <a:prstGeom prst="roundRect">
              <a:avLst>
                <a:gd name="adj" fmla="val 50000"/>
              </a:avLst>
            </a:prstGeom>
            <a:noFill/>
            <a:ln w="6350" cap="sq"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  <a:effectLst>
              <a:glow rad="254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7D5F5E8A-7F97-B0BC-93B1-53B48CA16E20}"/>
                </a:ext>
              </a:extLst>
            </p:cNvPr>
            <p:cNvSpPr txBox="1"/>
            <p:nvPr/>
          </p:nvSpPr>
          <p:spPr>
            <a:xfrm>
              <a:off x="3030112" y="3957370"/>
              <a:ext cx="449959" cy="246220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000" spc="150" dirty="0">
                  <a:solidFill>
                    <a:srgbClr val="00FF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1.3.3</a:t>
              </a: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B9D51F65-66EC-4833-E28D-E6FF920E1FF8}"/>
                </a:ext>
              </a:extLst>
            </p:cNvPr>
            <p:cNvSpPr txBox="1"/>
            <p:nvPr/>
          </p:nvSpPr>
          <p:spPr>
            <a:xfrm>
              <a:off x="3394346" y="3981304"/>
              <a:ext cx="2370836" cy="215444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Enter text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A5C7910-AF20-12DC-3554-B19E1FEDAE93}"/>
                </a:ext>
              </a:extLst>
            </p:cNvPr>
            <p:cNvSpPr txBox="1"/>
            <p:nvPr/>
          </p:nvSpPr>
          <p:spPr>
            <a:xfrm>
              <a:off x="5867408" y="3919344"/>
              <a:ext cx="233828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12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</p:grpSp>
      <p:sp>
        <p:nvSpPr>
          <p:cNvPr id="212" name="TextBox 211">
            <a:extLst>
              <a:ext uri="{FF2B5EF4-FFF2-40B4-BE49-F238E27FC236}">
                <a16:creationId xmlns:a16="http://schemas.microsoft.com/office/drawing/2014/main" id="{4CA114C7-54EA-3723-FA5A-F344EECF3BAC}"/>
              </a:ext>
            </a:extLst>
          </p:cNvPr>
          <p:cNvSpPr txBox="1"/>
          <p:nvPr/>
        </p:nvSpPr>
        <p:spPr>
          <a:xfrm>
            <a:off x="637471" y="2189075"/>
            <a:ext cx="2392425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OBJECTIVES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AC3B1CB0-35AA-2686-ED2E-C98DA6D4B633}"/>
              </a:ext>
            </a:extLst>
          </p:cNvPr>
          <p:cNvSpPr txBox="1"/>
          <p:nvPr/>
        </p:nvSpPr>
        <p:spPr>
          <a:xfrm>
            <a:off x="5720474" y="2197539"/>
            <a:ext cx="751049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7B2CD4D-DF2B-82BF-4375-A6AD4819655C}"/>
              </a:ext>
            </a:extLst>
          </p:cNvPr>
          <p:cNvSpPr/>
          <p:nvPr/>
        </p:nvSpPr>
        <p:spPr>
          <a:xfrm>
            <a:off x="5930725" y="1762006"/>
            <a:ext cx="357036" cy="312954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CD2367-24C7-64AE-2AB2-78D667481EB0}"/>
              </a:ext>
            </a:extLst>
          </p:cNvPr>
          <p:cNvGrpSpPr/>
          <p:nvPr/>
        </p:nvGrpSpPr>
        <p:grpSpPr>
          <a:xfrm>
            <a:off x="28692" y="3159541"/>
            <a:ext cx="3355355" cy="348025"/>
            <a:chOff x="51625" y="3359278"/>
            <a:chExt cx="3355355" cy="348025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D427BB0-7169-9B8C-0677-32784F66449E}"/>
                </a:ext>
              </a:extLst>
            </p:cNvPr>
            <p:cNvSpPr/>
            <p:nvPr/>
          </p:nvSpPr>
          <p:spPr>
            <a:xfrm>
              <a:off x="293386" y="3359278"/>
              <a:ext cx="3113594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0">
                  <a:schemeClr val="bg2">
                    <a:lumMod val="10000"/>
                  </a:schemeClr>
                </a:gs>
                <a:gs pos="69000">
                  <a:schemeClr val="tx1">
                    <a:lumMod val="95000"/>
                    <a:lumOff val="5000"/>
                  </a:schemeClr>
                </a:gs>
                <a:gs pos="97000">
                  <a:schemeClr val="tx1"/>
                </a:gs>
              </a:gsLst>
              <a:lin ang="13500000" scaled="1"/>
              <a:tileRect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7ACB4FA-AD26-48C2-740E-CE08C5BCB3AD}"/>
                </a:ext>
              </a:extLst>
            </p:cNvPr>
            <p:cNvSpPr txBox="1"/>
            <p:nvPr/>
          </p:nvSpPr>
          <p:spPr>
            <a:xfrm>
              <a:off x="51625" y="3419004"/>
              <a:ext cx="296433" cy="21544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3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DEFF342-DFC0-3CA5-1B7E-B0B9253E2467}"/>
                </a:ext>
              </a:extLst>
            </p:cNvPr>
            <p:cNvSpPr txBox="1"/>
            <p:nvPr/>
          </p:nvSpPr>
          <p:spPr>
            <a:xfrm>
              <a:off x="293386" y="3438626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 something…..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DC0D05D-59F1-C430-BA24-08001B1719B0}"/>
              </a:ext>
            </a:extLst>
          </p:cNvPr>
          <p:cNvGrpSpPr/>
          <p:nvPr/>
        </p:nvGrpSpPr>
        <p:grpSpPr>
          <a:xfrm>
            <a:off x="28692" y="3289069"/>
            <a:ext cx="3355355" cy="348025"/>
            <a:chOff x="51625" y="3359278"/>
            <a:chExt cx="3355355" cy="348025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BB82526C-70B4-67A6-2475-2C7F1EE25BA4}"/>
                </a:ext>
              </a:extLst>
            </p:cNvPr>
            <p:cNvSpPr/>
            <p:nvPr/>
          </p:nvSpPr>
          <p:spPr>
            <a:xfrm>
              <a:off x="293386" y="3359278"/>
              <a:ext cx="3113594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0">
                  <a:schemeClr val="bg2">
                    <a:lumMod val="10000"/>
                  </a:schemeClr>
                </a:gs>
                <a:gs pos="69000">
                  <a:schemeClr val="tx1">
                    <a:lumMod val="95000"/>
                    <a:lumOff val="5000"/>
                  </a:schemeClr>
                </a:gs>
                <a:gs pos="97000">
                  <a:schemeClr val="tx1"/>
                </a:gs>
              </a:gsLst>
              <a:lin ang="13500000" scaled="1"/>
              <a:tileRect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72C3DA3-8842-4F87-84E3-8629DAF03650}"/>
                </a:ext>
              </a:extLst>
            </p:cNvPr>
            <p:cNvSpPr txBox="1"/>
            <p:nvPr/>
          </p:nvSpPr>
          <p:spPr>
            <a:xfrm>
              <a:off x="51625" y="3419004"/>
              <a:ext cx="296433" cy="21544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4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771E1DB-33A3-D587-FA06-0BEBE9789E4A}"/>
                </a:ext>
              </a:extLst>
            </p:cNvPr>
            <p:cNvSpPr txBox="1"/>
            <p:nvPr/>
          </p:nvSpPr>
          <p:spPr>
            <a:xfrm>
              <a:off x="293386" y="3438626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 something…..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FA5518B-DFD0-D752-87D5-96FECEBF6737}"/>
              </a:ext>
            </a:extLst>
          </p:cNvPr>
          <p:cNvGrpSpPr/>
          <p:nvPr/>
        </p:nvGrpSpPr>
        <p:grpSpPr>
          <a:xfrm>
            <a:off x="28692" y="3418313"/>
            <a:ext cx="3355355" cy="348025"/>
            <a:chOff x="51625" y="3359278"/>
            <a:chExt cx="3355355" cy="348025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41C989D1-FCE1-FD01-B019-D7CA375F8799}"/>
                </a:ext>
              </a:extLst>
            </p:cNvPr>
            <p:cNvSpPr/>
            <p:nvPr/>
          </p:nvSpPr>
          <p:spPr>
            <a:xfrm>
              <a:off x="293386" y="3359278"/>
              <a:ext cx="3113594" cy="348025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2">
                    <a:lumMod val="25000"/>
                  </a:schemeClr>
                </a:gs>
                <a:gs pos="0">
                  <a:schemeClr val="bg2">
                    <a:lumMod val="10000"/>
                  </a:schemeClr>
                </a:gs>
                <a:gs pos="69000">
                  <a:schemeClr val="tx1">
                    <a:lumMod val="95000"/>
                    <a:lumOff val="5000"/>
                  </a:schemeClr>
                </a:gs>
                <a:gs pos="97000">
                  <a:schemeClr val="tx1"/>
                </a:gs>
              </a:gsLst>
              <a:lin ang="13500000" scaled="1"/>
              <a:tileRect/>
            </a:gradFill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F155362-2FDA-509C-B1E1-D000F822CAD2}"/>
                </a:ext>
              </a:extLst>
            </p:cNvPr>
            <p:cNvSpPr txBox="1"/>
            <p:nvPr/>
          </p:nvSpPr>
          <p:spPr>
            <a:xfrm>
              <a:off x="51625" y="3419004"/>
              <a:ext cx="296433" cy="21544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800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5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B47D84D-2CD9-F69C-492C-B4EDBC977BF7}"/>
                </a:ext>
              </a:extLst>
            </p:cNvPr>
            <p:cNvSpPr txBox="1"/>
            <p:nvPr/>
          </p:nvSpPr>
          <p:spPr>
            <a:xfrm>
              <a:off x="293386" y="3438626"/>
              <a:ext cx="237083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i="1" spc="150" dirty="0">
                  <a:solidFill>
                    <a:schemeClr val="bg2">
                      <a:lumMod val="2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 something…..</a:t>
              </a: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FE0D9E85-7C75-FA41-1801-CA3FF1388B48}"/>
              </a:ext>
            </a:extLst>
          </p:cNvPr>
          <p:cNvSpPr txBox="1"/>
          <p:nvPr/>
        </p:nvSpPr>
        <p:spPr>
          <a:xfrm>
            <a:off x="1448461" y="1585043"/>
            <a:ext cx="3078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MANAGER</a:t>
            </a:r>
            <a:endParaRPr lang="en-GB" sz="1400" spc="3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D16DEC-53EA-6626-04CE-732125758F19}"/>
              </a:ext>
            </a:extLst>
          </p:cNvPr>
          <p:cNvSpPr txBox="1"/>
          <p:nvPr/>
        </p:nvSpPr>
        <p:spPr>
          <a:xfrm>
            <a:off x="7454621" y="1598497"/>
            <a:ext cx="3078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VIEWER</a:t>
            </a:r>
            <a:endParaRPr lang="en-GB" sz="1400" spc="300" dirty="0">
              <a:solidFill>
                <a:schemeClr val="bg2">
                  <a:lumMod val="2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3DA1DC7-66F0-BBC7-8277-5957813CA247}"/>
              </a:ext>
            </a:extLst>
          </p:cNvPr>
          <p:cNvCxnSpPr>
            <a:cxnSpLocks/>
          </p:cNvCxnSpPr>
          <p:nvPr/>
        </p:nvCxnSpPr>
        <p:spPr>
          <a:xfrm>
            <a:off x="2451153" y="1836642"/>
            <a:ext cx="1004549" cy="13454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1286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01C2E-C3F0-6266-D028-6AB6F2A79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Box 45">
            <a:extLst>
              <a:ext uri="{FF2B5EF4-FFF2-40B4-BE49-F238E27FC236}">
                <a16:creationId xmlns:a16="http://schemas.microsoft.com/office/drawing/2014/main" id="{7D2B45B6-CE35-DC52-3D11-ED967A21693B}"/>
              </a:ext>
            </a:extLst>
          </p:cNvPr>
          <p:cNvSpPr txBox="1"/>
          <p:nvPr/>
        </p:nvSpPr>
        <p:spPr>
          <a:xfrm>
            <a:off x="1448461" y="1549363"/>
            <a:ext cx="3078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MANAGER</a:t>
            </a:r>
            <a:endParaRPr lang="en-GB" sz="1400" spc="300" dirty="0">
              <a:solidFill>
                <a:schemeClr val="bg2">
                  <a:lumMod val="2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D8E1F7-F6D9-3402-CAD2-CBA94A643B1D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854011-FAA2-CBA2-183A-0AEAC053290E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DE2F18-1654-9A5E-9927-6F48154AD967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FB69EE2-7944-402B-76DA-A7059A26E3C6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82BE5C0-8E83-AAA5-87FB-B08E0C084C1E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59001A6-B0FE-3942-82DA-B881E616DC7E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0B0B8B1-D1B6-8D7E-492B-3541D34F3104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0B38689-7C68-7E7E-F320-B05ECF06BB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CECF510-D4B7-DCF5-1F68-C708082480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F657C3C-A67B-7834-4635-19DA52CBCA27}"/>
              </a:ext>
            </a:extLst>
          </p:cNvPr>
          <p:cNvGrpSpPr/>
          <p:nvPr/>
        </p:nvGrpSpPr>
        <p:grpSpPr>
          <a:xfrm>
            <a:off x="11356731" y="6262511"/>
            <a:ext cx="662697" cy="205404"/>
            <a:chOff x="4451258" y="4630747"/>
            <a:chExt cx="662697" cy="274083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901DC2D9-2683-B053-4C45-460FBD43DDB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4059E6F-A957-DF97-5360-0B4DB355CB1F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DBE98D8-6121-DC7E-DC4D-0FC2163826D3}"/>
              </a:ext>
            </a:extLst>
          </p:cNvPr>
          <p:cNvGrpSpPr/>
          <p:nvPr/>
        </p:nvGrpSpPr>
        <p:grpSpPr>
          <a:xfrm>
            <a:off x="9822459" y="6262506"/>
            <a:ext cx="706140" cy="204727"/>
            <a:chOff x="4451258" y="4631650"/>
            <a:chExt cx="706140" cy="273180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83A49053-81D7-58E1-C44A-06670ADAD348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C303BD4-3A94-2FCE-6B9A-B185E9F28F97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2FC89-0976-CD67-CB86-BD9F26FD0E6F}"/>
              </a:ext>
            </a:extLst>
          </p:cNvPr>
          <p:cNvGrpSpPr/>
          <p:nvPr/>
        </p:nvGrpSpPr>
        <p:grpSpPr>
          <a:xfrm>
            <a:off x="10594937" y="6262506"/>
            <a:ext cx="691564" cy="204727"/>
            <a:chOff x="4451258" y="4631650"/>
            <a:chExt cx="691564" cy="273180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D99B6279-3900-AC22-2301-74BD50561D5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9426281-49A2-0E93-745A-8D4A033F5E63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8C0EC6FB-223A-BA1A-10BB-3467A01B8412}"/>
              </a:ext>
            </a:extLst>
          </p:cNvPr>
          <p:cNvSpPr/>
          <p:nvPr/>
        </p:nvSpPr>
        <p:spPr>
          <a:xfrm>
            <a:off x="3430302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1AB9D5C-A981-0F6A-3501-5D1C20AB9477}"/>
              </a:ext>
            </a:extLst>
          </p:cNvPr>
          <p:cNvSpPr txBox="1"/>
          <p:nvPr/>
        </p:nvSpPr>
        <p:spPr>
          <a:xfrm>
            <a:off x="4757647" y="5728609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02EA43-30D4-1CAC-FCDC-3CEDA708B646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07B40E3-6A5F-528F-B907-60D90ABA6A7C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0224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2AE22EF1-A278-6014-EE8D-A59B54BA1358}"/>
              </a:ext>
            </a:extLst>
          </p:cNvPr>
          <p:cNvGrpSpPr/>
          <p:nvPr/>
        </p:nvGrpSpPr>
        <p:grpSpPr>
          <a:xfrm>
            <a:off x="749673" y="6000752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B9B85EF-0017-AC52-63C4-5A02FBF5D9A5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82A540CA-4DA5-53B5-BFC4-735D41D59475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5BF928CE-221B-1F3E-5202-14428EA8017E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9FEBC597-CBF4-8D84-D725-0F923169A7B3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E7F214CC-7A05-3BE4-E1E5-5BA0554FF59F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C80895B6-9328-3C7E-FB42-5A5B32DC5F7E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EEA8BAB-789C-D6C5-4B9D-6F2B25160F60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1719518A-3346-BE7F-AB7F-40A52A2F9C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43C5E636-9682-E95E-D894-B7B6CB2E5CAB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941A4BD-ED6F-9C13-FA04-27B9B277B9C0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73AF3503-3795-6F5F-A93A-86A27AE58E6C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4A92B1E6-CF75-CC56-DCCA-A6F83A6B64E6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13417578-8CAC-012A-2B2B-E83D7CF626B6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6387F337-BB36-0A60-5764-3E4CAE6CA0B5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84FA163C-2509-933A-0F4C-76AC6C3F29AE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ABA44BE8-5FBD-C3A6-B2C2-7F14549AC2BE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3EFDE6F-E8B1-5D4F-AC78-D2183389A5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4A1CCB-30E3-A0F7-B31B-55CD4D4A4D42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1547DBE-FA46-50C1-A779-8515CCB3B666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CC1ADDB-3C19-BC4A-45ED-0658C07B91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09DAFF0-A654-AE12-2C3F-739B0BCDE84E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3BE6D9-46C1-17C2-7324-59038E6F8830}"/>
              </a:ext>
            </a:extLst>
          </p:cNvPr>
          <p:cNvGrpSpPr/>
          <p:nvPr/>
        </p:nvGrpSpPr>
        <p:grpSpPr>
          <a:xfrm>
            <a:off x="76100" y="6071647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8610CD7-B7FF-C6CF-0A8F-C049E2451151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EFF6E0-69EC-2291-A5C9-3EB1E1108172}"/>
                </a:ext>
              </a:extLst>
            </p:cNvPr>
            <p:cNvSpPr txBox="1"/>
            <p:nvPr/>
          </p:nvSpPr>
          <p:spPr>
            <a:xfrm>
              <a:off x="267137" y="6080077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80354B5-D266-EA32-9254-358A7BB2E256}"/>
              </a:ext>
            </a:extLst>
          </p:cNvPr>
          <p:cNvSpPr txBox="1"/>
          <p:nvPr/>
        </p:nvSpPr>
        <p:spPr>
          <a:xfrm>
            <a:off x="56790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6821C34-9FC8-ED76-FEEF-501A75811A5F}"/>
              </a:ext>
            </a:extLst>
          </p:cNvPr>
          <p:cNvSpPr txBox="1"/>
          <p:nvPr/>
        </p:nvSpPr>
        <p:spPr>
          <a:xfrm>
            <a:off x="4557719" y="1153876"/>
            <a:ext cx="30781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SCALAR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778AF77-3C84-2CF3-E62C-C1D25ED1F42B}"/>
              </a:ext>
            </a:extLst>
          </p:cNvPr>
          <p:cNvSpPr txBox="1"/>
          <p:nvPr/>
        </p:nvSpPr>
        <p:spPr>
          <a:xfrm>
            <a:off x="5445463" y="1381574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Import Scalar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D73D74B-5373-29DD-285A-DD54DB216E05}"/>
              </a:ext>
            </a:extLst>
          </p:cNvPr>
          <p:cNvSpPr txBox="1"/>
          <p:nvPr/>
        </p:nvSpPr>
        <p:spPr>
          <a:xfrm>
            <a:off x="5478809" y="1554221"/>
            <a:ext cx="13010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 1</a:t>
            </a:r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C4D4F554-9DC3-60E9-994B-3210D07A3E04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42DAF2FF-B996-89B6-F7B1-73973452FC38}"/>
              </a:ext>
            </a:extLst>
          </p:cNvPr>
          <p:cNvSpPr/>
          <p:nvPr/>
        </p:nvSpPr>
        <p:spPr>
          <a:xfrm>
            <a:off x="5930725" y="1762006"/>
            <a:ext cx="357036" cy="312954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12DCA4-FC74-0ACE-1B9A-42E3D645F1E7}"/>
              </a:ext>
            </a:extLst>
          </p:cNvPr>
          <p:cNvSpPr txBox="1"/>
          <p:nvPr/>
        </p:nvSpPr>
        <p:spPr>
          <a:xfrm>
            <a:off x="7454621" y="1598497"/>
            <a:ext cx="30781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VIEWER</a:t>
            </a:r>
            <a:endParaRPr lang="en-GB" sz="1400" spc="3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ECF0F70-3D17-7D6A-2C51-6D2805754698}"/>
              </a:ext>
            </a:extLst>
          </p:cNvPr>
          <p:cNvCxnSpPr>
            <a:cxnSpLocks/>
          </p:cNvCxnSpPr>
          <p:nvPr/>
        </p:nvCxnSpPr>
        <p:spPr>
          <a:xfrm>
            <a:off x="8491405" y="1837739"/>
            <a:ext cx="982795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2">
                    <a:lumMod val="89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20AEAFFD-6534-059C-8193-66A9E1732AA2}"/>
              </a:ext>
            </a:extLst>
          </p:cNvPr>
          <p:cNvSpPr txBox="1"/>
          <p:nvPr/>
        </p:nvSpPr>
        <p:spPr>
          <a:xfrm>
            <a:off x="180272" y="2517234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2CE7A6-ACF0-134F-27CF-4FBB3EDF45D1}"/>
              </a:ext>
            </a:extLst>
          </p:cNvPr>
          <p:cNvSpPr txBox="1"/>
          <p:nvPr/>
        </p:nvSpPr>
        <p:spPr>
          <a:xfrm>
            <a:off x="2567188" y="2525943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E9BC88C-FFEC-9A07-8EA7-F66DF13D7F8C}"/>
              </a:ext>
            </a:extLst>
          </p:cNvPr>
          <p:cNvSpPr txBox="1"/>
          <p:nvPr/>
        </p:nvSpPr>
        <p:spPr>
          <a:xfrm>
            <a:off x="4923389" y="2525943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	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9053A7A-8848-070D-46C2-37DB5A175098}"/>
              </a:ext>
            </a:extLst>
          </p:cNvPr>
          <p:cNvSpPr txBox="1"/>
          <p:nvPr/>
        </p:nvSpPr>
        <p:spPr>
          <a:xfrm>
            <a:off x="7316115" y="2526845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Subtopic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5BB7D9B-E429-90A3-0B59-C898791F65FA}"/>
              </a:ext>
            </a:extLst>
          </p:cNvPr>
          <p:cNvSpPr txBox="1"/>
          <p:nvPr/>
        </p:nvSpPr>
        <p:spPr>
          <a:xfrm>
            <a:off x="9606672" y="2529207"/>
            <a:ext cx="2015451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Performance Criteria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CAE1538-B211-3915-4885-FB39CC8BD4E6}"/>
              </a:ext>
            </a:extLst>
          </p:cNvPr>
          <p:cNvCxnSpPr>
            <a:cxnSpLocks/>
          </p:cNvCxnSpPr>
          <p:nvPr/>
        </p:nvCxnSpPr>
        <p:spPr>
          <a:xfrm>
            <a:off x="234162" y="22954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CDF7270-87E9-AA81-7E35-49E413CF9352}"/>
              </a:ext>
            </a:extLst>
          </p:cNvPr>
          <p:cNvCxnSpPr>
            <a:cxnSpLocks/>
          </p:cNvCxnSpPr>
          <p:nvPr/>
        </p:nvCxnSpPr>
        <p:spPr>
          <a:xfrm>
            <a:off x="234162" y="309114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B292E7D-14B9-2EFD-03AF-665EEC42AE64}"/>
              </a:ext>
            </a:extLst>
          </p:cNvPr>
          <p:cNvGrpSpPr/>
          <p:nvPr/>
        </p:nvGrpSpPr>
        <p:grpSpPr>
          <a:xfrm>
            <a:off x="171412" y="3237930"/>
            <a:ext cx="11884276" cy="570477"/>
            <a:chOff x="191274" y="2719775"/>
            <a:chExt cx="11884276" cy="570477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3978B1C-6804-2A7B-43C8-993EFA7EDC8B}"/>
                </a:ext>
              </a:extLst>
            </p:cNvPr>
            <p:cNvSpPr txBox="1"/>
            <p:nvPr/>
          </p:nvSpPr>
          <p:spPr>
            <a:xfrm>
              <a:off x="191274" y="2767336"/>
              <a:ext cx="1103562" cy="36933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Explain…</a:t>
              </a: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Describe…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Analyse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6515583-E4FD-D6F5-4B4E-6668129E5797}"/>
                </a:ext>
              </a:extLst>
            </p:cNvPr>
            <p:cNvSpPr txBox="1"/>
            <p:nvPr/>
          </p:nvSpPr>
          <p:spPr>
            <a:xfrm>
              <a:off x="2587050" y="2765176"/>
              <a:ext cx="1103562" cy="369332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Introduction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History</a:t>
              </a:r>
            </a:p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Case Study 1 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1F2B3CE-B124-628A-3083-7BBF53510B07}"/>
                </a:ext>
              </a:extLst>
            </p:cNvPr>
            <p:cNvSpPr txBox="1"/>
            <p:nvPr/>
          </p:nvSpPr>
          <p:spPr>
            <a:xfrm>
              <a:off x="4982826" y="2719775"/>
              <a:ext cx="1439795" cy="461665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   Overview</a:t>
              </a:r>
            </a:p>
            <a:p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   Relevance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2.1   The beginnings 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2.2   Famous Cases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04412A39-D353-BED3-78D4-2230F6431533}"/>
                </a:ext>
              </a:extLst>
            </p:cNvPr>
            <p:cNvSpPr txBox="1"/>
            <p:nvPr/>
          </p:nvSpPr>
          <p:spPr>
            <a:xfrm>
              <a:off x="7335977" y="2736254"/>
              <a:ext cx="1912502" cy="553998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1.1.1   Example 1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1.1.2   Example 2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1.1.3   Example 3</a:t>
              </a:r>
            </a:p>
            <a:p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1.2.1   Example 4</a:t>
              </a:r>
            </a:p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1.2.2   Example 5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06E2633-A01E-3A2B-7CFF-F3D051E7DB69}"/>
                </a:ext>
              </a:extLst>
            </p:cNvPr>
            <p:cNvSpPr txBox="1"/>
            <p:nvPr/>
          </p:nvSpPr>
          <p:spPr>
            <a:xfrm>
              <a:off x="9689375" y="2719775"/>
              <a:ext cx="2386175" cy="276999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   Can explain concepts</a:t>
              </a:r>
            </a:p>
            <a:p>
              <a:r>
                <a:rPr lang="en-GB" sz="600" spc="150" dirty="0">
                  <a:solidFill>
                    <a:srgbClr val="FF6600"/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1.2   Understands relevance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626E489-E121-F5C9-ACE7-74877B9CC66D}"/>
              </a:ext>
            </a:extLst>
          </p:cNvPr>
          <p:cNvGrpSpPr/>
          <p:nvPr/>
        </p:nvGrpSpPr>
        <p:grpSpPr>
          <a:xfrm>
            <a:off x="190772" y="2349561"/>
            <a:ext cx="1301073" cy="215444"/>
            <a:chOff x="199842" y="2261729"/>
            <a:chExt cx="1301073" cy="215444"/>
          </a:xfrm>
        </p:grpSpPr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110648BA-626A-358A-5E6A-8B0A234B6705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85" name="Isosceles Triangle 84">
              <a:extLst>
                <a:ext uri="{FF2B5EF4-FFF2-40B4-BE49-F238E27FC236}">
                  <a16:creationId xmlns:a16="http://schemas.microsoft.com/office/drawing/2014/main" id="{2DBA8E20-F748-FAC7-DE36-612ECF2D15CE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BB9D223F-B2C2-0208-8733-D46FAB822188}"/>
              </a:ext>
            </a:extLst>
          </p:cNvPr>
          <p:cNvGrpSpPr/>
          <p:nvPr/>
        </p:nvGrpSpPr>
        <p:grpSpPr>
          <a:xfrm>
            <a:off x="241843" y="2662513"/>
            <a:ext cx="11736886" cy="291871"/>
            <a:chOff x="282542" y="2758708"/>
            <a:chExt cx="11736886" cy="291871"/>
          </a:xfrm>
        </p:grpSpPr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040B57B0-7BAF-7E3E-EE20-1FF305D9A39E}"/>
                </a:ext>
              </a:extLst>
            </p:cNvPr>
            <p:cNvSpPr/>
            <p:nvPr/>
          </p:nvSpPr>
          <p:spPr>
            <a:xfrm>
              <a:off x="2643909" y="2763574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588054E7-D02F-09BB-61F5-26D3E32B000B}"/>
                </a:ext>
              </a:extLst>
            </p:cNvPr>
            <p:cNvSpPr/>
            <p:nvPr/>
          </p:nvSpPr>
          <p:spPr>
            <a:xfrm>
              <a:off x="282542" y="2758708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5E347D1B-4676-CA79-8E9B-F852FDA44DF0}"/>
                </a:ext>
              </a:extLst>
            </p:cNvPr>
            <p:cNvSpPr/>
            <p:nvPr/>
          </p:nvSpPr>
          <p:spPr>
            <a:xfrm>
              <a:off x="7366643" y="2771579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060117A7-0B0B-FC2E-F4D7-D3018151F1A4}"/>
                </a:ext>
              </a:extLst>
            </p:cNvPr>
            <p:cNvSpPr/>
            <p:nvPr/>
          </p:nvSpPr>
          <p:spPr>
            <a:xfrm>
              <a:off x="5005276" y="2771579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  <p:sp>
          <p:nvSpPr>
            <p:cNvPr id="94" name="Rectangle: Rounded Corners 93">
              <a:extLst>
                <a:ext uri="{FF2B5EF4-FFF2-40B4-BE49-F238E27FC236}">
                  <a16:creationId xmlns:a16="http://schemas.microsoft.com/office/drawing/2014/main" id="{07434972-3ADD-6F56-926C-076B379ABB48}"/>
                </a:ext>
              </a:extLst>
            </p:cNvPr>
            <p:cNvSpPr/>
            <p:nvPr/>
          </p:nvSpPr>
          <p:spPr>
            <a:xfrm>
              <a:off x="9716063" y="2773580"/>
              <a:ext cx="2303365" cy="276999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>
                <a:latin typeface="Candara" panose="020E05020303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8570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6A6E3-8879-E9CA-EC1A-A5EA698B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FB3088-1E80-C064-F83C-545DEA13BB6D}"/>
              </a:ext>
            </a:extLst>
          </p:cNvPr>
          <p:cNvSpPr txBox="1"/>
          <p:nvPr/>
        </p:nvSpPr>
        <p:spPr>
          <a:xfrm>
            <a:off x="710394" y="182652"/>
            <a:ext cx="32235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64A8985-9B66-DBE0-0534-E9F020AC8F1F}"/>
              </a:ext>
            </a:extLst>
          </p:cNvPr>
          <p:cNvSpPr/>
          <p:nvPr/>
        </p:nvSpPr>
        <p:spPr>
          <a:xfrm>
            <a:off x="276225" y="176543"/>
            <a:ext cx="434169" cy="45037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E8A4FA-6C73-3730-B498-51DAF387CAFC}"/>
              </a:ext>
            </a:extLst>
          </p:cNvPr>
          <p:cNvSpPr txBox="1"/>
          <p:nvPr/>
        </p:nvSpPr>
        <p:spPr>
          <a:xfrm>
            <a:off x="10063824" y="171652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4FF8E8-B317-54D3-8182-C7D233152689}"/>
              </a:ext>
            </a:extLst>
          </p:cNvPr>
          <p:cNvSpPr txBox="1"/>
          <p:nvPr/>
        </p:nvSpPr>
        <p:spPr>
          <a:xfrm>
            <a:off x="8935229" y="13868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B91E64-C15F-F1DE-C7E4-D2B897E1235D}"/>
              </a:ext>
            </a:extLst>
          </p:cNvPr>
          <p:cNvSpPr txBox="1"/>
          <p:nvPr/>
        </p:nvSpPr>
        <p:spPr>
          <a:xfrm>
            <a:off x="4781006" y="1287226"/>
            <a:ext cx="26767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 &amp; </a:t>
            </a:r>
            <a:r>
              <a:rPr lang="en-GB" sz="1100" u="sng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TIMETABLE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78CCF0-A2CB-05AF-6548-084FBFBA77FF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47F543-1869-BE15-41B1-A36BF0750538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CC9CF34-28BF-EB26-CA1C-427551FEEB48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789C97F-8B58-E1AB-A6BA-8ACF8B51B024}"/>
              </a:ext>
            </a:extLst>
          </p:cNvPr>
          <p:cNvGrpSpPr/>
          <p:nvPr/>
        </p:nvGrpSpPr>
        <p:grpSpPr>
          <a:xfrm>
            <a:off x="5190691" y="6654087"/>
            <a:ext cx="3327635" cy="5772"/>
            <a:chOff x="6736189" y="6654087"/>
            <a:chExt cx="3327635" cy="577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2DA8D20-1B93-39C6-3160-802474D5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087"/>
              <a:ext cx="3319615" cy="5772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D01B87B-F626-2E98-4894-26476504B113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7E66F8E-1618-341E-E3A0-6055CEB32F06}"/>
              </a:ext>
            </a:extLst>
          </p:cNvPr>
          <p:cNvCxnSpPr>
            <a:cxnSpLocks/>
          </p:cNvCxnSpPr>
          <p:nvPr/>
        </p:nvCxnSpPr>
        <p:spPr>
          <a:xfrm>
            <a:off x="243232" y="705872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" name="Group 93">
            <a:extLst>
              <a:ext uri="{FF2B5EF4-FFF2-40B4-BE49-F238E27FC236}">
                <a16:creationId xmlns:a16="http://schemas.microsoft.com/office/drawing/2014/main" id="{57D450F5-250A-EB1B-460E-147522F04B7D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3A7BF126-C0DD-865C-63DA-184EF7BE0594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C620F413-AAA6-4117-E59F-2BBEDC6657ED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0EC60293-E6A1-828C-F710-C43EDB5A9D5C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6D4565AD-0962-0FAD-AF77-21879FF49A8E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09E3895A-11E0-B14A-6BAD-A587E7174139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BB6F700-9CC0-7DC4-538F-AF6B83B453D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E92CE9BD-7104-2EEC-5986-E65B7C96BA9C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21B7165F-545E-2106-AE03-2A7AAA7206D7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B82C95A4-53E9-B482-AC18-7321AC5A4FA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C6D7ED26-73EA-408D-EEEF-46BD7A7F77CD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15F5CA0B-1AD6-AFCC-4394-61B631C54DEF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36430DA-A46A-9E57-0B58-4297D2EA635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1778DA4F-D4AA-F3EE-533F-883622E3BC62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326781A-41E9-927D-7101-CD60D8AA112F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BC174BA-89FD-6ABB-1954-72F86BC53DFD}"/>
              </a:ext>
            </a:extLst>
          </p:cNvPr>
          <p:cNvSpPr txBox="1"/>
          <p:nvPr/>
        </p:nvSpPr>
        <p:spPr>
          <a:xfrm>
            <a:off x="2313248" y="1925899"/>
            <a:ext cx="1103562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Introduction</a:t>
            </a:r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3E16CBCD-E420-9988-F3D3-55A76062EF15}"/>
              </a:ext>
            </a:extLst>
          </p:cNvPr>
          <p:cNvGrpSpPr/>
          <p:nvPr/>
        </p:nvGrpSpPr>
        <p:grpSpPr>
          <a:xfrm>
            <a:off x="199842" y="1894963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687BB73-770D-EAB5-1356-DA4EF8C67A7D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83D09361-C5FF-1386-9223-BDC07197B5A5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7B722A7-9757-5368-C466-8E79340CF5F4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BD081D84-EBBF-79A8-76A9-141A64F5EA55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6A581F84-2FD0-9BF7-97F5-87E40865503F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86E5EF3-1AAD-875E-69E8-76392181723D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55787F5D-907C-392C-6219-D4FA8CF96EC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4838E72F-036B-A147-3556-393B6AB9F1EB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B7A3D9A-0406-6480-22AB-82842F9393D8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06B61A39-55F1-92F1-E298-4C7EBA5201C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92CF9251-B987-B84D-3D0B-199D73E88D12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79324944-9012-92AE-4A72-4C523DC11966}"/>
              </a:ext>
            </a:extLst>
          </p:cNvPr>
          <p:cNvSpPr txBox="1"/>
          <p:nvPr/>
        </p:nvSpPr>
        <p:spPr>
          <a:xfrm>
            <a:off x="2293824" y="1767316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rgbClr val="FF66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</a:t>
            </a:r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0CE3AE2-E6EA-27DC-4AB7-1586B258CE2E}"/>
              </a:ext>
            </a:extLst>
          </p:cNvPr>
          <p:cNvGrpSpPr/>
          <p:nvPr/>
        </p:nvGrpSpPr>
        <p:grpSpPr>
          <a:xfrm>
            <a:off x="4716882" y="1757513"/>
            <a:ext cx="823274" cy="368043"/>
            <a:chOff x="3972607" y="1757513"/>
            <a:chExt cx="823274" cy="368043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ADE855B-D222-7E62-2703-75066D494ABC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0800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BAB6C1-EEFE-FF36-4376-1BB6E63C51DC}"/>
                </a:ext>
              </a:extLst>
            </p:cNvPr>
            <p:cNvSpPr txBox="1"/>
            <p:nvPr/>
          </p:nvSpPr>
          <p:spPr>
            <a:xfrm>
              <a:off x="4013672" y="1757513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</a:t>
              </a:r>
            </a:p>
          </p:txBody>
        </p:sp>
        <p:sp>
          <p:nvSpPr>
            <p:cNvPr id="76" name="Rectangle: Rounded Corners 75">
              <a:extLst>
                <a:ext uri="{FF2B5EF4-FFF2-40B4-BE49-F238E27FC236}">
                  <a16:creationId xmlns:a16="http://schemas.microsoft.com/office/drawing/2014/main" id="{3B74BE59-06EF-18E8-9D87-BEF2101C4196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84427AB4-9F8E-F590-4E78-9DE4F6ADF732}"/>
              </a:ext>
            </a:extLst>
          </p:cNvPr>
          <p:cNvSpPr/>
          <p:nvPr/>
        </p:nvSpPr>
        <p:spPr>
          <a:xfrm>
            <a:off x="2355395" y="1915574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29CCFE66-5870-91AC-25C6-9F18B07F9E61}"/>
              </a:ext>
            </a:extLst>
          </p:cNvPr>
          <p:cNvSpPr/>
          <p:nvPr/>
        </p:nvSpPr>
        <p:spPr>
          <a:xfrm rot="17976276">
            <a:off x="4545806" y="1972442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C7F1670-0E11-C61B-CAC6-D3B5CDE6647F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4C305E9C-0642-1498-BCC0-2A106F929EF1}"/>
              </a:ext>
            </a:extLst>
          </p:cNvPr>
          <p:cNvGraphicFramePr>
            <a:graphicFrameLocks noGrp="1"/>
          </p:cNvGraphicFramePr>
          <p:nvPr/>
        </p:nvGraphicFramePr>
        <p:xfrm>
          <a:off x="276443" y="2729654"/>
          <a:ext cx="11636925" cy="2225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525">
                  <a:extLst>
                    <a:ext uri="{9D8B030D-6E8A-4147-A177-3AD203B41FA5}">
                      <a16:colId xmlns:a16="http://schemas.microsoft.com/office/drawing/2014/main" val="271072490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198700996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4211089639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461870234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17225624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93211306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252945746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348417355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410382052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121487348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898144839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33004200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61999125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227075432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657723660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3034029041"/>
                    </a:ext>
                  </a:extLst>
                </a:gridCol>
                <a:gridCol w="684525">
                  <a:extLst>
                    <a:ext uri="{9D8B030D-6E8A-4147-A177-3AD203B41FA5}">
                      <a16:colId xmlns:a16="http://schemas.microsoft.com/office/drawing/2014/main" val="1021114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0800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0830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0900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0930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1000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1030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1100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1130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1200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1230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1300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1330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1400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1430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1500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1530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93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700" spc="150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Candara" panose="020E0502030303020204" pitchFamily="34" charset="0"/>
                          <a:ea typeface="Cascadia Code" panose="020B0609020000020004" pitchFamily="49" charset="0"/>
                          <a:cs typeface="Cascadia Code" panose="020B0609020000020004" pitchFamily="49" charset="0"/>
                        </a:rPr>
                        <a:t>Introduction</a:t>
                      </a:r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98048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2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7366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3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2254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4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1721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800" spc="300" dirty="0">
                          <a:solidFill>
                            <a:schemeClr val="bg1"/>
                          </a:solidFill>
                          <a:latin typeface="Candara" panose="020E0502030303020204" pitchFamily="34" charset="0"/>
                        </a:rPr>
                        <a:t>Day 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GB" sz="800" spc="300" dirty="0">
                        <a:solidFill>
                          <a:schemeClr val="bg1"/>
                        </a:solidFill>
                        <a:latin typeface="Candara" panose="020E0502030303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9896687"/>
                  </a:ext>
                </a:extLst>
              </a:tr>
            </a:tbl>
          </a:graphicData>
        </a:graphic>
      </p:graphicFrame>
      <p:grpSp>
        <p:nvGrpSpPr>
          <p:cNvPr id="75" name="Group 74">
            <a:extLst>
              <a:ext uri="{FF2B5EF4-FFF2-40B4-BE49-F238E27FC236}">
                <a16:creationId xmlns:a16="http://schemas.microsoft.com/office/drawing/2014/main" id="{F208CDB5-42F4-3539-0FBB-53A41CBBCADF}"/>
              </a:ext>
            </a:extLst>
          </p:cNvPr>
          <p:cNvGrpSpPr/>
          <p:nvPr/>
        </p:nvGrpSpPr>
        <p:grpSpPr>
          <a:xfrm>
            <a:off x="5587645" y="1761959"/>
            <a:ext cx="823274" cy="368043"/>
            <a:chOff x="3972607" y="1757513"/>
            <a:chExt cx="823274" cy="368043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67C36244-9B8B-39D8-D574-12142AA5183C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0900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D93EE01-8325-75D7-037A-F0DC9F0E8813}"/>
                </a:ext>
              </a:extLst>
            </p:cNvPr>
            <p:cNvSpPr txBox="1"/>
            <p:nvPr/>
          </p:nvSpPr>
          <p:spPr>
            <a:xfrm>
              <a:off x="4013672" y="1757513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Stop</a:t>
              </a:r>
            </a:p>
          </p:txBody>
        </p:sp>
        <p:sp>
          <p:nvSpPr>
            <p:cNvPr id="98" name="Rectangle: Rounded Corners 97">
              <a:extLst>
                <a:ext uri="{FF2B5EF4-FFF2-40B4-BE49-F238E27FC236}">
                  <a16:creationId xmlns:a16="http://schemas.microsoft.com/office/drawing/2014/main" id="{DB386CC1-8737-36BB-B31D-7DEFB8BE61E8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89391E44-4231-A4C2-D443-C6C1092BCBD9}"/>
              </a:ext>
            </a:extLst>
          </p:cNvPr>
          <p:cNvGrpSpPr/>
          <p:nvPr/>
        </p:nvGrpSpPr>
        <p:grpSpPr>
          <a:xfrm>
            <a:off x="1454014" y="1773776"/>
            <a:ext cx="823274" cy="346777"/>
            <a:chOff x="3972607" y="1778779"/>
            <a:chExt cx="823274" cy="346777"/>
          </a:xfrm>
        </p:grpSpPr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41581A-4A5B-271E-943B-3B9ACEF1C8D9}"/>
                </a:ext>
              </a:extLst>
            </p:cNvPr>
            <p:cNvSpPr txBox="1"/>
            <p:nvPr/>
          </p:nvSpPr>
          <p:spPr>
            <a:xfrm>
              <a:off x="3972607" y="1924900"/>
              <a:ext cx="823274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72091AD9-9950-2CB1-5601-9AF7ED6604B8}"/>
                </a:ext>
              </a:extLst>
            </p:cNvPr>
            <p:cNvSpPr txBox="1"/>
            <p:nvPr/>
          </p:nvSpPr>
          <p:spPr>
            <a:xfrm>
              <a:off x="4013672" y="1778779"/>
              <a:ext cx="747416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Day</a:t>
              </a:r>
            </a:p>
          </p:txBody>
        </p:sp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35EBF4B0-6EEF-2328-1235-8E37578BE016}"/>
                </a:ext>
              </a:extLst>
            </p:cNvPr>
            <p:cNvSpPr/>
            <p:nvPr/>
          </p:nvSpPr>
          <p:spPr>
            <a:xfrm>
              <a:off x="3993754" y="1916225"/>
              <a:ext cx="787252" cy="209331"/>
            </a:xfrm>
            <a:prstGeom prst="roundRect">
              <a:avLst>
                <a:gd name="adj" fmla="val 18131"/>
              </a:avLst>
            </a:prstGeom>
            <a:noFill/>
            <a:ln w="6350" cap="sq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46000">
                    <a:schemeClr val="bg2">
                      <a:lumMod val="75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 dirty="0">
                <a:latin typeface="Candara" panose="020E0502030303020204" pitchFamily="34" charset="0"/>
              </a:endParaRPr>
            </a:p>
          </p:txBody>
        </p:sp>
      </p:grpSp>
      <p:sp>
        <p:nvSpPr>
          <p:cNvPr id="103" name="Oval 102">
            <a:extLst>
              <a:ext uri="{FF2B5EF4-FFF2-40B4-BE49-F238E27FC236}">
                <a16:creationId xmlns:a16="http://schemas.microsoft.com/office/drawing/2014/main" id="{DB2DF70A-429C-29F2-F2DC-1F4126303668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9AB268E-40DC-83F4-E641-FEEA6387B0A7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737AE43-5C0E-6C13-B388-3BD7FE4BAE70}"/>
              </a:ext>
            </a:extLst>
          </p:cNvPr>
          <p:cNvSpPr/>
          <p:nvPr/>
        </p:nvSpPr>
        <p:spPr>
          <a:xfrm>
            <a:off x="7355633" y="1321427"/>
            <a:ext cx="204148" cy="1932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139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C9C65-7E10-51D9-D459-48A53C797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450C5175-6A41-E2FD-F2D9-55AA65CDB398}"/>
              </a:ext>
            </a:extLst>
          </p:cNvPr>
          <p:cNvSpPr txBox="1"/>
          <p:nvPr/>
        </p:nvSpPr>
        <p:spPr>
          <a:xfrm>
            <a:off x="4781006" y="1287226"/>
            <a:ext cx="26767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u="sng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</a:t>
            </a:r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&amp; TIMETABLE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D1DDC6-0FCE-54F3-EBDE-ED8DE53DAF54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521C15-A756-A0E2-A2C4-F14A19DB1012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0CD054-EF7B-4564-BAD6-5C90FE90AD9F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D91A61B-0F9F-755C-5CF1-FEAAFF5028FF}"/>
              </a:ext>
            </a:extLst>
          </p:cNvPr>
          <p:cNvGrpSpPr/>
          <p:nvPr/>
        </p:nvGrpSpPr>
        <p:grpSpPr>
          <a:xfrm>
            <a:off x="5190691" y="6654350"/>
            <a:ext cx="3327635" cy="5247"/>
            <a:chOff x="6736189" y="6654350"/>
            <a:chExt cx="3327635" cy="5247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D94D292-C6E7-24DD-55F7-49E17CBD4A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350"/>
              <a:ext cx="3319615" cy="5247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F3C5FA-8228-99CE-0F41-A7AA985CF21F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994AD615-6F57-164B-1868-3986BE79A082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A980677E-B5B7-0380-68D2-DCEA44C1D0E3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4F185EE0-4272-D608-DE4A-2C4B8F5B9F73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4935E31B-4E32-617B-1320-5CA519C32068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73B69945-C847-CD89-3CB9-F337C8D3995D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3BB68A35-4212-CBCB-5099-F0A3DE86AB20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BF6AE28A-E111-AAB2-B788-71A9E3FF9192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3236D875-93B0-7BE3-FA43-49C9F552E599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F017DA65-D6BB-8C4F-0E78-873AFC97C4BB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DFF767B1-CEAA-38DC-206B-335E33A93675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9A834CD1-8F20-5B76-D74E-50F7429B461C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A327A74E-273C-1C61-9FD1-F200BAA4DFD2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1AF308D-2FAC-52A4-9762-78DE7D6FE2D9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D931E55F-877D-857C-4D43-2BCFFF938A1C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A3161E9C-EB7C-73BC-2908-9920C5885E7D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E4A9C635-081A-817E-05B1-4B8B13132B78}"/>
              </a:ext>
            </a:extLst>
          </p:cNvPr>
          <p:cNvGrpSpPr/>
          <p:nvPr/>
        </p:nvGrpSpPr>
        <p:grpSpPr>
          <a:xfrm>
            <a:off x="2832476" y="1810218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42EB3E7-20F0-8263-3C51-10E7E907B4EA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79B99663-F628-57F4-2C63-97AE3DAC0FD1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75C56BE-9304-E80A-7FE1-4D3C17DDD224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0FCA4415-55EC-1383-B17F-7CD153A2D2C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EE9776F2-783E-D216-B71B-0CB1F0BC4EBC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A43AC318-F354-5578-E075-62A113CE65ED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7829DAB4-C754-BEE7-AB1A-E09B660F3FF9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A8E56AD0-9B8E-7CBF-507F-59024E32E23E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B98C7571-59F9-FC0A-20D8-A3C83CA77594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17E669FE-411D-4BFC-B236-B3E947E5E3CD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3C541F1-9738-E411-7C6B-868AAAD22E1F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FF33B93-7FBC-2CE3-EAB0-88ECB0582B5A}"/>
              </a:ext>
            </a:extLst>
          </p:cNvPr>
          <p:cNvGrpSpPr/>
          <p:nvPr/>
        </p:nvGrpSpPr>
        <p:grpSpPr>
          <a:xfrm>
            <a:off x="4203450" y="1671517"/>
            <a:ext cx="4726303" cy="357735"/>
            <a:chOff x="1570816" y="1756262"/>
            <a:chExt cx="4726303" cy="357735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9101DB3-0BA3-B936-4D3A-3297019222C4}"/>
                </a:ext>
              </a:extLst>
            </p:cNvPr>
            <p:cNvSpPr txBox="1"/>
            <p:nvPr/>
          </p:nvSpPr>
          <p:spPr>
            <a:xfrm>
              <a:off x="1590239" y="1925899"/>
              <a:ext cx="1103562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marL="228600" indent="-228600">
                <a:buAutoNum type="arabicPeriod"/>
              </a:pPr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Introduction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881F2C2-9BF0-CF5B-1FCB-FA882D7A8D46}"/>
                </a:ext>
              </a:extLst>
            </p:cNvPr>
            <p:cNvSpPr txBox="1"/>
            <p:nvPr/>
          </p:nvSpPr>
          <p:spPr>
            <a:xfrm>
              <a:off x="3957732" y="1923945"/>
              <a:ext cx="1439795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   Overview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77E3005-1886-3479-48EB-76313C8F4141}"/>
                </a:ext>
              </a:extLst>
            </p:cNvPr>
            <p:cNvGrpSpPr/>
            <p:nvPr/>
          </p:nvGrpSpPr>
          <p:grpSpPr>
            <a:xfrm>
              <a:off x="1570816" y="1756262"/>
              <a:ext cx="4726303" cy="357735"/>
              <a:chOff x="189342" y="2063638"/>
              <a:chExt cx="4726303" cy="350546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C4314D1-54A5-8EA6-1CE0-1BDE49FCEB11}"/>
                  </a:ext>
                </a:extLst>
              </p:cNvPr>
              <p:cNvSpPr txBox="1"/>
              <p:nvPr/>
            </p:nvSpPr>
            <p:spPr>
              <a:xfrm>
                <a:off x="189342" y="2063638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rgbClr val="FF6600"/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Lesson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0D02D47-D392-29AA-6FDD-B945FD9A5CA5}"/>
                  </a:ext>
                </a:extLst>
              </p:cNvPr>
              <p:cNvSpPr txBox="1"/>
              <p:nvPr/>
            </p:nvSpPr>
            <p:spPr>
              <a:xfrm>
                <a:off x="2576258" y="2072347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Topic</a:t>
                </a: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862ADE97-A675-1412-BD32-DE2BD1C56FEB}"/>
                  </a:ext>
                </a:extLst>
              </p:cNvPr>
              <p:cNvSpPr/>
              <p:nvPr/>
            </p:nvSpPr>
            <p:spPr>
              <a:xfrm>
                <a:off x="2612280" y="2213783"/>
                <a:ext cx="2303365" cy="200401"/>
              </a:xfrm>
              <a:prstGeom prst="roundRect">
                <a:avLst>
                  <a:gd name="adj" fmla="val 18131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77" name="Rectangle: Rounded Corners 76">
                <a:extLst>
                  <a:ext uri="{FF2B5EF4-FFF2-40B4-BE49-F238E27FC236}">
                    <a16:creationId xmlns:a16="http://schemas.microsoft.com/office/drawing/2014/main" id="{10D52759-3500-1BF4-652D-54460E5DB3C0}"/>
                  </a:ext>
                </a:extLst>
              </p:cNvPr>
              <p:cNvSpPr/>
              <p:nvPr/>
            </p:nvSpPr>
            <p:spPr>
              <a:xfrm>
                <a:off x="250913" y="2208917"/>
                <a:ext cx="2303365" cy="200401"/>
              </a:xfrm>
              <a:prstGeom prst="roundRect">
                <a:avLst>
                  <a:gd name="adj" fmla="val 18131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3" name="Isosceles Triangle 2">
                <a:extLst>
                  <a:ext uri="{FF2B5EF4-FFF2-40B4-BE49-F238E27FC236}">
                    <a16:creationId xmlns:a16="http://schemas.microsoft.com/office/drawing/2014/main" id="{5DCA82D2-4F6C-2278-76D0-CE9EBB41BA66}"/>
                  </a:ext>
                </a:extLst>
              </p:cNvPr>
              <p:cNvSpPr/>
              <p:nvPr/>
            </p:nvSpPr>
            <p:spPr>
              <a:xfrm rot="17976276">
                <a:off x="2442145" y="2263930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  <p:sp>
            <p:nvSpPr>
              <p:cNvPr id="5" name="Isosceles Triangle 4">
                <a:extLst>
                  <a:ext uri="{FF2B5EF4-FFF2-40B4-BE49-F238E27FC236}">
                    <a16:creationId xmlns:a16="http://schemas.microsoft.com/office/drawing/2014/main" id="{3E8D3B76-A040-FE54-D8C1-36BA4F5750E2}"/>
                  </a:ext>
                </a:extLst>
              </p:cNvPr>
              <p:cNvSpPr/>
              <p:nvPr/>
            </p:nvSpPr>
            <p:spPr>
              <a:xfrm rot="17976276">
                <a:off x="4801792" y="2273711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A41D08D-B6D0-1250-5BC6-9DDCD7902A71}"/>
              </a:ext>
            </a:extLst>
          </p:cNvPr>
          <p:cNvGrpSpPr/>
          <p:nvPr/>
        </p:nvGrpSpPr>
        <p:grpSpPr>
          <a:xfrm>
            <a:off x="60233" y="2506965"/>
            <a:ext cx="2303365" cy="3115492"/>
            <a:chOff x="272893" y="2421901"/>
            <a:chExt cx="2303365" cy="311549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3E4A65C-F073-625C-9842-33E3A259DF06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1.1.1   Example 1 </a:t>
              </a:r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A7C6FD0-97F2-2BA4-42CB-2A90FF563B0F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C88384D-D056-12B3-C2B5-F7AAD2E898CC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515A849-6A2C-2D33-8B69-505749C95B83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79" name="Rectangle: Rounded Corners 78">
                <a:extLst>
                  <a:ext uri="{FF2B5EF4-FFF2-40B4-BE49-F238E27FC236}">
                    <a16:creationId xmlns:a16="http://schemas.microsoft.com/office/drawing/2014/main" id="{1D61596A-8317-AAC3-771F-A970CF669658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80" name="Rectangle: Rounded Corners 79">
                <a:extLst>
                  <a:ext uri="{FF2B5EF4-FFF2-40B4-BE49-F238E27FC236}">
                    <a16:creationId xmlns:a16="http://schemas.microsoft.com/office/drawing/2014/main" id="{07893292-F5A7-6DA5-4AFD-4E6E2BF6DEB2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36692DA0-20BE-679C-50B1-E253C27AF423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10" name="Isosceles Triangle 9">
                <a:extLst>
                  <a:ext uri="{FF2B5EF4-FFF2-40B4-BE49-F238E27FC236}">
                    <a16:creationId xmlns:a16="http://schemas.microsoft.com/office/drawing/2014/main" id="{B7178F32-DDE4-818D-9E68-FD9C0804BC1A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1ADAE90-4685-8087-0259-A5B7C369F002}"/>
              </a:ext>
            </a:extLst>
          </p:cNvPr>
          <p:cNvGrpSpPr/>
          <p:nvPr/>
        </p:nvGrpSpPr>
        <p:grpSpPr>
          <a:xfrm>
            <a:off x="2544161" y="2499879"/>
            <a:ext cx="2303365" cy="3115492"/>
            <a:chOff x="272893" y="2421901"/>
            <a:chExt cx="2303365" cy="311549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5E2D282-9AFF-9AF8-8E73-A7918582D726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1.1.2   Example 2 </a:t>
              </a: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53A7091E-9A32-870B-2FDB-E9683AC62EDF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8A50FB4-F9B2-452D-FE43-F9F11E9E3E08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E0D805-994A-4A31-C462-06D09941959E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F0DD9FEA-0D05-A939-0294-3EED31EF0EB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647E5D00-F524-5011-747E-23F996FA7076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E74F0F35-BBAE-5D50-9487-A4544A0D6288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53" name="Isosceles Triangle 52">
                <a:extLst>
                  <a:ext uri="{FF2B5EF4-FFF2-40B4-BE49-F238E27FC236}">
                    <a16:creationId xmlns:a16="http://schemas.microsoft.com/office/drawing/2014/main" id="{AA90E145-5481-7D45-33A6-CBA7C3A765BA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A1A4114-E9B3-5DE7-6B5D-0FA76F970CAB}"/>
              </a:ext>
            </a:extLst>
          </p:cNvPr>
          <p:cNvGrpSpPr/>
          <p:nvPr/>
        </p:nvGrpSpPr>
        <p:grpSpPr>
          <a:xfrm>
            <a:off x="4986051" y="2499879"/>
            <a:ext cx="2303365" cy="3115492"/>
            <a:chOff x="272893" y="2421901"/>
            <a:chExt cx="2303365" cy="311549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27036F16-1160-EB1A-A32D-9F3D3EC14B06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1.1.3   Example 3 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8E15430-F463-D8F3-10B0-146AEEE2F1A1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D2EE1F7-7727-F399-0B38-B1B0104A6CAE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943298D-2263-D28F-5D85-91B57B2F9D67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D93D3E48-72E1-22DE-2FF0-9E869807FFB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2" name="Rectangle: Rounded Corners 61">
                <a:extLst>
                  <a:ext uri="{FF2B5EF4-FFF2-40B4-BE49-F238E27FC236}">
                    <a16:creationId xmlns:a16="http://schemas.microsoft.com/office/drawing/2014/main" id="{0D7ECD3B-E59E-0D23-F02C-ADF8E859FE11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A93297E8-5536-66C3-146F-6857C33F88FA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4" name="Isosceles Triangle 63">
                <a:extLst>
                  <a:ext uri="{FF2B5EF4-FFF2-40B4-BE49-F238E27FC236}">
                    <a16:creationId xmlns:a16="http://schemas.microsoft.com/office/drawing/2014/main" id="{D7703716-9266-5F12-AC8F-8A53F76CACAF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BB1043E2-1C9E-BF63-7C94-ACF47FC0688E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731B82B-0DE1-3603-E174-EDF997CD4ACB}"/>
              </a:ext>
            </a:extLst>
          </p:cNvPr>
          <p:cNvGrpSpPr/>
          <p:nvPr/>
        </p:nvGrpSpPr>
        <p:grpSpPr>
          <a:xfrm>
            <a:off x="7388701" y="2503954"/>
            <a:ext cx="2303365" cy="3115492"/>
            <a:chOff x="272893" y="2421901"/>
            <a:chExt cx="2303365" cy="311549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157EB7D-D861-3616-9AF3-742FEF87E115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1.1.2   Example 2 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AC20E78-7A9B-0D02-8854-6C71D2475244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9CF8124-AAB9-3440-CCF6-8D27C29C1842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01BE3C0-DDE5-67B4-8892-F26670D6733F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D363343B-BE1A-236A-16C3-9102DD3EBCA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700C7D88-249C-95DD-30EE-BD3C1671AF8F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724E17BD-2374-989C-4DE7-E3F383CF75B5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24" name="Isosceles Triangle 23">
                <a:extLst>
                  <a:ext uri="{FF2B5EF4-FFF2-40B4-BE49-F238E27FC236}">
                    <a16:creationId xmlns:a16="http://schemas.microsoft.com/office/drawing/2014/main" id="{BCBF13CC-00A0-98F5-4DA0-076B4A892AAA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E4DDAD7-2621-016F-1B0B-30B012BFD61B}"/>
              </a:ext>
            </a:extLst>
          </p:cNvPr>
          <p:cNvGrpSpPr/>
          <p:nvPr/>
        </p:nvGrpSpPr>
        <p:grpSpPr>
          <a:xfrm>
            <a:off x="9830591" y="2503954"/>
            <a:ext cx="2303365" cy="3115492"/>
            <a:chOff x="272893" y="2421901"/>
            <a:chExt cx="2303365" cy="311549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3F44803-A134-59DC-6681-AAFCE9EA77C7}"/>
                </a:ext>
              </a:extLst>
            </p:cNvPr>
            <p:cNvSpPr txBox="1"/>
            <p:nvPr/>
          </p:nvSpPr>
          <p:spPr>
            <a:xfrm>
              <a:off x="885692" y="2455087"/>
              <a:ext cx="1046490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1.1.3   Example 3 </a:t>
              </a: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5BD1AC2-0834-075E-6B18-9FCB54B10E2F}"/>
                </a:ext>
              </a:extLst>
            </p:cNvPr>
            <p:cNvGrpSpPr/>
            <p:nvPr/>
          </p:nvGrpSpPr>
          <p:grpSpPr>
            <a:xfrm>
              <a:off x="272893" y="2421901"/>
              <a:ext cx="2303365" cy="3115492"/>
              <a:chOff x="272893" y="2434501"/>
              <a:chExt cx="2303365" cy="3115492"/>
            </a:xfrm>
          </p:grpSpPr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779DAA5-6AD3-1FAC-4FDA-FD33184039E8}"/>
                  </a:ext>
                </a:extLst>
              </p:cNvPr>
              <p:cNvSpPr txBox="1"/>
              <p:nvPr/>
            </p:nvSpPr>
            <p:spPr>
              <a:xfrm>
                <a:off x="323893" y="2469116"/>
                <a:ext cx="672846" cy="276999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Subtopic:	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EB2F5FD8-6D6D-E999-2001-1469662278B0}"/>
                  </a:ext>
                </a:extLst>
              </p:cNvPr>
              <p:cNvSpPr txBox="1"/>
              <p:nvPr/>
            </p:nvSpPr>
            <p:spPr>
              <a:xfrm>
                <a:off x="272893" y="4411932"/>
                <a:ext cx="2015451" cy="184666"/>
              </a:xfrm>
              <a:prstGeom prst="rect">
                <a:avLst/>
              </a:prstGeom>
              <a:noFill/>
              <a:effectLst/>
            </p:spPr>
            <p:txBody>
              <a:bodyPr wrap="square" rtlCol="0">
                <a:spAutoFit/>
              </a:bodyPr>
              <a:lstStyle/>
              <a:p>
                <a:r>
                  <a:rPr lang="en-GB" sz="600" spc="150" dirty="0">
                    <a:solidFill>
                      <a:schemeClr val="bg1">
                        <a:lumMod val="95000"/>
                      </a:schemeClr>
                    </a:solidFill>
                    <a:effectLst/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Notes</a:t>
                </a:r>
              </a:p>
            </p:txBody>
          </p:sp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ED3F66D2-EE3E-2937-104E-540562CBEFC9}"/>
                  </a:ext>
                </a:extLst>
              </p:cNvPr>
              <p:cNvSpPr/>
              <p:nvPr/>
            </p:nvSpPr>
            <p:spPr>
              <a:xfrm>
                <a:off x="272893" y="2434501"/>
                <a:ext cx="2303365" cy="1892276"/>
              </a:xfrm>
              <a:prstGeom prst="roundRect">
                <a:avLst>
                  <a:gd name="adj" fmla="val 6984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32F97D3C-E014-1ADF-6669-6E2ECA07A9C7}"/>
                  </a:ext>
                </a:extLst>
              </p:cNvPr>
              <p:cNvSpPr/>
              <p:nvPr/>
            </p:nvSpPr>
            <p:spPr>
              <a:xfrm>
                <a:off x="272893" y="4552722"/>
                <a:ext cx="2303365" cy="997271"/>
              </a:xfrm>
              <a:prstGeom prst="roundRect">
                <a:avLst>
                  <a:gd name="adj" fmla="val 11496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84199490-8AC0-0C89-6B56-44180579F20E}"/>
                  </a:ext>
                </a:extLst>
              </p:cNvPr>
              <p:cNvSpPr/>
              <p:nvPr/>
            </p:nvSpPr>
            <p:spPr>
              <a:xfrm>
                <a:off x="323893" y="2480646"/>
                <a:ext cx="2201365" cy="150707"/>
              </a:xfrm>
              <a:prstGeom prst="roundRect">
                <a:avLst>
                  <a:gd name="adj" fmla="val 44512"/>
                </a:avLst>
              </a:prstGeom>
              <a:noFill/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46000">
                      <a:schemeClr val="bg2">
                        <a:lumMod val="75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Candara" panose="020E0502030303020204" pitchFamily="34" charset="0"/>
                </a:endParaRPr>
              </a:p>
            </p:txBody>
          </p:sp>
          <p:sp>
            <p:nvSpPr>
              <p:cNvPr id="66" name="Isosceles Triangle 65">
                <a:extLst>
                  <a:ext uri="{FF2B5EF4-FFF2-40B4-BE49-F238E27FC236}">
                    <a16:creationId xmlns:a16="http://schemas.microsoft.com/office/drawing/2014/main" id="{FBDCD2B9-6578-FFFC-C40B-A91954384931}"/>
                  </a:ext>
                </a:extLst>
              </p:cNvPr>
              <p:cNvSpPr/>
              <p:nvPr/>
            </p:nvSpPr>
            <p:spPr>
              <a:xfrm rot="17976276">
                <a:off x="2409623" y="2508915"/>
                <a:ext cx="80048" cy="70810"/>
              </a:xfrm>
              <a:prstGeom prst="triangle">
                <a:avLst/>
              </a:prstGeom>
              <a:solidFill>
                <a:schemeClr val="bg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/>
              </a:p>
            </p:txBody>
          </p:sp>
        </p:grpSp>
      </p:grpSp>
      <p:sp>
        <p:nvSpPr>
          <p:cNvPr id="67" name="Oval 66">
            <a:extLst>
              <a:ext uri="{FF2B5EF4-FFF2-40B4-BE49-F238E27FC236}">
                <a16:creationId xmlns:a16="http://schemas.microsoft.com/office/drawing/2014/main" id="{36D59B9D-88CB-BCD3-481C-3A2E54D19BBC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A5D483F-6FD0-4BB2-8F6B-B37564542FDB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921A843-D704-84EE-C8ED-7F6915EA8BDC}"/>
              </a:ext>
            </a:extLst>
          </p:cNvPr>
          <p:cNvSpPr txBox="1"/>
          <p:nvPr/>
        </p:nvSpPr>
        <p:spPr>
          <a:xfrm>
            <a:off x="4222873" y="2043434"/>
            <a:ext cx="244316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i="1" spc="15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LO1: Explain…</a:t>
            </a:r>
            <a:endParaRPr lang="en-GB" i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71901250-16DC-DCD7-2ECB-78A3868C36D4}"/>
              </a:ext>
            </a:extLst>
          </p:cNvPr>
          <p:cNvSpPr/>
          <p:nvPr/>
        </p:nvSpPr>
        <p:spPr>
          <a:xfrm>
            <a:off x="7274080" y="1319719"/>
            <a:ext cx="204148" cy="193207"/>
          </a:xfrm>
          <a:prstGeom prst="ellipse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EED319A-3AEE-92FB-7329-B633C2D54866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EBB818A-9A5D-BEF9-6290-323C0941ABDC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467CA5BD-C45D-D105-FC1E-8E244238D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04345985-FC4D-A746-E068-56C206F86D1B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94255F53-FDF4-8E48-5C8F-4BCCD02FDF0E}"/>
              </a:ext>
            </a:extLst>
          </p:cNvPr>
          <p:cNvSpPr txBox="1"/>
          <p:nvPr/>
        </p:nvSpPr>
        <p:spPr>
          <a:xfrm>
            <a:off x="56790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4738CE7-DBCB-918F-E8B7-CCFC5C26D844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F95A49-DE90-CA3A-D99D-B0173E54C312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</p:spTree>
    <p:extLst>
      <p:ext uri="{BB962C8B-B14F-4D97-AF65-F5344CB8AC3E}">
        <p14:creationId xmlns:p14="http://schemas.microsoft.com/office/powerpoint/2010/main" val="3480445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F614C-239A-02B8-4DB4-38868A1A0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011349D-E10B-1121-CAA8-7DF9E4724816}"/>
              </a:ext>
            </a:extLst>
          </p:cNvPr>
          <p:cNvSpPr txBox="1"/>
          <p:nvPr/>
        </p:nvSpPr>
        <p:spPr>
          <a:xfrm>
            <a:off x="4467943" y="1287226"/>
            <a:ext cx="34095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 COURSE MATERIALS</a:t>
            </a:r>
            <a:endParaRPr lang="en-GB" sz="1100" u="sng" spc="3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1AF97C-7756-DD76-8F17-A852A93EBE97}"/>
              </a:ext>
            </a:extLst>
          </p:cNvPr>
          <p:cNvSpPr txBox="1"/>
          <p:nvPr/>
        </p:nvSpPr>
        <p:spPr>
          <a:xfrm>
            <a:off x="124618" y="6578595"/>
            <a:ext cx="7567772" cy="169277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OWNER: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MATTHEW DODDS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START DATE: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24/11/25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    STATUS: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DEVELOPMENT      </a:t>
            </a:r>
            <a:r>
              <a:rPr lang="en-GB" sz="5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PROGRESS:</a:t>
            </a:r>
            <a:r>
              <a:rPr lang="en-GB" sz="5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15</a:t>
            </a:r>
            <a:r>
              <a:rPr lang="en-GB" sz="500" spc="3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8446FB-B6DF-4149-928E-B59413922737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01CC057-B8AC-B6AE-2AE9-41D640A29D0B}"/>
              </a:ext>
            </a:extLst>
          </p:cNvPr>
          <p:cNvCxnSpPr/>
          <p:nvPr/>
        </p:nvCxnSpPr>
        <p:spPr>
          <a:xfrm>
            <a:off x="199842" y="653296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8518980-4182-AF48-1C0A-9E73760F5123}"/>
              </a:ext>
            </a:extLst>
          </p:cNvPr>
          <p:cNvGrpSpPr/>
          <p:nvPr/>
        </p:nvGrpSpPr>
        <p:grpSpPr>
          <a:xfrm>
            <a:off x="5190691" y="6654350"/>
            <a:ext cx="3327635" cy="5247"/>
            <a:chOff x="6736189" y="6654350"/>
            <a:chExt cx="3327635" cy="5247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F98CA50-1327-D061-D81C-F60E2A0773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4209" y="6654350"/>
              <a:ext cx="3319615" cy="5247"/>
            </a:xfrm>
            <a:prstGeom prst="line">
              <a:avLst/>
            </a:prstGeom>
            <a:ln w="63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0CA911C-D5A0-4750-3AF3-EB9208CBBED6}"/>
                </a:ext>
              </a:extLst>
            </p:cNvPr>
            <p:cNvCxnSpPr>
              <a:cxnSpLocks/>
            </p:cNvCxnSpPr>
            <p:nvPr/>
          </p:nvCxnSpPr>
          <p:spPr>
            <a:xfrm>
              <a:off x="6736189" y="6657218"/>
              <a:ext cx="566045" cy="0"/>
            </a:xfrm>
            <a:prstGeom prst="line">
              <a:avLst/>
            </a:prstGeom>
            <a:ln w="6350">
              <a:solidFill>
                <a:schemeClr val="accent2">
                  <a:lumMod val="75000"/>
                </a:schemeClr>
              </a:solidFill>
            </a:ln>
            <a:effectLst>
              <a:glow rad="63500">
                <a:schemeClr val="accent2">
                  <a:satMod val="17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2CB8AB6-F978-BCE0-9614-66E5DE884A18}"/>
              </a:ext>
            </a:extLst>
          </p:cNvPr>
          <p:cNvGrpSpPr/>
          <p:nvPr/>
        </p:nvGrpSpPr>
        <p:grpSpPr>
          <a:xfrm>
            <a:off x="3179" y="6197712"/>
            <a:ext cx="1992804" cy="278282"/>
            <a:chOff x="176287" y="6088075"/>
            <a:chExt cx="1992804" cy="278282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AEFE1482-14AE-6B53-9A8F-6035366EBCA7}"/>
                </a:ext>
              </a:extLst>
            </p:cNvPr>
            <p:cNvGrpSpPr/>
            <p:nvPr/>
          </p:nvGrpSpPr>
          <p:grpSpPr>
            <a:xfrm>
              <a:off x="176287" y="6089504"/>
              <a:ext cx="701147" cy="273180"/>
              <a:chOff x="176287" y="6089504"/>
              <a:chExt cx="701147" cy="27318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13BF84B7-6B56-7008-AF26-3B3CBB1E1A9F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72DFA2C5-050A-5974-7AEB-57C1B0A047C6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Define</a:t>
                </a:r>
                <a:endParaRPr lang="en-GB" sz="8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E8CBB031-9E0B-8449-6016-5B0A7CCA30A3}"/>
                </a:ext>
              </a:extLst>
            </p:cNvPr>
            <p:cNvGrpSpPr/>
            <p:nvPr/>
          </p:nvGrpSpPr>
          <p:grpSpPr>
            <a:xfrm>
              <a:off x="609017" y="6088075"/>
              <a:ext cx="701147" cy="273180"/>
              <a:chOff x="176287" y="6089504"/>
              <a:chExt cx="701147" cy="27318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BCC7E66A-9475-4236-9572-890E6013BD98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09A24CA-F8FE-105F-50EF-34FB69499F3B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2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Design</a:t>
                </a:r>
                <a:endParaRPr lang="en-GB" sz="800" spc="200" dirty="0">
                  <a:solidFill>
                    <a:schemeClr val="bg2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CCC6601D-6BD2-554D-E456-A6FABCB7360E}"/>
                </a:ext>
              </a:extLst>
            </p:cNvPr>
            <p:cNvGrpSpPr/>
            <p:nvPr/>
          </p:nvGrpSpPr>
          <p:grpSpPr>
            <a:xfrm>
              <a:off x="1035214" y="6093177"/>
              <a:ext cx="701147" cy="273180"/>
              <a:chOff x="176287" y="6089504"/>
              <a:chExt cx="701147" cy="273180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4BA085A4-4385-6CEE-7CD9-FED8B3C09770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E1FB1C14-CD90-6C95-5C68-1A4669B914F3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chemeClr val="bg1">
                        <a:lumMod val="6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Build</a:t>
                </a:r>
                <a:endParaRPr lang="en-GB" sz="8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586CD11-DC59-2CCF-4781-50742102CFF8}"/>
                </a:ext>
              </a:extLst>
            </p:cNvPr>
            <p:cNvGrpSpPr/>
            <p:nvPr/>
          </p:nvGrpSpPr>
          <p:grpSpPr>
            <a:xfrm>
              <a:off x="1467944" y="6088075"/>
              <a:ext cx="701147" cy="273180"/>
              <a:chOff x="176287" y="6089504"/>
              <a:chExt cx="701147" cy="273180"/>
            </a:xfrm>
          </p:grpSpPr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E5245749-1D9A-125A-0516-FABC3C5A451C}"/>
                  </a:ext>
                </a:extLst>
              </p:cNvPr>
              <p:cNvSpPr/>
              <p:nvPr/>
            </p:nvSpPr>
            <p:spPr>
              <a:xfrm>
                <a:off x="362450" y="6089504"/>
                <a:ext cx="328819" cy="273180"/>
              </a:xfrm>
              <a:prstGeom prst="ellipse">
                <a:avLst/>
              </a:prstGeom>
              <a:noFill/>
              <a:ln w="9525">
                <a:solidFill>
                  <a:srgbClr val="FF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28073D97-CD5E-D772-9484-C1CB70A2A009}"/>
                  </a:ext>
                </a:extLst>
              </p:cNvPr>
              <p:cNvSpPr txBox="1"/>
              <p:nvPr/>
            </p:nvSpPr>
            <p:spPr>
              <a:xfrm>
                <a:off x="176287" y="6147721"/>
                <a:ext cx="701147" cy="1538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400" spc="200" dirty="0">
                    <a:solidFill>
                      <a:srgbClr val="FF6600"/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Export</a:t>
                </a:r>
                <a:endParaRPr lang="en-GB" sz="8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49A1E99A-A984-667A-632E-50772ACA5F02}"/>
              </a:ext>
            </a:extLst>
          </p:cNvPr>
          <p:cNvSpPr/>
          <p:nvPr/>
        </p:nvSpPr>
        <p:spPr>
          <a:xfrm>
            <a:off x="3542074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1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BDF15BD-EC06-6A90-009C-E36864DACF07}"/>
              </a:ext>
            </a:extLst>
          </p:cNvPr>
          <p:cNvCxnSpPr>
            <a:cxnSpLocks/>
          </p:cNvCxnSpPr>
          <p:nvPr/>
        </p:nvCxnSpPr>
        <p:spPr>
          <a:xfrm>
            <a:off x="272893" y="2261256"/>
            <a:ext cx="11744567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5734BDC-8E21-6522-DD31-84E5C4219B1A}"/>
              </a:ext>
            </a:extLst>
          </p:cNvPr>
          <p:cNvGrpSpPr/>
          <p:nvPr/>
        </p:nvGrpSpPr>
        <p:grpSpPr>
          <a:xfrm>
            <a:off x="199842" y="1999738"/>
            <a:ext cx="1301073" cy="215444"/>
            <a:chOff x="199842" y="2261729"/>
            <a:chExt cx="1301073" cy="215444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09C0522-242E-018A-5EF0-BD0CDA206120}"/>
                </a:ext>
              </a:extLst>
            </p:cNvPr>
            <p:cNvSpPr txBox="1"/>
            <p:nvPr/>
          </p:nvSpPr>
          <p:spPr>
            <a:xfrm>
              <a:off x="199842" y="2261729"/>
              <a:ext cx="130107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3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Module: 1</a:t>
              </a:r>
            </a:p>
          </p:txBody>
        </p: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2C8E8BD9-15BD-46E7-BA3A-69B0DBBF94F4}"/>
                </a:ext>
              </a:extLst>
            </p:cNvPr>
            <p:cNvSpPr/>
            <p:nvPr/>
          </p:nvSpPr>
          <p:spPr>
            <a:xfrm rot="17976276">
              <a:off x="1058800" y="2330162"/>
              <a:ext cx="80048" cy="70810"/>
            </a:xfrm>
            <a:prstGeom prst="triangle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60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8377A3B3-23F1-8A93-FD10-6338BE710FCA}"/>
              </a:ext>
            </a:extLst>
          </p:cNvPr>
          <p:cNvGrpSpPr/>
          <p:nvPr/>
        </p:nvGrpSpPr>
        <p:grpSpPr>
          <a:xfrm>
            <a:off x="11356731" y="6150751"/>
            <a:ext cx="662697" cy="205404"/>
            <a:chOff x="4451258" y="4630747"/>
            <a:chExt cx="662697" cy="274083"/>
          </a:xfrm>
        </p:grpSpPr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422BFFCA-7746-D299-D954-7EAA90EC9B5E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AC02CE4-1E8A-D588-55A4-9F8C7E7B8EC6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287168D-AABD-6D0E-B144-F57D8E0AC485}"/>
              </a:ext>
            </a:extLst>
          </p:cNvPr>
          <p:cNvGrpSpPr/>
          <p:nvPr/>
        </p:nvGrpSpPr>
        <p:grpSpPr>
          <a:xfrm>
            <a:off x="9702713" y="6150746"/>
            <a:ext cx="706140" cy="204727"/>
            <a:chOff x="4451258" y="4631650"/>
            <a:chExt cx="706140" cy="273180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9D05411C-2B25-F66E-0F17-50F4B9EB002A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1D936ABE-F431-674C-670F-5BAEC351042F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1DC8083-DC66-FC3A-8483-C92A848BFF61}"/>
              </a:ext>
            </a:extLst>
          </p:cNvPr>
          <p:cNvGrpSpPr/>
          <p:nvPr/>
        </p:nvGrpSpPr>
        <p:grpSpPr>
          <a:xfrm>
            <a:off x="10573165" y="6150746"/>
            <a:ext cx="691564" cy="204727"/>
            <a:chOff x="4451258" y="4631650"/>
            <a:chExt cx="691564" cy="273180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D0C8B1D5-69D6-C562-9155-499DC2F1EF2A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0C1B5C9C-F735-08F9-550C-A66D41FFCD9B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47E4D48D-8131-A70D-BADD-2E8D8C6239C1}"/>
              </a:ext>
            </a:extLst>
          </p:cNvPr>
          <p:cNvSpPr txBox="1"/>
          <p:nvPr/>
        </p:nvSpPr>
        <p:spPr>
          <a:xfrm>
            <a:off x="4958768" y="57365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D07245-3032-9E48-1A59-B1CFB22E462C}"/>
              </a:ext>
            </a:extLst>
          </p:cNvPr>
          <p:cNvSpPr txBox="1"/>
          <p:nvPr/>
        </p:nvSpPr>
        <p:spPr>
          <a:xfrm>
            <a:off x="1756644" y="2431357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Type: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B909DD9-C36E-E2E6-52E9-95D0CD13CECC}"/>
              </a:ext>
            </a:extLst>
          </p:cNvPr>
          <p:cNvSpPr/>
          <p:nvPr/>
        </p:nvSpPr>
        <p:spPr>
          <a:xfrm>
            <a:off x="2190226" y="2416013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95327B99-AAEF-565D-2B2E-B57933851AE3}"/>
              </a:ext>
            </a:extLst>
          </p:cNvPr>
          <p:cNvSpPr/>
          <p:nvPr/>
        </p:nvSpPr>
        <p:spPr>
          <a:xfrm rot="17976276">
            <a:off x="4359201" y="2474592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1E884E-EEF2-B129-2396-E62C34032539}"/>
              </a:ext>
            </a:extLst>
          </p:cNvPr>
          <p:cNvSpPr txBox="1"/>
          <p:nvPr/>
        </p:nvSpPr>
        <p:spPr>
          <a:xfrm>
            <a:off x="4648829" y="2430643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Export Format: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EDD1FF1-E68D-94BF-C380-F224CB2D6243}"/>
              </a:ext>
            </a:extLst>
          </p:cNvPr>
          <p:cNvSpPr/>
          <p:nvPr/>
        </p:nvSpPr>
        <p:spPr>
          <a:xfrm>
            <a:off x="5558661" y="2415299"/>
            <a:ext cx="2303365" cy="204511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E279A59B-AC2E-702F-3250-2184093CC7E2}"/>
              </a:ext>
            </a:extLst>
          </p:cNvPr>
          <p:cNvSpPr/>
          <p:nvPr/>
        </p:nvSpPr>
        <p:spPr>
          <a:xfrm rot="17976276">
            <a:off x="7727636" y="2473878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5659CA-9171-F822-D714-A11ADC4059B2}"/>
              </a:ext>
            </a:extLst>
          </p:cNvPr>
          <p:cNvSpPr txBox="1"/>
          <p:nvPr/>
        </p:nvSpPr>
        <p:spPr>
          <a:xfrm>
            <a:off x="7962850" y="2430643"/>
            <a:ext cx="2015451" cy="188453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Days: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709B39-8121-C152-F170-DD622AB4CF3E}"/>
              </a:ext>
            </a:extLst>
          </p:cNvPr>
          <p:cNvSpPr/>
          <p:nvPr/>
        </p:nvSpPr>
        <p:spPr>
          <a:xfrm>
            <a:off x="8358333" y="2415300"/>
            <a:ext cx="632006" cy="203796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2DB48368-9272-8DA4-C708-26DBC3B62F4D}"/>
              </a:ext>
            </a:extLst>
          </p:cNvPr>
          <p:cNvSpPr/>
          <p:nvPr/>
        </p:nvSpPr>
        <p:spPr>
          <a:xfrm rot="17976276">
            <a:off x="8869957" y="2473878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4FCA0F-76AC-1425-7DDA-1E6000FC6090}"/>
              </a:ext>
            </a:extLst>
          </p:cNvPr>
          <p:cNvSpPr txBox="1"/>
          <p:nvPr/>
        </p:nvSpPr>
        <p:spPr>
          <a:xfrm>
            <a:off x="9121369" y="2430643"/>
            <a:ext cx="632007" cy="18466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Lessons: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732DF8C-26B2-33B1-81B5-C5D682224270}"/>
              </a:ext>
            </a:extLst>
          </p:cNvPr>
          <p:cNvSpPr/>
          <p:nvPr/>
        </p:nvSpPr>
        <p:spPr>
          <a:xfrm>
            <a:off x="9697827" y="2415300"/>
            <a:ext cx="632006" cy="203796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17950395-5DAE-7504-06B2-E073FAEEC32B}"/>
              </a:ext>
            </a:extLst>
          </p:cNvPr>
          <p:cNvSpPr/>
          <p:nvPr/>
        </p:nvSpPr>
        <p:spPr>
          <a:xfrm rot="17976276">
            <a:off x="10209451" y="2473878"/>
            <a:ext cx="81690" cy="70810"/>
          </a:xfrm>
          <a:prstGeom prst="triangle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6182378-1B4F-7794-1EDC-19336E861840}"/>
              </a:ext>
            </a:extLst>
          </p:cNvPr>
          <p:cNvGrpSpPr/>
          <p:nvPr/>
        </p:nvGrpSpPr>
        <p:grpSpPr>
          <a:xfrm>
            <a:off x="4524912" y="4993985"/>
            <a:ext cx="1324587" cy="413329"/>
            <a:chOff x="5885838" y="3149016"/>
            <a:chExt cx="1324587" cy="41332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DEDFF537-A2B4-FBD5-60F1-DA2963F05FF7}"/>
                </a:ext>
              </a:extLst>
            </p:cNvPr>
            <p:cNvSpPr/>
            <p:nvPr/>
          </p:nvSpPr>
          <p:spPr>
            <a:xfrm>
              <a:off x="5885838" y="3149016"/>
              <a:ext cx="1324587" cy="413329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rgbClr val="D65700"/>
                </a:gs>
                <a:gs pos="100000">
                  <a:srgbClr val="763000"/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633C30B-A9DE-7C29-EF69-4FA7965B4B56}"/>
                </a:ext>
              </a:extLst>
            </p:cNvPr>
            <p:cNvSpPr txBox="1"/>
            <p:nvPr/>
          </p:nvSpPr>
          <p:spPr>
            <a:xfrm>
              <a:off x="6050863" y="3241868"/>
              <a:ext cx="1035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100" spc="200" dirty="0">
                  <a:solidFill>
                    <a:schemeClr val="bg1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GENERATE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25CA487-F7BF-78FC-D182-0983729B3825}"/>
              </a:ext>
            </a:extLst>
          </p:cNvPr>
          <p:cNvGrpSpPr/>
          <p:nvPr/>
        </p:nvGrpSpPr>
        <p:grpSpPr>
          <a:xfrm>
            <a:off x="6600499" y="4993504"/>
            <a:ext cx="1324587" cy="413329"/>
            <a:chOff x="5885838" y="3149016"/>
            <a:chExt cx="1324587" cy="413329"/>
          </a:xfrm>
        </p:grpSpPr>
        <p:sp>
          <p:nvSpPr>
            <p:cNvPr id="34" name="Rectangle: Rounded Corners 33">
              <a:extLst>
                <a:ext uri="{FF2B5EF4-FFF2-40B4-BE49-F238E27FC236}">
                  <a16:creationId xmlns:a16="http://schemas.microsoft.com/office/drawing/2014/main" id="{FC87100E-EF49-04CD-50C8-12800DF50E3C}"/>
                </a:ext>
              </a:extLst>
            </p:cNvPr>
            <p:cNvSpPr/>
            <p:nvPr/>
          </p:nvSpPr>
          <p:spPr>
            <a:xfrm>
              <a:off x="5885838" y="3149016"/>
              <a:ext cx="1324587" cy="413329"/>
            </a:xfrm>
            <a:prstGeom prst="roundRect">
              <a:avLst>
                <a:gd name="adj" fmla="val 48177"/>
              </a:avLst>
            </a:prstGeom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35000">
                  <a:schemeClr val="bg2">
                    <a:lumMod val="50000"/>
                  </a:schemeClr>
                </a:gs>
                <a:gs pos="100000">
                  <a:schemeClr val="bg2">
                    <a:lumMod val="10000"/>
                  </a:schemeClr>
                </a:gs>
              </a:gsLst>
              <a:lin ang="2700000" scaled="1"/>
              <a:tileRect/>
            </a:gra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BBCE2C2-E1A3-6F4F-20EB-ADE34B64C3CD}"/>
                </a:ext>
              </a:extLst>
            </p:cNvPr>
            <p:cNvSpPr txBox="1"/>
            <p:nvPr/>
          </p:nvSpPr>
          <p:spPr>
            <a:xfrm>
              <a:off x="6050863" y="3241868"/>
              <a:ext cx="1035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100" spc="200" dirty="0">
                  <a:solidFill>
                    <a:schemeClr val="bg1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VIEW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1A6569D4-6DED-9FB3-C1E1-9F8DFC639731}"/>
              </a:ext>
            </a:extLst>
          </p:cNvPr>
          <p:cNvSpPr txBox="1"/>
          <p:nvPr/>
        </p:nvSpPr>
        <p:spPr>
          <a:xfrm>
            <a:off x="2801155" y="5565276"/>
            <a:ext cx="6991925" cy="18845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Presentation			Days 1-3				</a:t>
            </a:r>
            <a:r>
              <a:rPr lang="en-GB" sz="600" spc="150" dirty="0">
                <a:solidFill>
                  <a:srgbClr val="D65700"/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Generated</a:t>
            </a:r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			Exported to PPTX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1D733AF2-713D-9CA5-3346-D0C39C6F9BD0}"/>
              </a:ext>
            </a:extLst>
          </p:cNvPr>
          <p:cNvSpPr/>
          <p:nvPr/>
        </p:nvSpPr>
        <p:spPr>
          <a:xfrm>
            <a:off x="1892008" y="6197712"/>
            <a:ext cx="328819" cy="273180"/>
          </a:xfrm>
          <a:prstGeom prst="ellipse">
            <a:avLst/>
          </a:prstGeom>
          <a:noFill/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EF58FA-F570-35A9-8D76-3CF88FBB20D6}"/>
              </a:ext>
            </a:extLst>
          </p:cNvPr>
          <p:cNvSpPr txBox="1"/>
          <p:nvPr/>
        </p:nvSpPr>
        <p:spPr>
          <a:xfrm>
            <a:off x="1724606" y="6257358"/>
            <a:ext cx="701147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Format</a:t>
            </a:r>
            <a:endParaRPr lang="en-GB" sz="800" spc="200" dirty="0">
              <a:solidFill>
                <a:schemeClr val="bg1">
                  <a:lumMod val="6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CF06DF-B034-70FB-12D5-5D9A78421DB2}"/>
              </a:ext>
            </a:extLst>
          </p:cNvPr>
          <p:cNvSpPr/>
          <p:nvPr/>
        </p:nvSpPr>
        <p:spPr>
          <a:xfrm>
            <a:off x="3542074" y="3021338"/>
            <a:ext cx="5337543" cy="1764703"/>
          </a:xfrm>
          <a:prstGeom prst="roundRect">
            <a:avLst>
              <a:gd name="adj" fmla="val 18131"/>
            </a:avLst>
          </a:prstGeom>
          <a:noFill/>
          <a:ln w="6350" cap="sq">
            <a:gradFill flip="none" rotWithShape="1">
              <a:gsLst>
                <a:gs pos="0">
                  <a:schemeClr val="accent5">
                    <a:lumMod val="0"/>
                    <a:lumOff val="100000"/>
                  </a:schemeClr>
                </a:gs>
                <a:gs pos="46000">
                  <a:schemeClr val="bg2">
                    <a:lumMod val="75000"/>
                  </a:schemeClr>
                </a:gs>
                <a:gs pos="100000">
                  <a:schemeClr val="bg2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>
              <a:latin typeface="Candara" panose="020E05020303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09D96E-FDC2-82C7-E181-443F8AF51486}"/>
              </a:ext>
            </a:extLst>
          </p:cNvPr>
          <p:cNvSpPr txBox="1"/>
          <p:nvPr/>
        </p:nvSpPr>
        <p:spPr>
          <a:xfrm>
            <a:off x="5694600" y="2780576"/>
            <a:ext cx="802800" cy="2308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9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Preview: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C39EF30-00BF-480A-06A3-AE75E5D24457}"/>
              </a:ext>
            </a:extLst>
          </p:cNvPr>
          <p:cNvSpPr/>
          <p:nvPr/>
        </p:nvSpPr>
        <p:spPr>
          <a:xfrm>
            <a:off x="7717368" y="1316827"/>
            <a:ext cx="204148" cy="193207"/>
          </a:xfrm>
          <a:prstGeom prst="ellipse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F586B1-7932-3E80-5EB5-86022265B825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88867A-A409-5F03-F5C3-0A3C9E389531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AEBFE1-8573-3E44-B70F-F1E0DFCF7358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57AC88A-7B9C-53BF-B16C-BF1B5E1EFDE3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06B99BA-90DE-8755-1C45-B1B8A4E24B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99180BA-1E8C-257E-F08A-2EBD59B66764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9425CE87-2E00-20AF-5E79-D09DA0E2714F}"/>
              </a:ext>
            </a:extLst>
          </p:cNvPr>
          <p:cNvSpPr txBox="1"/>
          <p:nvPr/>
        </p:nvSpPr>
        <p:spPr>
          <a:xfrm>
            <a:off x="567901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gradFill flip="none" rotWithShape="1">
                  <a:gsLst>
                    <a:gs pos="0">
                      <a:schemeClr val="accent3">
                        <a:lumMod val="5000"/>
                        <a:lumOff val="95000"/>
                      </a:schemeClr>
                    </a:gs>
                    <a:gs pos="74000">
                      <a:schemeClr val="accent3">
                        <a:lumMod val="45000"/>
                        <a:lumOff val="55000"/>
                      </a:schemeClr>
                    </a:gs>
                    <a:gs pos="83000">
                      <a:schemeClr val="accent3">
                        <a:lumMod val="45000"/>
                        <a:lumOff val="55000"/>
                      </a:schemeClr>
                    </a:gs>
                    <a:gs pos="100000">
                      <a:schemeClr val="accent3">
                        <a:lumMod val="30000"/>
                        <a:lumOff val="70000"/>
                      </a:schemeClr>
                    </a:gs>
                  </a:gsLst>
                  <a:lin ang="5400000" scaled="1"/>
                  <a:tileRect/>
                </a:gra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gradFill flip="none" rotWithShape="1">
                <a:gsLst>
                  <a:gs pos="0">
                    <a:schemeClr val="accent3">
                      <a:lumMod val="5000"/>
                      <a:lumOff val="95000"/>
                    </a:schemeClr>
                  </a:gs>
                  <a:gs pos="74000">
                    <a:schemeClr val="accent3">
                      <a:lumMod val="45000"/>
                      <a:lumOff val="55000"/>
                    </a:schemeClr>
                  </a:gs>
                  <a:gs pos="83000">
                    <a:schemeClr val="accent3">
                      <a:lumMod val="45000"/>
                      <a:lumOff val="55000"/>
                    </a:schemeClr>
                  </a:gs>
                  <a:gs pos="100000">
                    <a:schemeClr val="accent3">
                      <a:lumMod val="30000"/>
                      <a:lumOff val="70000"/>
                    </a:schemeClr>
                  </a:gs>
                </a:gsLst>
                <a:lin ang="5400000" scaled="1"/>
                <a:tileRect/>
              </a:gra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45A6F6B-3EF0-1959-0312-D157E2751DE7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96702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59077AAE-E523-A649-3FDF-C61FFBDA9F2E}"/>
              </a:ext>
            </a:extLst>
          </p:cNvPr>
          <p:cNvSpPr txBox="1"/>
          <p:nvPr/>
        </p:nvSpPr>
        <p:spPr>
          <a:xfrm>
            <a:off x="3282415" y="3724054"/>
            <a:ext cx="823274" cy="1446550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88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U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517DC11-DB09-81C6-EAB6-BFC4DBC443EB}"/>
              </a:ext>
            </a:extLst>
          </p:cNvPr>
          <p:cNvCxnSpPr>
            <a:cxnSpLocks/>
          </p:cNvCxnSpPr>
          <p:nvPr/>
        </p:nvCxnSpPr>
        <p:spPr>
          <a:xfrm>
            <a:off x="3456319" y="4126737"/>
            <a:ext cx="487381" cy="0"/>
          </a:xfrm>
          <a:prstGeom prst="line">
            <a:avLst/>
          </a:prstGeom>
          <a:ln w="50800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4B678C6-8D84-0E6F-B89A-2606C084A264}"/>
              </a:ext>
            </a:extLst>
          </p:cNvPr>
          <p:cNvSpPr txBox="1"/>
          <p:nvPr/>
        </p:nvSpPr>
        <p:spPr>
          <a:xfrm rot="10800000">
            <a:off x="3613058" y="4126737"/>
            <a:ext cx="823274" cy="58477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/>
            <a:r>
              <a:rPr lang="en-GB" sz="3200" spc="150" dirty="0">
                <a:solidFill>
                  <a:schemeClr val="bg1">
                    <a:lumMod val="95000"/>
                  </a:schemeClr>
                </a:solidFill>
                <a:effectLst/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334A8F8-2715-DFE7-68E8-4C70D02FA9D9}"/>
              </a:ext>
            </a:extLst>
          </p:cNvPr>
          <p:cNvGrpSpPr/>
          <p:nvPr/>
        </p:nvGrpSpPr>
        <p:grpSpPr>
          <a:xfrm>
            <a:off x="1722213" y="3835712"/>
            <a:ext cx="903181" cy="875800"/>
            <a:chOff x="1722213" y="3835712"/>
            <a:chExt cx="903181" cy="875800"/>
          </a:xfrm>
        </p:grpSpPr>
        <p:pic>
          <p:nvPicPr>
            <p:cNvPr id="21" name="Graphic 20" descr="Coffee outline">
              <a:extLst>
                <a:ext uri="{FF2B5EF4-FFF2-40B4-BE49-F238E27FC236}">
                  <a16:creationId xmlns:a16="http://schemas.microsoft.com/office/drawing/2014/main" id="{C338B916-70CC-EC58-1B11-60B945ED80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7888" y="3835712"/>
              <a:ext cx="741898" cy="741898"/>
            </a:xfrm>
            <a:prstGeom prst="rect">
              <a:avLst/>
            </a:prstGeom>
          </p:spPr>
        </p:pic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F43BF94-C479-31B3-DF32-EC09785C7E0C}"/>
                </a:ext>
              </a:extLst>
            </p:cNvPr>
            <p:cNvSpPr/>
            <p:nvPr/>
          </p:nvSpPr>
          <p:spPr>
            <a:xfrm>
              <a:off x="1722213" y="3876383"/>
              <a:ext cx="903181" cy="835129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3" name="Oval 22">
            <a:extLst>
              <a:ext uri="{FF2B5EF4-FFF2-40B4-BE49-F238E27FC236}">
                <a16:creationId xmlns:a16="http://schemas.microsoft.com/office/drawing/2014/main" id="{5CF04641-3217-F6A0-0B53-E43DBC8085C7}"/>
              </a:ext>
            </a:extLst>
          </p:cNvPr>
          <p:cNvSpPr/>
          <p:nvPr/>
        </p:nvSpPr>
        <p:spPr>
          <a:xfrm>
            <a:off x="4628098" y="3483696"/>
            <a:ext cx="1467902" cy="1446550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01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B9404-181B-B956-EAEB-342BC7431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3AFC69-F7A5-5694-E479-4D623FD269ED}"/>
              </a:ext>
            </a:extLst>
          </p:cNvPr>
          <p:cNvSpPr txBox="1"/>
          <p:nvPr/>
        </p:nvSpPr>
        <p:spPr>
          <a:xfrm>
            <a:off x="2692168" y="1309001"/>
            <a:ext cx="72512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6556E3C-89EC-6FCC-7743-75E1D26DA8A0}"/>
              </a:ext>
            </a:extLst>
          </p:cNvPr>
          <p:cNvCxnSpPr>
            <a:cxnSpLocks/>
          </p:cNvCxnSpPr>
          <p:nvPr/>
        </p:nvCxnSpPr>
        <p:spPr>
          <a:xfrm>
            <a:off x="936000" y="1703265"/>
            <a:ext cx="10333062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85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3C817C6-B710-9E54-B52E-E450F2026C59}"/>
              </a:ext>
            </a:extLst>
          </p:cNvPr>
          <p:cNvGrpSpPr/>
          <p:nvPr/>
        </p:nvGrpSpPr>
        <p:grpSpPr>
          <a:xfrm>
            <a:off x="5327920" y="2690358"/>
            <a:ext cx="1536159" cy="1477283"/>
            <a:chOff x="3923641" y="1771650"/>
            <a:chExt cx="3072140" cy="3120904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0E7C5F2D-474D-4657-FECE-283520BB8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B308D5E-5118-2BA8-0428-54F5AA2D28F8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1645174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EE437-38CC-F07D-A094-A1E739BB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2E8BF469-11E6-9DBA-916E-B1D9F10D66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063606"/>
              </p:ext>
            </p:extLst>
          </p:nvPr>
        </p:nvGraphicFramePr>
        <p:xfrm>
          <a:off x="213931" y="1684454"/>
          <a:ext cx="11144286" cy="2262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4">
                  <a:extLst>
                    <a:ext uri="{9D8B030D-6E8A-4147-A177-3AD203B41FA5}">
                      <a16:colId xmlns:a16="http://schemas.microsoft.com/office/drawing/2014/main" val="2728711912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1634978481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008797705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568053034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485769531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3579198950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4206887817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239665577"/>
                    </a:ext>
                  </a:extLst>
                </a:gridCol>
                <a:gridCol w="1238254">
                  <a:extLst>
                    <a:ext uri="{9D8B030D-6E8A-4147-A177-3AD203B41FA5}">
                      <a16:colId xmlns:a16="http://schemas.microsoft.com/office/drawing/2014/main" val="2687167814"/>
                    </a:ext>
                  </a:extLst>
                </a:gridCol>
              </a:tblGrid>
              <a:tr h="305892">
                <a:tc>
                  <a:txBody>
                    <a:bodyPr/>
                    <a:lstStyle/>
                    <a:p>
                      <a:pPr algn="r"/>
                      <a:endParaRPr lang="en-GB" sz="1000" b="0" dirty="0">
                        <a:solidFill>
                          <a:schemeClr val="bg1">
                            <a:lumMod val="95000"/>
                          </a:schemeClr>
                        </a:solidFill>
                        <a:latin typeface="Candara" panose="020E050203030302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0800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0900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1000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1100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1200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1300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1400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1500</a:t>
                      </a:r>
                    </a:p>
                  </a:txBody>
                  <a:tcPr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4784604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6113607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2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0892526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3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9088870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4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4195439"/>
                  </a:ext>
                </a:extLst>
              </a:tr>
              <a:tr h="391227">
                <a:tc>
                  <a:txBody>
                    <a:bodyPr/>
                    <a:lstStyle/>
                    <a:p>
                      <a:pPr algn="r"/>
                      <a:r>
                        <a:rPr lang="en-GB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ndara" panose="020E0502030303020204" pitchFamily="34" charset="0"/>
                        </a:rPr>
                        <a:t>Day 5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GB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53863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35A24453-4F96-0F93-7C41-56ECB3102857}"/>
              </a:ext>
            </a:extLst>
          </p:cNvPr>
          <p:cNvSpPr txBox="1"/>
          <p:nvPr/>
        </p:nvSpPr>
        <p:spPr>
          <a:xfrm>
            <a:off x="4391250" y="945571"/>
            <a:ext cx="33975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OUTLINE PLANNER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51C797-99F9-BFD0-AC34-EA5829F12466}"/>
              </a:ext>
            </a:extLst>
          </p:cNvPr>
          <p:cNvSpPr txBox="1"/>
          <p:nvPr/>
        </p:nvSpPr>
        <p:spPr>
          <a:xfrm>
            <a:off x="5201053" y="6609719"/>
            <a:ext cx="192543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26/11/25   09:25:43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C3D416-62F1-D422-2FD1-341ACCB18862}"/>
              </a:ext>
            </a:extLst>
          </p:cNvPr>
          <p:cNvSpPr txBox="1"/>
          <p:nvPr/>
        </p:nvSpPr>
        <p:spPr>
          <a:xfrm>
            <a:off x="10312891" y="281155"/>
            <a:ext cx="2257190" cy="542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Course Loaded: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Duration: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  	3 Days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Level:         	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Basic</a:t>
            </a:r>
          </a:p>
          <a:p>
            <a:pPr>
              <a:lnSpc>
                <a:spcPct val="150000"/>
              </a:lnSpc>
            </a:pPr>
            <a:r>
              <a:rPr lang="en-GB" sz="500" spc="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Thematic:</a:t>
            </a:r>
            <a:r>
              <a:rPr lang="en-GB" sz="500" spc="20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	Intelligence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FD37F-ACC3-4C27-796C-EF98E3A28F33}"/>
              </a:ext>
            </a:extLst>
          </p:cNvPr>
          <p:cNvSpPr txBox="1"/>
          <p:nvPr/>
        </p:nvSpPr>
        <p:spPr>
          <a:xfrm>
            <a:off x="10063824" y="6618117"/>
            <a:ext cx="2183513" cy="184666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r>
              <a:rPr lang="en-GB" sz="600" spc="15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APPROVED FOR USE Y/N: </a:t>
            </a:r>
            <a:r>
              <a:rPr lang="en-GB" sz="600" spc="150" dirty="0">
                <a:solidFill>
                  <a:srgbClr val="00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N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2CD13ED-C52D-BEDE-D288-B76569B5871E}"/>
              </a:ext>
            </a:extLst>
          </p:cNvPr>
          <p:cNvCxnSpPr>
            <a:cxnSpLocks/>
          </p:cNvCxnSpPr>
          <p:nvPr/>
        </p:nvCxnSpPr>
        <p:spPr>
          <a:xfrm>
            <a:off x="0" y="653296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91EB3D65-BD6E-F619-4CB2-6A5F9D0F22BC}"/>
              </a:ext>
            </a:extLst>
          </p:cNvPr>
          <p:cNvGrpSpPr/>
          <p:nvPr/>
        </p:nvGrpSpPr>
        <p:grpSpPr>
          <a:xfrm>
            <a:off x="124618" y="6602699"/>
            <a:ext cx="7567772" cy="169277"/>
            <a:chOff x="124618" y="6578595"/>
            <a:chExt cx="7567772" cy="1692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8B8859E-1F49-865C-FB21-1AFF837939C9}"/>
                </a:ext>
              </a:extLst>
            </p:cNvPr>
            <p:cNvSpPr txBox="1"/>
            <p:nvPr/>
          </p:nvSpPr>
          <p:spPr>
            <a:xfrm>
              <a:off x="124618" y="6578595"/>
              <a:ext cx="7567772" cy="169277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OWNER: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MATTHEW DODDS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START DATE: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24/11/25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STATUS: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DEVELOPMENT </a:t>
              </a:r>
              <a:r>
                <a:rPr lang="en-GB" sz="500" spc="150" dirty="0">
                  <a:solidFill>
                    <a:schemeClr val="bg1">
                      <a:lumMod val="95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PROGRESS:</a:t>
              </a:r>
              <a:r>
                <a:rPr lang="en-GB" sz="500" spc="15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</a:t>
              </a:r>
              <a:r>
                <a:rPr lang="en-GB" sz="500" spc="300" dirty="0">
                  <a:solidFill>
                    <a:srgbClr val="00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scadia Code" panose="020B0609020000020004" pitchFamily="49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%  </a:t>
              </a:r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1916AC-A1C5-211C-DDED-6BF32B25B5E2}"/>
                </a:ext>
              </a:extLst>
            </p:cNvPr>
            <p:cNvGrpSpPr/>
            <p:nvPr/>
          </p:nvGrpSpPr>
          <p:grpSpPr>
            <a:xfrm>
              <a:off x="4385911" y="6657218"/>
              <a:ext cx="602024" cy="2379"/>
              <a:chOff x="5931409" y="6657218"/>
              <a:chExt cx="602024" cy="2379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0576915-E7A0-CFF2-BCB0-64A6C9CE8E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1409" y="6659597"/>
                <a:ext cx="602024" cy="0"/>
              </a:xfrm>
              <a:prstGeom prst="line">
                <a:avLst/>
              </a:prstGeom>
              <a:ln w="635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4EE48EC-8D64-8F72-535C-0F09A06EC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48789" y="6657218"/>
                <a:ext cx="255069" cy="0"/>
              </a:xfrm>
              <a:prstGeom prst="line">
                <a:avLst/>
              </a:prstGeom>
              <a:ln w="6350">
                <a:solidFill>
                  <a:schemeClr val="accent2">
                    <a:lumMod val="75000"/>
                  </a:schemeClr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3391F716-6317-DBD6-238C-25C4063BD0E6}"/>
              </a:ext>
            </a:extLst>
          </p:cNvPr>
          <p:cNvSpPr/>
          <p:nvPr/>
        </p:nvSpPr>
        <p:spPr>
          <a:xfrm>
            <a:off x="3469957" y="6076515"/>
            <a:ext cx="5261320" cy="391546"/>
          </a:xfrm>
          <a:prstGeom prst="roundRect">
            <a:avLst>
              <a:gd name="adj" fmla="val 50000"/>
            </a:avLst>
          </a:prstGeom>
          <a:noFill/>
          <a:ln w="6350" cap="sq">
            <a:solidFill>
              <a:schemeClr val="bg1">
                <a:lumMod val="50000"/>
              </a:schemeClr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Candara" panose="020E0502030303020204" pitchFamily="34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94D98A-D865-39BB-2827-1649275D3BE2}"/>
              </a:ext>
            </a:extLst>
          </p:cNvPr>
          <p:cNvSpPr txBox="1"/>
          <p:nvPr/>
        </p:nvSpPr>
        <p:spPr>
          <a:xfrm>
            <a:off x="4799021" y="5774626"/>
            <a:ext cx="26767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b="1" spc="300" dirty="0">
                <a:solidFill>
                  <a:schemeClr val="bg2">
                    <a:lumMod val="2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&lt;+&gt;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1D10B3-26D1-4990-FE77-E5AFBB19E731}"/>
              </a:ext>
            </a:extLst>
          </p:cNvPr>
          <p:cNvSpPr txBox="1"/>
          <p:nvPr/>
        </p:nvSpPr>
        <p:spPr>
          <a:xfrm>
            <a:off x="2425753" y="324317"/>
            <a:ext cx="7161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spc="300" dirty="0">
                <a:solidFill>
                  <a:schemeClr val="bg1">
                    <a:lumMod val="9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PROMETHEUS COURSE GENERATION SYSTEM 2.0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EA18FFA-E745-86A5-7BEA-9D870BF40FD5}"/>
              </a:ext>
            </a:extLst>
          </p:cNvPr>
          <p:cNvCxnSpPr/>
          <p:nvPr/>
        </p:nvCxnSpPr>
        <p:spPr>
          <a:xfrm>
            <a:off x="243232" y="929392"/>
            <a:ext cx="11859008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25BA3604-4970-9934-5697-62F45545681C}"/>
              </a:ext>
            </a:extLst>
          </p:cNvPr>
          <p:cNvGrpSpPr/>
          <p:nvPr/>
        </p:nvGrpSpPr>
        <p:grpSpPr>
          <a:xfrm>
            <a:off x="191920" y="5987701"/>
            <a:ext cx="583133" cy="525190"/>
            <a:chOff x="3873761" y="1419470"/>
            <a:chExt cx="4580014" cy="40190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0228980-3894-96CF-448C-55AC967640D4}"/>
                </a:ext>
              </a:extLst>
            </p:cNvPr>
            <p:cNvGrpSpPr/>
            <p:nvPr/>
          </p:nvGrpSpPr>
          <p:grpSpPr>
            <a:xfrm>
              <a:off x="3873761" y="1419470"/>
              <a:ext cx="4580014" cy="4019060"/>
              <a:chOff x="3430511" y="1067290"/>
              <a:chExt cx="5466513" cy="4990025"/>
            </a:xfrm>
          </p:grpSpPr>
          <p:sp>
            <p:nvSpPr>
              <p:cNvPr id="23" name="Circle: Hollow 22">
                <a:extLst>
                  <a:ext uri="{FF2B5EF4-FFF2-40B4-BE49-F238E27FC236}">
                    <a16:creationId xmlns:a16="http://schemas.microsoft.com/office/drawing/2014/main" id="{13A2D45F-4850-F25C-A1E9-3535604BA9A6}"/>
                  </a:ext>
                </a:extLst>
              </p:cNvPr>
              <p:cNvSpPr/>
              <p:nvPr/>
            </p:nvSpPr>
            <p:spPr>
              <a:xfrm>
                <a:off x="3943082" y="1512700"/>
                <a:ext cx="4441371" cy="4085929"/>
              </a:xfrm>
              <a:prstGeom prst="donut">
                <a:avLst>
                  <a:gd name="adj" fmla="val 3672"/>
                </a:avLst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69000">
                    <a:srgbClr val="D65700"/>
                  </a:gs>
                  <a:gs pos="13000">
                    <a:srgbClr val="957D3B"/>
                  </a:gs>
                  <a:gs pos="31000">
                    <a:schemeClr val="bg1">
                      <a:lumMod val="8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Isosceles Triangle 31">
                <a:extLst>
                  <a:ext uri="{FF2B5EF4-FFF2-40B4-BE49-F238E27FC236}">
                    <a16:creationId xmlns:a16="http://schemas.microsoft.com/office/drawing/2014/main" id="{20185204-543A-6CD0-7C46-56AA7C6B2FF9}"/>
                  </a:ext>
                </a:extLst>
              </p:cNvPr>
              <p:cNvSpPr/>
              <p:nvPr/>
            </p:nvSpPr>
            <p:spPr>
              <a:xfrm>
                <a:off x="6024571" y="1067290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Isosceles Triangle 33">
                <a:extLst>
                  <a:ext uri="{FF2B5EF4-FFF2-40B4-BE49-F238E27FC236}">
                    <a16:creationId xmlns:a16="http://schemas.microsoft.com/office/drawing/2014/main" id="{3C570EF4-7CE1-B1F5-6A13-1D6F00EB40F2}"/>
                  </a:ext>
                </a:extLst>
              </p:cNvPr>
              <p:cNvSpPr/>
              <p:nvPr/>
            </p:nvSpPr>
            <p:spPr>
              <a:xfrm rot="16200000">
                <a:off x="3520999" y="3307692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Isosceles Triangle 34">
                <a:extLst>
                  <a:ext uri="{FF2B5EF4-FFF2-40B4-BE49-F238E27FC236}">
                    <a16:creationId xmlns:a16="http://schemas.microsoft.com/office/drawing/2014/main" id="{9445BBB8-4EDF-751C-8CE0-657C75975AF8}"/>
                  </a:ext>
                </a:extLst>
              </p:cNvPr>
              <p:cNvSpPr/>
              <p:nvPr/>
            </p:nvSpPr>
            <p:spPr>
              <a:xfrm rot="10800000">
                <a:off x="6070046" y="5666790"/>
                <a:ext cx="209549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Isosceles Triangle 35">
                <a:extLst>
                  <a:ext uri="{FF2B5EF4-FFF2-40B4-BE49-F238E27FC236}">
                    <a16:creationId xmlns:a16="http://schemas.microsoft.com/office/drawing/2014/main" id="{56FB0F21-4E7E-0A0B-0B89-83BB4E93C9D2}"/>
                  </a:ext>
                </a:extLst>
              </p:cNvPr>
              <p:cNvSpPr/>
              <p:nvPr/>
            </p:nvSpPr>
            <p:spPr>
              <a:xfrm rot="5400000" flipH="1">
                <a:off x="8596987" y="3309546"/>
                <a:ext cx="209550" cy="390525"/>
              </a:xfrm>
              <a:prstGeom prst="triangle">
                <a:avLst/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32000">
                    <a:schemeClr val="accent2">
                      <a:lumMod val="75000"/>
                    </a:schemeClr>
                  </a:gs>
                  <a:gs pos="97000">
                    <a:schemeClr val="tx1">
                      <a:lumMod val="85000"/>
                      <a:lumOff val="15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11387F15-1204-7F37-5C8F-7E132FF72D4F}"/>
                </a:ext>
              </a:extLst>
            </p:cNvPr>
            <p:cNvGrpSpPr/>
            <p:nvPr/>
          </p:nvGrpSpPr>
          <p:grpSpPr>
            <a:xfrm>
              <a:off x="6126173" y="2002372"/>
              <a:ext cx="42282" cy="1260053"/>
              <a:chOff x="6151571" y="2061636"/>
              <a:chExt cx="42282" cy="1260053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C9C0CE9-49F1-E039-5DE4-2B00F173F6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9DF38DA2-5FB3-DD63-B64A-0597572E288B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EA44A76-C18F-AC88-5BC2-D304AF81654F}"/>
                </a:ext>
              </a:extLst>
            </p:cNvPr>
            <p:cNvGrpSpPr/>
            <p:nvPr/>
          </p:nvGrpSpPr>
          <p:grpSpPr>
            <a:xfrm rot="5400000">
              <a:off x="7238918" y="2848753"/>
              <a:ext cx="33798" cy="1109945"/>
              <a:chOff x="6143827" y="2052647"/>
              <a:chExt cx="28909" cy="1244165"/>
            </a:xfrm>
          </p:grpSpPr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33DDCF3C-E254-DB27-BEB3-7D51F3600B1C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FA76EEEC-E50F-BAF8-DF5A-86BF4DEFF4E5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8AAF322B-BB1F-D6A8-6D42-A4187F87111F}"/>
                </a:ext>
              </a:extLst>
            </p:cNvPr>
            <p:cNvGrpSpPr/>
            <p:nvPr/>
          </p:nvGrpSpPr>
          <p:grpSpPr>
            <a:xfrm rot="5400000" flipH="1" flipV="1">
              <a:off x="5002502" y="2831853"/>
              <a:ext cx="33798" cy="1109945"/>
              <a:chOff x="6143827" y="2052647"/>
              <a:chExt cx="28909" cy="1244165"/>
            </a:xfrm>
          </p:grpSpPr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BCFBDAA2-96A1-73D0-2BF9-FEEB72672535}"/>
                  </a:ext>
                </a:extLst>
              </p:cNvPr>
              <p:cNvCxnSpPr/>
              <p:nvPr/>
            </p:nvCxnSpPr>
            <p:spPr>
              <a:xfrm>
                <a:off x="6143827" y="2095501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FB9EBE59-9A58-F133-4890-CFED9A907D72}"/>
                  </a:ext>
                </a:extLst>
              </p:cNvPr>
              <p:cNvCxnSpPr/>
              <p:nvPr/>
            </p:nvCxnSpPr>
            <p:spPr>
              <a:xfrm>
                <a:off x="6172736" y="2052647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A255832C-1B9E-66B8-CB63-6ACEA2D43B5B}"/>
                </a:ext>
              </a:extLst>
            </p:cNvPr>
            <p:cNvGrpSpPr/>
            <p:nvPr/>
          </p:nvGrpSpPr>
          <p:grpSpPr>
            <a:xfrm flipH="1" flipV="1">
              <a:off x="6138873" y="3583522"/>
              <a:ext cx="42282" cy="1260053"/>
              <a:chOff x="6151571" y="2061636"/>
              <a:chExt cx="42282" cy="1260053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44A4BF8-B7CF-33F9-8377-72110C3310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93853" y="2061636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0BC11A4C-1715-52F6-6E40-40A37A61E038}"/>
                  </a:ext>
                </a:extLst>
              </p:cNvPr>
              <p:cNvCxnSpPr/>
              <p:nvPr/>
            </p:nvCxnSpPr>
            <p:spPr>
              <a:xfrm>
                <a:off x="6151571" y="2120378"/>
                <a:ext cx="0" cy="1201311"/>
              </a:xfrm>
              <a:prstGeom prst="line">
                <a:avLst/>
              </a:prstGeom>
              <a:ln>
                <a:gradFill flip="none" rotWithShape="1">
                  <a:gsLst>
                    <a:gs pos="0">
                      <a:schemeClr val="accent2">
                        <a:lumMod val="89000"/>
                      </a:schemeClr>
                    </a:gs>
                    <a:gs pos="23000">
                      <a:schemeClr val="accent2">
                        <a:lumMod val="89000"/>
                      </a:schemeClr>
                    </a:gs>
                    <a:gs pos="69000">
                      <a:schemeClr val="accent2">
                        <a:lumMod val="75000"/>
                      </a:schemeClr>
                    </a:gs>
                    <a:gs pos="97000">
                      <a:schemeClr val="accent2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DA8732F-F7E9-ED64-5C51-7D0A80D4D145}"/>
              </a:ext>
            </a:extLst>
          </p:cNvPr>
          <p:cNvGrpSpPr/>
          <p:nvPr/>
        </p:nvGrpSpPr>
        <p:grpSpPr>
          <a:xfrm>
            <a:off x="243232" y="145824"/>
            <a:ext cx="707659" cy="693692"/>
            <a:chOff x="3923641" y="1771650"/>
            <a:chExt cx="3072140" cy="312090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18454B9-BDEE-38E0-4B62-BA32E9B2F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23641" y="1771650"/>
              <a:ext cx="3072140" cy="3120904"/>
            </a:xfrm>
            <a:prstGeom prst="ellipse">
              <a:avLst/>
            </a:prstGeom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68921C5-94DB-0EFE-8505-3E7B3EF57101}"/>
                </a:ext>
              </a:extLst>
            </p:cNvPr>
            <p:cNvSpPr/>
            <p:nvPr/>
          </p:nvSpPr>
          <p:spPr>
            <a:xfrm>
              <a:off x="3923641" y="1790699"/>
              <a:ext cx="3072140" cy="3092329"/>
            </a:xfrm>
            <a:prstGeom prst="ellipse">
              <a:avLst/>
            </a:prstGeom>
            <a:noFill/>
            <a:ln w="53975">
              <a:gradFill flip="none" rotWithShape="1"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tx1"/>
                  </a:gs>
                  <a:gs pos="83000">
                    <a:schemeClr val="bg2">
                      <a:lumMod val="10000"/>
                    </a:schemeClr>
                  </a:gs>
                  <a:gs pos="100000">
                    <a:schemeClr val="bg2">
                      <a:lumMod val="25000"/>
                    </a:schemeClr>
                  </a:gs>
                </a:gsLst>
                <a:path path="rect">
                  <a:fillToRect l="100000" t="100000"/>
                </a:path>
                <a:tileRect r="-100000" b="-100000"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B957E99-71D9-4436-376C-8BAFAC2C535C}"/>
              </a:ext>
            </a:extLst>
          </p:cNvPr>
          <p:cNvGrpSpPr/>
          <p:nvPr/>
        </p:nvGrpSpPr>
        <p:grpSpPr>
          <a:xfrm>
            <a:off x="774432" y="6080039"/>
            <a:ext cx="701147" cy="401282"/>
            <a:chOff x="267137" y="5961402"/>
            <a:chExt cx="701147" cy="401282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C7C7D8B-DD3F-912A-7F6D-9957828EF23F}"/>
                </a:ext>
              </a:extLst>
            </p:cNvPr>
            <p:cNvSpPr/>
            <p:nvPr/>
          </p:nvSpPr>
          <p:spPr>
            <a:xfrm>
              <a:off x="362449" y="5961402"/>
              <a:ext cx="483011" cy="401282"/>
            </a:xfrm>
            <a:prstGeom prst="ellipse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7BD98C3-5B11-2527-7F8A-A1C5D269017D}"/>
                </a:ext>
              </a:extLst>
            </p:cNvPr>
            <p:cNvSpPr txBox="1"/>
            <p:nvPr/>
          </p:nvSpPr>
          <p:spPr>
            <a:xfrm>
              <a:off x="267137" y="6090963"/>
              <a:ext cx="701147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400" spc="200" dirty="0">
                  <a:solidFill>
                    <a:schemeClr val="bg1">
                      <a:lumMod val="6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ANALYTICS</a:t>
              </a:r>
              <a:endParaRPr lang="en-GB" sz="800" spc="200" dirty="0">
                <a:solidFill>
                  <a:schemeClr val="bg1">
                    <a:lumMod val="6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6767856-6993-0649-FFA3-FD2305DE7434}"/>
              </a:ext>
            </a:extLst>
          </p:cNvPr>
          <p:cNvSpPr txBox="1"/>
          <p:nvPr/>
        </p:nvSpPr>
        <p:spPr>
          <a:xfrm>
            <a:off x="5621868" y="677037"/>
            <a:ext cx="101705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0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DESIGN</a:t>
            </a:r>
            <a:endParaRPr lang="en-GB" sz="1400" spc="200" dirty="0">
              <a:solidFill>
                <a:srgbClr val="FF6600"/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430254FA-4634-AE19-A0CA-3AC1CF25E064}"/>
              </a:ext>
            </a:extLst>
          </p:cNvPr>
          <p:cNvCxnSpPr>
            <a:cxnSpLocks/>
          </p:cNvCxnSpPr>
          <p:nvPr/>
        </p:nvCxnSpPr>
        <p:spPr>
          <a:xfrm>
            <a:off x="0" y="929392"/>
            <a:ext cx="12192000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6D4ECFC-57C6-7A04-9A4B-AD5D77F1152C}"/>
              </a:ext>
            </a:extLst>
          </p:cNvPr>
          <p:cNvSpPr txBox="1"/>
          <p:nvPr/>
        </p:nvSpPr>
        <p:spPr>
          <a:xfrm>
            <a:off x="5479859" y="1131520"/>
            <a:ext cx="1301073" cy="4425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8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Module: 1</a:t>
            </a:r>
          </a:p>
          <a:p>
            <a:pPr algn="ctr">
              <a:lnSpc>
                <a:spcPct val="150000"/>
              </a:lnSpc>
            </a:pPr>
            <a:r>
              <a:rPr lang="en-GB" sz="800" spc="3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WEEK 1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F93E190-9C81-4EA6-AC9A-E3731BF7AB38}"/>
              </a:ext>
            </a:extLst>
          </p:cNvPr>
          <p:cNvSpPr/>
          <p:nvPr/>
        </p:nvSpPr>
        <p:spPr>
          <a:xfrm>
            <a:off x="5987348" y="5631900"/>
            <a:ext cx="242905" cy="204988"/>
          </a:xfrm>
          <a:prstGeom prst="ellipse">
            <a:avLst/>
          </a:prstGeom>
          <a:blipFill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DF458614-DAE0-638C-8FD4-8378BB104F1B}"/>
              </a:ext>
            </a:extLst>
          </p:cNvPr>
          <p:cNvGrpSpPr/>
          <p:nvPr/>
        </p:nvGrpSpPr>
        <p:grpSpPr>
          <a:xfrm>
            <a:off x="3792733" y="4365461"/>
            <a:ext cx="1172164" cy="321638"/>
            <a:chOff x="2419130" y="4662304"/>
            <a:chExt cx="1172164" cy="321638"/>
          </a:xfrm>
        </p:grpSpPr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A6121435-A999-B5D2-77D7-035BE752B4BA}"/>
                </a:ext>
              </a:extLst>
            </p:cNvPr>
            <p:cNvSpPr txBox="1"/>
            <p:nvPr/>
          </p:nvSpPr>
          <p:spPr>
            <a:xfrm>
              <a:off x="2419130" y="4662304"/>
              <a:ext cx="1172164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700" spc="200" dirty="0">
                  <a:solidFill>
                    <a:schemeClr val="bg2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LO</a:t>
              </a:r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7D996611-DF00-D3E4-3939-6B0B0B999EAA}"/>
                </a:ext>
              </a:extLst>
            </p:cNvPr>
            <p:cNvGrpSpPr/>
            <p:nvPr/>
          </p:nvGrpSpPr>
          <p:grpSpPr>
            <a:xfrm>
              <a:off x="2505358" y="4878438"/>
              <a:ext cx="761285" cy="105504"/>
              <a:chOff x="9986141" y="3579811"/>
              <a:chExt cx="761285" cy="105504"/>
            </a:xfrm>
          </p:grpSpPr>
          <p:sp>
            <p:nvSpPr>
              <p:cNvPr id="128" name="Rectangle: Rounded Corners 127">
                <a:extLst>
                  <a:ext uri="{FF2B5EF4-FFF2-40B4-BE49-F238E27FC236}">
                    <a16:creationId xmlns:a16="http://schemas.microsoft.com/office/drawing/2014/main" id="{E6785C1C-1578-AECD-40BC-3485963DD453}"/>
                  </a:ext>
                </a:extLst>
              </p:cNvPr>
              <p:cNvSpPr/>
              <p:nvPr/>
            </p:nvSpPr>
            <p:spPr>
              <a:xfrm>
                <a:off x="9986141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44000">
                    <a:srgbClr val="B85410"/>
                  </a:gs>
                  <a:gs pos="97000">
                    <a:srgbClr val="74350A"/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30" name="Rectangle: Rounded Corners 129">
                <a:extLst>
                  <a:ext uri="{FF2B5EF4-FFF2-40B4-BE49-F238E27FC236}">
                    <a16:creationId xmlns:a16="http://schemas.microsoft.com/office/drawing/2014/main" id="{66D4532A-E3AA-53E6-7BD9-747491196E97}"/>
                  </a:ext>
                </a:extLst>
              </p:cNvPr>
              <p:cNvSpPr/>
              <p:nvPr/>
            </p:nvSpPr>
            <p:spPr>
              <a:xfrm>
                <a:off x="10193225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31" name="Rectangle: Rounded Corners 130">
                <a:extLst>
                  <a:ext uri="{FF2B5EF4-FFF2-40B4-BE49-F238E27FC236}">
                    <a16:creationId xmlns:a16="http://schemas.microsoft.com/office/drawing/2014/main" id="{492C7C8F-1F5F-3458-E6DC-3C7096FFD12D}"/>
                  </a:ext>
                </a:extLst>
              </p:cNvPr>
              <p:cNvSpPr/>
              <p:nvPr/>
            </p:nvSpPr>
            <p:spPr>
              <a:xfrm>
                <a:off x="10395265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33" name="Rectangle: Rounded Corners 132">
                <a:extLst>
                  <a:ext uri="{FF2B5EF4-FFF2-40B4-BE49-F238E27FC236}">
                    <a16:creationId xmlns:a16="http://schemas.microsoft.com/office/drawing/2014/main" id="{D5760CDD-DC77-7E58-4341-46D5C47D4A66}"/>
                  </a:ext>
                </a:extLst>
              </p:cNvPr>
              <p:cNvSpPr/>
              <p:nvPr/>
            </p:nvSpPr>
            <p:spPr>
              <a:xfrm>
                <a:off x="10597721" y="3579811"/>
                <a:ext cx="149705" cy="105504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</p:grpSp>
      <p:sp>
        <p:nvSpPr>
          <p:cNvPr id="139" name="TextBox 138">
            <a:extLst>
              <a:ext uri="{FF2B5EF4-FFF2-40B4-BE49-F238E27FC236}">
                <a16:creationId xmlns:a16="http://schemas.microsoft.com/office/drawing/2014/main" id="{83EE4FA0-E3DC-AEE3-F565-7FC1D576F994}"/>
              </a:ext>
            </a:extLst>
          </p:cNvPr>
          <p:cNvSpPr txBox="1"/>
          <p:nvPr/>
        </p:nvSpPr>
        <p:spPr>
          <a:xfrm>
            <a:off x="980175" y="5201401"/>
            <a:ext cx="53614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Topic Title 1		     </a:t>
            </a: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1.1.1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Issue Name Badges		          </a:t>
            </a:r>
          </a:p>
          <a:p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			     </a:t>
            </a: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1.1.2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Issue Workbooks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801471-B986-A4E8-6E26-FB9264A15E43}"/>
              </a:ext>
            </a:extLst>
          </p:cNvPr>
          <p:cNvCxnSpPr>
            <a:cxnSpLocks/>
          </p:cNvCxnSpPr>
          <p:nvPr/>
        </p:nvCxnSpPr>
        <p:spPr>
          <a:xfrm>
            <a:off x="907754" y="2010163"/>
            <a:ext cx="10261065" cy="0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57FDEA-F950-71F4-E937-3CD48EADAD2C}"/>
              </a:ext>
            </a:extLst>
          </p:cNvPr>
          <p:cNvCxnSpPr>
            <a:cxnSpLocks/>
          </p:cNvCxnSpPr>
          <p:nvPr/>
        </p:nvCxnSpPr>
        <p:spPr>
          <a:xfrm flipV="1">
            <a:off x="1412893" y="1734913"/>
            <a:ext cx="0" cy="2114073"/>
          </a:xfrm>
          <a:prstGeom prst="line">
            <a:avLst/>
          </a:prstGeom>
          <a:ln w="9525">
            <a:gradFill flip="none" rotWithShape="1">
              <a:gsLst>
                <a:gs pos="0">
                  <a:schemeClr val="bg1"/>
                </a:gs>
                <a:gs pos="46000">
                  <a:schemeClr val="bg2">
                    <a:lumMod val="50000"/>
                  </a:schemeClr>
                </a:gs>
                <a:gs pos="100000">
                  <a:schemeClr val="bg2">
                    <a:lumMod val="25000"/>
                  </a:schemeClr>
                </a:gs>
              </a:gsLst>
              <a:lin ang="13500000" scaled="1"/>
              <a:tileRect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75D6D0F-6403-B544-4475-1A99575BDD5D}"/>
              </a:ext>
            </a:extLst>
          </p:cNvPr>
          <p:cNvCxnSpPr>
            <a:cxnSpLocks/>
          </p:cNvCxnSpPr>
          <p:nvPr/>
        </p:nvCxnSpPr>
        <p:spPr>
          <a:xfrm>
            <a:off x="952227" y="2365524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B1965D5-86B2-A88B-BFC2-D18139711937}"/>
              </a:ext>
            </a:extLst>
          </p:cNvPr>
          <p:cNvCxnSpPr>
            <a:cxnSpLocks/>
          </p:cNvCxnSpPr>
          <p:nvPr/>
        </p:nvCxnSpPr>
        <p:spPr>
          <a:xfrm>
            <a:off x="952227" y="2758865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7924B2B-2A40-5C06-26FB-BE499713E9A6}"/>
              </a:ext>
            </a:extLst>
          </p:cNvPr>
          <p:cNvCxnSpPr>
            <a:cxnSpLocks/>
          </p:cNvCxnSpPr>
          <p:nvPr/>
        </p:nvCxnSpPr>
        <p:spPr>
          <a:xfrm>
            <a:off x="943192" y="3144300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04BF3A1-0630-1DBC-A017-017AA17164A1}"/>
              </a:ext>
            </a:extLst>
          </p:cNvPr>
          <p:cNvCxnSpPr>
            <a:cxnSpLocks/>
          </p:cNvCxnSpPr>
          <p:nvPr/>
        </p:nvCxnSpPr>
        <p:spPr>
          <a:xfrm>
            <a:off x="961606" y="3548342"/>
            <a:ext cx="10261065" cy="0"/>
          </a:xfrm>
          <a:prstGeom prst="line">
            <a:avLst/>
          </a:prstGeom>
          <a:ln w="952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C36046F-4668-A005-259B-0996BB7D952D}"/>
              </a:ext>
            </a:extLst>
          </p:cNvPr>
          <p:cNvGrpSpPr/>
          <p:nvPr/>
        </p:nvGrpSpPr>
        <p:grpSpPr>
          <a:xfrm>
            <a:off x="2009888" y="2031293"/>
            <a:ext cx="1265850" cy="272836"/>
            <a:chOff x="2351202" y="2649453"/>
            <a:chExt cx="1451452" cy="383141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63199BC9-DF96-8BC3-AD6A-8DE752E4CB10}"/>
                </a:ext>
              </a:extLst>
            </p:cNvPr>
            <p:cNvGrpSpPr/>
            <p:nvPr/>
          </p:nvGrpSpPr>
          <p:grpSpPr>
            <a:xfrm>
              <a:off x="2351202" y="2729475"/>
              <a:ext cx="1441508" cy="303119"/>
              <a:chOff x="4404636" y="4642198"/>
              <a:chExt cx="710705" cy="273180"/>
            </a:xfrm>
          </p:grpSpPr>
          <p:sp>
            <p:nvSpPr>
              <p:cNvPr id="99" name="Rectangle: Rounded Corners 98">
                <a:extLst>
                  <a:ext uri="{FF2B5EF4-FFF2-40B4-BE49-F238E27FC236}">
                    <a16:creationId xmlns:a16="http://schemas.microsoft.com/office/drawing/2014/main" id="{ECAB761C-6ED0-D4F7-11FD-C55C228802DA}"/>
                  </a:ext>
                </a:extLst>
              </p:cNvPr>
              <p:cNvSpPr/>
              <p:nvPr/>
            </p:nvSpPr>
            <p:spPr>
              <a:xfrm>
                <a:off x="4452644" y="4642198"/>
                <a:ext cx="662697" cy="273180"/>
              </a:xfrm>
              <a:prstGeom prst="roundRect">
                <a:avLst>
                  <a:gd name="adj" fmla="val 48177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44000">
                    <a:srgbClr val="B85410"/>
                  </a:gs>
                  <a:gs pos="97000">
                    <a:srgbClr val="74350A"/>
                  </a:gs>
                </a:gsLst>
                <a:path path="circle">
                  <a:fillToRect l="50000" t="50000" r="50000" b="50000"/>
                </a:path>
                <a:tileRect/>
              </a:gradFill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C1143C86-EAA8-A223-BB5F-BB982DA6A408}"/>
                  </a:ext>
                </a:extLst>
              </p:cNvPr>
              <p:cNvSpPr txBox="1"/>
              <p:nvPr/>
            </p:nvSpPr>
            <p:spPr>
              <a:xfrm>
                <a:off x="4404636" y="4673912"/>
                <a:ext cx="662697" cy="185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600" spc="200" dirty="0">
                    <a:solidFill>
                      <a:schemeClr val="bg1">
                        <a:lumMod val="9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INTRODUCTION</a:t>
                </a:r>
              </a:p>
            </p:txBody>
          </p: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BB8616B-D74C-92CF-0CA3-993D4799874B}"/>
                </a:ext>
              </a:extLst>
            </p:cNvPr>
            <p:cNvSpPr txBox="1"/>
            <p:nvPr/>
          </p:nvSpPr>
          <p:spPr>
            <a:xfrm>
              <a:off x="3582130" y="2649453"/>
              <a:ext cx="220524" cy="314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  <a:endParaRPr lang="en-GB" sz="14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endParaRP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6CE78FF8-0A37-33A9-FF73-549BECF70529}"/>
              </a:ext>
            </a:extLst>
          </p:cNvPr>
          <p:cNvGrpSpPr/>
          <p:nvPr/>
        </p:nvGrpSpPr>
        <p:grpSpPr>
          <a:xfrm>
            <a:off x="1535023" y="1543509"/>
            <a:ext cx="1581228" cy="184666"/>
            <a:chOff x="1373773" y="1944585"/>
            <a:chExt cx="1473002" cy="184666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9449AC2-3830-1FB9-E692-0A790A562D00}"/>
                </a:ext>
              </a:extLst>
            </p:cNvPr>
            <p:cNvGrpSpPr/>
            <p:nvPr/>
          </p:nvGrpSpPr>
          <p:grpSpPr>
            <a:xfrm>
              <a:off x="1800545" y="1963564"/>
              <a:ext cx="1046230" cy="156483"/>
              <a:chOff x="1127241" y="4455625"/>
              <a:chExt cx="2827314" cy="127342"/>
            </a:xfrm>
          </p:grpSpPr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6FF6C43A-2CC0-42AB-8602-D9BAFA0369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7241" y="4519296"/>
                <a:ext cx="2827314" cy="3971"/>
              </a:xfrm>
              <a:prstGeom prst="line">
                <a:avLst/>
              </a:prstGeom>
              <a:ln w="12700">
                <a:gradFill flip="none" rotWithShape="1">
                  <a:gsLst>
                    <a:gs pos="0">
                      <a:schemeClr val="accent3">
                        <a:lumMod val="89000"/>
                      </a:schemeClr>
                    </a:gs>
                    <a:gs pos="23000">
                      <a:schemeClr val="accent3">
                        <a:lumMod val="89000"/>
                      </a:schemeClr>
                    </a:gs>
                    <a:gs pos="69000">
                      <a:schemeClr val="accent3">
                        <a:lumMod val="75000"/>
                      </a:schemeClr>
                    </a:gs>
                    <a:gs pos="97000">
                      <a:schemeClr val="accent3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D6331C03-EF17-335E-2E89-7A16BCC76AAC}"/>
                  </a:ext>
                </a:extLst>
              </p:cNvPr>
              <p:cNvSpPr/>
              <p:nvPr/>
            </p:nvSpPr>
            <p:spPr>
              <a:xfrm>
                <a:off x="1975033" y="4455625"/>
                <a:ext cx="449152" cy="127342"/>
              </a:xfrm>
              <a:prstGeom prst="roundRect">
                <a:avLst>
                  <a:gd name="adj" fmla="val 48735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50000"/>
                    </a:schemeClr>
                  </a:gs>
                  <a:gs pos="97000">
                    <a:schemeClr val="accent2">
                      <a:lumMod val="5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8AE6DAB8-8530-B19B-58AE-F9716B4D9D63}"/>
                </a:ext>
              </a:extLst>
            </p:cNvPr>
            <p:cNvSpPr txBox="1"/>
            <p:nvPr/>
          </p:nvSpPr>
          <p:spPr>
            <a:xfrm>
              <a:off x="1373773" y="1944585"/>
              <a:ext cx="521603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0800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E0E89AF-94EB-B134-EC3F-26475458A3C8}"/>
              </a:ext>
            </a:extLst>
          </p:cNvPr>
          <p:cNvGrpSpPr/>
          <p:nvPr/>
        </p:nvGrpSpPr>
        <p:grpSpPr>
          <a:xfrm>
            <a:off x="9651326" y="1556985"/>
            <a:ext cx="1652179" cy="184666"/>
            <a:chOff x="9854163" y="1956682"/>
            <a:chExt cx="1539097" cy="184666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4FF92542-EFDD-2B8A-8DEF-90E33FA4ECBC}"/>
                </a:ext>
              </a:extLst>
            </p:cNvPr>
            <p:cNvGrpSpPr/>
            <p:nvPr/>
          </p:nvGrpSpPr>
          <p:grpSpPr>
            <a:xfrm>
              <a:off x="9854163" y="1963564"/>
              <a:ext cx="1046230" cy="156483"/>
              <a:chOff x="1127241" y="4445679"/>
              <a:chExt cx="2827314" cy="127342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8A98C486-BCF4-5F3D-5D0B-36FCE50B3D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7241" y="4519296"/>
                <a:ext cx="2827314" cy="3971"/>
              </a:xfrm>
              <a:prstGeom prst="line">
                <a:avLst/>
              </a:prstGeom>
              <a:ln w="12700">
                <a:gradFill flip="none" rotWithShape="1">
                  <a:gsLst>
                    <a:gs pos="0">
                      <a:schemeClr val="accent3">
                        <a:lumMod val="89000"/>
                      </a:schemeClr>
                    </a:gs>
                    <a:gs pos="23000">
                      <a:schemeClr val="accent3">
                        <a:lumMod val="89000"/>
                      </a:schemeClr>
                    </a:gs>
                    <a:gs pos="69000">
                      <a:schemeClr val="accent3">
                        <a:lumMod val="75000"/>
                      </a:schemeClr>
                    </a:gs>
                    <a:gs pos="97000">
                      <a:schemeClr val="accent3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Rectangle: Rounded Corners 83">
                <a:extLst>
                  <a:ext uri="{FF2B5EF4-FFF2-40B4-BE49-F238E27FC236}">
                    <a16:creationId xmlns:a16="http://schemas.microsoft.com/office/drawing/2014/main" id="{F8EBF86B-FF14-85AC-7F28-5104D35506D6}"/>
                  </a:ext>
                </a:extLst>
              </p:cNvPr>
              <p:cNvSpPr/>
              <p:nvPr/>
            </p:nvSpPr>
            <p:spPr>
              <a:xfrm>
                <a:off x="1672925" y="4445679"/>
                <a:ext cx="449152" cy="127342"/>
              </a:xfrm>
              <a:prstGeom prst="roundRect">
                <a:avLst>
                  <a:gd name="adj" fmla="val 48735"/>
                </a:avLst>
              </a:prstGeom>
              <a:gradFill flip="none" rotWithShape="1">
                <a:gsLst>
                  <a:gs pos="0">
                    <a:schemeClr val="accent2">
                      <a:lumMod val="89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50000"/>
                    </a:schemeClr>
                  </a:gs>
                  <a:gs pos="97000">
                    <a:schemeClr val="accent2">
                      <a:lumMod val="50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6350" cap="sq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FFAE77F-FD67-F11D-C32A-499F41697E5B}"/>
                </a:ext>
              </a:extLst>
            </p:cNvPr>
            <p:cNvSpPr txBox="1"/>
            <p:nvPr/>
          </p:nvSpPr>
          <p:spPr>
            <a:xfrm>
              <a:off x="10871657" y="1956682"/>
              <a:ext cx="521603" cy="184666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6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1500</a:t>
              </a:r>
            </a:p>
          </p:txBody>
        </p:sp>
      </p:grp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084ACED6-1F9F-5A40-BD26-90D238316AEE}"/>
              </a:ext>
            </a:extLst>
          </p:cNvPr>
          <p:cNvCxnSpPr>
            <a:cxnSpLocks/>
          </p:cNvCxnSpPr>
          <p:nvPr/>
        </p:nvCxnSpPr>
        <p:spPr>
          <a:xfrm>
            <a:off x="1055723" y="5172150"/>
            <a:ext cx="1721282" cy="0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374DBEB8-4549-F462-9C86-D7E67EF274CE}"/>
              </a:ext>
            </a:extLst>
          </p:cNvPr>
          <p:cNvGrpSpPr/>
          <p:nvPr/>
        </p:nvGrpSpPr>
        <p:grpSpPr>
          <a:xfrm>
            <a:off x="980175" y="4912494"/>
            <a:ext cx="4190463" cy="317189"/>
            <a:chOff x="2802585" y="4335763"/>
            <a:chExt cx="4190463" cy="317189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F40C0DE2-940D-4038-0E15-C4F4F99E3A3B}"/>
                </a:ext>
              </a:extLst>
            </p:cNvPr>
            <p:cNvSpPr txBox="1"/>
            <p:nvPr/>
          </p:nvSpPr>
          <p:spPr>
            <a:xfrm>
              <a:off x="4198294" y="4335763"/>
              <a:ext cx="721326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73B2A325-9A3B-49CA-1C79-FFA78D1BE962}"/>
                </a:ext>
              </a:extLst>
            </p:cNvPr>
            <p:cNvSpPr txBox="1"/>
            <p:nvPr/>
          </p:nvSpPr>
          <p:spPr>
            <a:xfrm>
              <a:off x="2802585" y="4390884"/>
              <a:ext cx="132016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700" spc="200" dirty="0">
                  <a:solidFill>
                    <a:srgbClr val="FF660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Insert Topic Title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3F68FBAF-4337-790C-3133-3167AB76E0C7}"/>
                </a:ext>
              </a:extLst>
            </p:cNvPr>
            <p:cNvSpPr txBox="1"/>
            <p:nvPr/>
          </p:nvSpPr>
          <p:spPr>
            <a:xfrm>
              <a:off x="6245632" y="4345175"/>
              <a:ext cx="747416" cy="307777"/>
            </a:xfrm>
            <a:prstGeom prst="rect">
              <a:avLst/>
            </a:prstGeom>
            <a:noFill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spc="150" dirty="0">
                  <a:solidFill>
                    <a:schemeClr val="bg1">
                      <a:lumMod val="95000"/>
                    </a:schemeClr>
                  </a:solidFill>
                  <a:effectLst/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+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54E23A99-798A-863F-F2FA-71DA5FC69C3C}"/>
                </a:ext>
              </a:extLst>
            </p:cNvPr>
            <p:cNvSpPr txBox="1"/>
            <p:nvPr/>
          </p:nvSpPr>
          <p:spPr>
            <a:xfrm>
              <a:off x="4859029" y="4396624"/>
              <a:ext cx="1570305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700" spc="200" dirty="0">
                  <a:solidFill>
                    <a:schemeClr val="bg2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Insert </a:t>
              </a:r>
              <a:r>
                <a:rPr lang="en-GB" sz="700" spc="200" dirty="0">
                  <a:solidFill>
                    <a:srgbClr val="646060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Subtopic</a:t>
              </a:r>
              <a:r>
                <a:rPr lang="en-GB" sz="700" spc="200" dirty="0">
                  <a:solidFill>
                    <a:schemeClr val="bg2">
                      <a:lumMod val="50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 </a:t>
              </a:r>
              <a:r>
                <a:rPr lang="en-GB" sz="700" spc="200" dirty="0">
                  <a:solidFill>
                    <a:srgbClr val="A9A5A5"/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Title</a:t>
              </a:r>
            </a:p>
          </p:txBody>
        </p: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D2F187F1-5D02-AFD7-21F2-B11FB3C68FCF}"/>
                </a:ext>
              </a:extLst>
            </p:cNvPr>
            <p:cNvCxnSpPr>
              <a:cxnSpLocks/>
            </p:cNvCxnSpPr>
            <p:nvPr/>
          </p:nvCxnSpPr>
          <p:spPr>
            <a:xfrm>
              <a:off x="4926212" y="4596416"/>
              <a:ext cx="1721282" cy="0"/>
            </a:xfrm>
            <a:prstGeom prst="line">
              <a:avLst/>
            </a:prstGeom>
            <a:ln w="952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9E3AB5C1-0590-C1CA-2275-4229D9057E41}"/>
              </a:ext>
            </a:extLst>
          </p:cNvPr>
          <p:cNvSpPr txBox="1"/>
          <p:nvPr/>
        </p:nvSpPr>
        <p:spPr>
          <a:xfrm>
            <a:off x="964850" y="4756452"/>
            <a:ext cx="8842284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TOPICS:</a:t>
            </a:r>
            <a:r>
              <a:rPr lang="en-GB" sz="8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			     SUBTOPICS:				 </a:t>
            </a:r>
            <a:endParaRPr lang="en-GB" sz="800" spc="2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0F3D3EF6-4748-925C-8D71-FB33CA2DA7E2}"/>
              </a:ext>
            </a:extLst>
          </p:cNvPr>
          <p:cNvCxnSpPr>
            <a:cxnSpLocks/>
          </p:cNvCxnSpPr>
          <p:nvPr/>
        </p:nvCxnSpPr>
        <p:spPr>
          <a:xfrm>
            <a:off x="1074254" y="4734380"/>
            <a:ext cx="6618136" cy="0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F16D4011-7C63-4CA6-CA0F-A1AC228F5C21}"/>
              </a:ext>
            </a:extLst>
          </p:cNvPr>
          <p:cNvSpPr txBox="1"/>
          <p:nvPr/>
        </p:nvSpPr>
        <p:spPr>
          <a:xfrm>
            <a:off x="867621" y="4535752"/>
            <a:ext cx="15849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1. </a:t>
            </a:r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INTRODUCTION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		</a:t>
            </a:r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5392B5E6-8C56-4AA1-F27B-814A2C84BFAA}"/>
              </a:ext>
            </a:extLst>
          </p:cNvPr>
          <p:cNvCxnSpPr>
            <a:cxnSpLocks/>
          </p:cNvCxnSpPr>
          <p:nvPr/>
        </p:nvCxnSpPr>
        <p:spPr>
          <a:xfrm flipV="1">
            <a:off x="8731277" y="4257883"/>
            <a:ext cx="2424303" cy="3586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1322BF27-8DFD-50E8-1438-CF5CE571EC69}"/>
              </a:ext>
            </a:extLst>
          </p:cNvPr>
          <p:cNvSpPr txBox="1"/>
          <p:nvPr/>
        </p:nvSpPr>
        <p:spPr>
          <a:xfrm>
            <a:off x="8654683" y="4018856"/>
            <a:ext cx="2119743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LEARNING OBJECTIVES: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0B17DFCE-BF38-F789-0758-BA2D07D15A8A}"/>
              </a:ext>
            </a:extLst>
          </p:cNvPr>
          <p:cNvSpPr txBox="1"/>
          <p:nvPr/>
        </p:nvSpPr>
        <p:spPr>
          <a:xfrm>
            <a:off x="8643159" y="4525776"/>
            <a:ext cx="2345914" cy="883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rgbClr val="00FF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1.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EXPLAIN the course details</a:t>
            </a:r>
          </a:p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2. ANALYSE the subject</a:t>
            </a:r>
          </a:p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3. OPERATE the system</a:t>
            </a:r>
          </a:p>
          <a:p>
            <a:pPr>
              <a:lnSpc>
                <a:spcPct val="150000"/>
              </a:lnSpc>
            </a:pP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4. SUPERVISE the personnel</a:t>
            </a:r>
          </a:p>
          <a:p>
            <a:pPr marL="228600" indent="-228600">
              <a:lnSpc>
                <a:spcPct val="150000"/>
              </a:lnSpc>
              <a:buAutoNum type="arabicPeriod"/>
            </a:pPr>
            <a:endParaRPr lang="en-GB" sz="700" spc="200" dirty="0">
              <a:solidFill>
                <a:schemeClr val="bg1">
                  <a:lumMod val="95000"/>
                </a:schemeClr>
              </a:solidFill>
              <a:latin typeface="Candara" panose="020E0502030303020204" pitchFamily="34" charset="0"/>
              <a:ea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9717ACB-F536-915A-4694-02AB27F25C19}"/>
              </a:ext>
            </a:extLst>
          </p:cNvPr>
          <p:cNvSpPr txBox="1"/>
          <p:nvPr/>
        </p:nvSpPr>
        <p:spPr>
          <a:xfrm>
            <a:off x="5344892" y="4561235"/>
            <a:ext cx="24439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" spc="2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    0800-0900 </a:t>
            </a:r>
            <a:r>
              <a:rPr lang="en-GB" sz="7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(60 mins)          </a:t>
            </a:r>
            <a:r>
              <a:rPr lang="en-GB" sz="700" spc="200" dirty="0">
                <a:solidFill>
                  <a:schemeClr val="bg2">
                    <a:lumMod val="50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(1 hr)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BE2552E-F10E-CA10-C9D2-E35AC20F2CB3}"/>
              </a:ext>
            </a:extLst>
          </p:cNvPr>
          <p:cNvGrpSpPr/>
          <p:nvPr/>
        </p:nvGrpSpPr>
        <p:grpSpPr>
          <a:xfrm>
            <a:off x="11360271" y="6149091"/>
            <a:ext cx="662697" cy="205404"/>
            <a:chOff x="4451258" y="4630747"/>
            <a:chExt cx="662697" cy="274083"/>
          </a:xfrm>
        </p:grpSpPr>
        <p:sp>
          <p:nvSpPr>
            <p:cNvPr id="209" name="Rectangle: Rounded Corners 208">
              <a:extLst>
                <a:ext uri="{FF2B5EF4-FFF2-40B4-BE49-F238E27FC236}">
                  <a16:creationId xmlns:a16="http://schemas.microsoft.com/office/drawing/2014/main" id="{44CECB43-22BC-033C-35C0-522F3404BB8C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solidFill>
              <a:srgbClr val="FF6600"/>
            </a:solidFill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DBD62434-603E-C77B-83FE-56EC3EB364CB}"/>
                </a:ext>
              </a:extLst>
            </p:cNvPr>
            <p:cNvSpPr txBox="1"/>
            <p:nvPr/>
          </p:nvSpPr>
          <p:spPr>
            <a:xfrm>
              <a:off x="4536013" y="4630747"/>
              <a:ext cx="577942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SAVE</a:t>
              </a:r>
            </a:p>
          </p:txBody>
        </p:sp>
      </p:grpSp>
      <p:grpSp>
        <p:nvGrpSpPr>
          <p:cNvPr id="211" name="Group 210">
            <a:extLst>
              <a:ext uri="{FF2B5EF4-FFF2-40B4-BE49-F238E27FC236}">
                <a16:creationId xmlns:a16="http://schemas.microsoft.com/office/drawing/2014/main" id="{CA37ACEF-E897-0798-B753-93F1A201507B}"/>
              </a:ext>
            </a:extLst>
          </p:cNvPr>
          <p:cNvGrpSpPr/>
          <p:nvPr/>
        </p:nvGrpSpPr>
        <p:grpSpPr>
          <a:xfrm>
            <a:off x="9825999" y="6149086"/>
            <a:ext cx="706140" cy="204727"/>
            <a:chOff x="4451258" y="4631650"/>
            <a:chExt cx="706140" cy="273180"/>
          </a:xfrm>
        </p:grpSpPr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51B84774-924E-9980-3484-DC7CA6BC2986}"/>
                </a:ext>
              </a:extLst>
            </p:cNvPr>
            <p:cNvSpPr txBox="1"/>
            <p:nvPr/>
          </p:nvSpPr>
          <p:spPr>
            <a:xfrm>
              <a:off x="4494701" y="4631650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DELETE</a:t>
              </a:r>
            </a:p>
          </p:txBody>
        </p:sp>
        <p:sp>
          <p:nvSpPr>
            <p:cNvPr id="213" name="Rectangle: Rounded Corners 212">
              <a:extLst>
                <a:ext uri="{FF2B5EF4-FFF2-40B4-BE49-F238E27FC236}">
                  <a16:creationId xmlns:a16="http://schemas.microsoft.com/office/drawing/2014/main" id="{2B38892B-BE8C-8BDD-9EB6-608A7D2B33CB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latin typeface="Candara" panose="020E0502030303020204" pitchFamily="34" charset="0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7E5055E0-E4D7-30E1-52B4-5C922E2E6233}"/>
              </a:ext>
            </a:extLst>
          </p:cNvPr>
          <p:cNvGrpSpPr/>
          <p:nvPr/>
        </p:nvGrpSpPr>
        <p:grpSpPr>
          <a:xfrm>
            <a:off x="10598477" y="6149086"/>
            <a:ext cx="691564" cy="204727"/>
            <a:chOff x="4451258" y="4631650"/>
            <a:chExt cx="691564" cy="273180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2D58E3C7-AE20-8D9B-E0E7-6EA42BDDC71E}"/>
                </a:ext>
              </a:extLst>
            </p:cNvPr>
            <p:cNvSpPr txBox="1"/>
            <p:nvPr/>
          </p:nvSpPr>
          <p:spPr>
            <a:xfrm>
              <a:off x="4480125" y="4639547"/>
              <a:ext cx="662697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800" spc="200" dirty="0">
                  <a:solidFill>
                    <a:schemeClr val="bg1">
                      <a:lumMod val="9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rPr>
                <a:t>CLEAR</a:t>
              </a:r>
            </a:p>
          </p:txBody>
        </p:sp>
        <p:sp>
          <p:nvSpPr>
            <p:cNvPr id="216" name="Rectangle: Rounded Corners 215">
              <a:extLst>
                <a:ext uri="{FF2B5EF4-FFF2-40B4-BE49-F238E27FC236}">
                  <a16:creationId xmlns:a16="http://schemas.microsoft.com/office/drawing/2014/main" id="{CEF9AFF6-4491-8D82-DA1A-30F9132C3FC6}"/>
                </a:ext>
              </a:extLst>
            </p:cNvPr>
            <p:cNvSpPr/>
            <p:nvPr/>
          </p:nvSpPr>
          <p:spPr>
            <a:xfrm>
              <a:off x="4451258" y="4631650"/>
              <a:ext cx="662697" cy="273180"/>
            </a:xfrm>
            <a:prstGeom prst="roundRect">
              <a:avLst>
                <a:gd name="adj" fmla="val 48177"/>
              </a:avLst>
            </a:prstGeom>
            <a:noFill/>
            <a:ln w="6350" cap="sq" cmpd="dbl">
              <a:gradFill flip="none" rotWithShape="1">
                <a:gsLst>
                  <a:gs pos="0">
                    <a:schemeClr val="accent5">
                      <a:lumMod val="0"/>
                      <a:lumOff val="100000"/>
                    </a:schemeClr>
                  </a:gs>
                  <a:gs pos="21000">
                    <a:schemeClr val="accent5">
                      <a:lumMod val="0"/>
                      <a:lumOff val="100000"/>
                    </a:schemeClr>
                  </a:gs>
                  <a:gs pos="100000">
                    <a:schemeClr val="bg2">
                      <a:lumMod val="5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Candara" panose="020E0502030303020204" pitchFamily="34" charset="0"/>
              </a:endParaRPr>
            </a:p>
          </p:txBody>
        </p:sp>
      </p:grp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9C391CA9-0DF4-50AA-7DB0-D2BF5A11FCAA}"/>
              </a:ext>
            </a:extLst>
          </p:cNvPr>
          <p:cNvCxnSpPr>
            <a:cxnSpLocks/>
          </p:cNvCxnSpPr>
          <p:nvPr/>
        </p:nvCxnSpPr>
        <p:spPr>
          <a:xfrm flipV="1">
            <a:off x="8731276" y="4718454"/>
            <a:ext cx="2424303" cy="3586"/>
          </a:xfrm>
          <a:prstGeom prst="line">
            <a:avLst/>
          </a:prstGeom>
          <a:ln w="6350">
            <a:solidFill>
              <a:srgbClr val="00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DB898B50-EA2F-1277-AB0E-1C6144360EDE}"/>
              </a:ext>
            </a:extLst>
          </p:cNvPr>
          <p:cNvGrpSpPr/>
          <p:nvPr/>
        </p:nvGrpSpPr>
        <p:grpSpPr>
          <a:xfrm>
            <a:off x="4499866" y="2072518"/>
            <a:ext cx="701187" cy="261610"/>
            <a:chOff x="4499866" y="2072518"/>
            <a:chExt cx="701187" cy="261610"/>
          </a:xfrm>
        </p:grpSpPr>
        <p:grpSp>
          <p:nvGrpSpPr>
            <p:cNvPr id="224" name="Group 223">
              <a:extLst>
                <a:ext uri="{FF2B5EF4-FFF2-40B4-BE49-F238E27FC236}">
                  <a16:creationId xmlns:a16="http://schemas.microsoft.com/office/drawing/2014/main" id="{5BE169EF-7692-1E06-3B36-A6B0BF750CD0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225" name="Group 224">
                <a:extLst>
                  <a:ext uri="{FF2B5EF4-FFF2-40B4-BE49-F238E27FC236}">
                    <a16:creationId xmlns:a16="http://schemas.microsoft.com/office/drawing/2014/main" id="{169CDA9A-226B-A1F3-AAC3-E4951BA559C4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02F2E832-6F1B-E350-02E7-C77D0F6B421B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228" name="TextBox 227">
                  <a:extLst>
                    <a:ext uri="{FF2B5EF4-FFF2-40B4-BE49-F238E27FC236}">
                      <a16:creationId xmlns:a16="http://schemas.microsoft.com/office/drawing/2014/main" id="{2A9D841B-B1C9-BF2E-7985-F14FC8195B20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5EF3131A-9D40-49ED-7120-9E29B04E5174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295" name="Straight Arrow Connector 294">
              <a:extLst>
                <a:ext uri="{FF2B5EF4-FFF2-40B4-BE49-F238E27FC236}">
                  <a16:creationId xmlns:a16="http://schemas.microsoft.com/office/drawing/2014/main" id="{446F3D07-0912-29B1-9688-7D6BC5161A6B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DD2F3513-DE87-1688-D5EF-D8B63A37C50F}"/>
              </a:ext>
            </a:extLst>
          </p:cNvPr>
          <p:cNvGrpSpPr/>
          <p:nvPr/>
        </p:nvGrpSpPr>
        <p:grpSpPr>
          <a:xfrm>
            <a:off x="4499866" y="2443869"/>
            <a:ext cx="701187" cy="261610"/>
            <a:chOff x="4499866" y="2072518"/>
            <a:chExt cx="701187" cy="261610"/>
          </a:xfrm>
        </p:grpSpPr>
        <p:grpSp>
          <p:nvGrpSpPr>
            <p:cNvPr id="318" name="Group 317">
              <a:extLst>
                <a:ext uri="{FF2B5EF4-FFF2-40B4-BE49-F238E27FC236}">
                  <a16:creationId xmlns:a16="http://schemas.microsoft.com/office/drawing/2014/main" id="{8544E464-FCAC-34B2-3DF4-66FA16058278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5791810D-627E-2069-2C70-19A98E74CAEA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22" name="Rectangle: Rounded Corners 321">
                  <a:extLst>
                    <a:ext uri="{FF2B5EF4-FFF2-40B4-BE49-F238E27FC236}">
                      <a16:creationId xmlns:a16="http://schemas.microsoft.com/office/drawing/2014/main" id="{4366B159-B474-0358-546B-3EAE669A7DA3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23" name="TextBox 322">
                  <a:extLst>
                    <a:ext uri="{FF2B5EF4-FFF2-40B4-BE49-F238E27FC236}">
                      <a16:creationId xmlns:a16="http://schemas.microsoft.com/office/drawing/2014/main" id="{ACBADF1A-F367-8DE6-B0E3-C5B4784CF5D7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13E85396-8829-0811-E51B-B300A8364F26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19" name="Straight Arrow Connector 318">
              <a:extLst>
                <a:ext uri="{FF2B5EF4-FFF2-40B4-BE49-F238E27FC236}">
                  <a16:creationId xmlns:a16="http://schemas.microsoft.com/office/drawing/2014/main" id="{7993EF1B-E8C2-4ABD-86D3-79744EF9D11D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E62917EA-CEDA-2CEB-FE43-E76443479565}"/>
              </a:ext>
            </a:extLst>
          </p:cNvPr>
          <p:cNvGrpSpPr/>
          <p:nvPr/>
        </p:nvGrpSpPr>
        <p:grpSpPr>
          <a:xfrm>
            <a:off x="4501649" y="2843927"/>
            <a:ext cx="701187" cy="261610"/>
            <a:chOff x="4499866" y="2072518"/>
            <a:chExt cx="701187" cy="261610"/>
          </a:xfrm>
        </p:grpSpPr>
        <p:grpSp>
          <p:nvGrpSpPr>
            <p:cNvPr id="325" name="Group 324">
              <a:extLst>
                <a:ext uri="{FF2B5EF4-FFF2-40B4-BE49-F238E27FC236}">
                  <a16:creationId xmlns:a16="http://schemas.microsoft.com/office/drawing/2014/main" id="{2DA69A07-1EEB-2EB1-4DB0-1EF23D7EC33F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A728913F-E359-69D4-685A-6519B754417B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29" name="Rectangle: Rounded Corners 328">
                  <a:extLst>
                    <a:ext uri="{FF2B5EF4-FFF2-40B4-BE49-F238E27FC236}">
                      <a16:creationId xmlns:a16="http://schemas.microsoft.com/office/drawing/2014/main" id="{39D8E261-263E-4D71-C3D2-5B2F8D137713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30" name="TextBox 329">
                  <a:extLst>
                    <a:ext uri="{FF2B5EF4-FFF2-40B4-BE49-F238E27FC236}">
                      <a16:creationId xmlns:a16="http://schemas.microsoft.com/office/drawing/2014/main" id="{DFD7F2F6-143E-8CB9-E3D7-7DB6BB1250F0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2EB1D6ED-0094-D14A-EAC2-AA2F846EB397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26" name="Straight Arrow Connector 325">
              <a:extLst>
                <a:ext uri="{FF2B5EF4-FFF2-40B4-BE49-F238E27FC236}">
                  <a16:creationId xmlns:a16="http://schemas.microsoft.com/office/drawing/2014/main" id="{6DDEB9AF-7057-0004-7C6B-11C58F3B6336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F3347B8E-D008-D3CB-25FD-80089BB1552E}"/>
              </a:ext>
            </a:extLst>
          </p:cNvPr>
          <p:cNvGrpSpPr/>
          <p:nvPr/>
        </p:nvGrpSpPr>
        <p:grpSpPr>
          <a:xfrm>
            <a:off x="4515326" y="3235337"/>
            <a:ext cx="701187" cy="261610"/>
            <a:chOff x="4499866" y="2072518"/>
            <a:chExt cx="701187" cy="261610"/>
          </a:xfrm>
        </p:grpSpPr>
        <p:grpSp>
          <p:nvGrpSpPr>
            <p:cNvPr id="332" name="Group 331">
              <a:extLst>
                <a:ext uri="{FF2B5EF4-FFF2-40B4-BE49-F238E27FC236}">
                  <a16:creationId xmlns:a16="http://schemas.microsoft.com/office/drawing/2014/main" id="{789D8B90-CE8C-EE45-E78C-9E1A2A3A8862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34" name="Group 333">
                <a:extLst>
                  <a:ext uri="{FF2B5EF4-FFF2-40B4-BE49-F238E27FC236}">
                    <a16:creationId xmlns:a16="http://schemas.microsoft.com/office/drawing/2014/main" id="{7B0CD2E6-0893-01EE-B3D4-954BE87AF77A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36" name="Rectangle: Rounded Corners 335">
                  <a:extLst>
                    <a:ext uri="{FF2B5EF4-FFF2-40B4-BE49-F238E27FC236}">
                      <a16:creationId xmlns:a16="http://schemas.microsoft.com/office/drawing/2014/main" id="{CF08FCDA-6C56-8EC2-80D0-5940C9E5F4C7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37" name="TextBox 336">
                  <a:extLst>
                    <a:ext uri="{FF2B5EF4-FFF2-40B4-BE49-F238E27FC236}">
                      <a16:creationId xmlns:a16="http://schemas.microsoft.com/office/drawing/2014/main" id="{4F178045-DBB7-D627-2CCA-82C641E387C6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F052F379-56BB-C9FD-D97F-55DE0A7AC657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33" name="Straight Arrow Connector 332">
              <a:extLst>
                <a:ext uri="{FF2B5EF4-FFF2-40B4-BE49-F238E27FC236}">
                  <a16:creationId xmlns:a16="http://schemas.microsoft.com/office/drawing/2014/main" id="{FD26EE9E-6DA9-2E16-FB2A-6F23D3BCA42E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8" name="Group 337">
            <a:extLst>
              <a:ext uri="{FF2B5EF4-FFF2-40B4-BE49-F238E27FC236}">
                <a16:creationId xmlns:a16="http://schemas.microsoft.com/office/drawing/2014/main" id="{F7741F8E-A671-5DE0-C7EA-D8FEC31A7ABB}"/>
              </a:ext>
            </a:extLst>
          </p:cNvPr>
          <p:cNvGrpSpPr/>
          <p:nvPr/>
        </p:nvGrpSpPr>
        <p:grpSpPr>
          <a:xfrm>
            <a:off x="4524851" y="3617165"/>
            <a:ext cx="701187" cy="261610"/>
            <a:chOff x="4499866" y="2072518"/>
            <a:chExt cx="701187" cy="261610"/>
          </a:xfrm>
        </p:grpSpPr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B6846EC1-2C9A-DBDE-1AC0-B6D60534A255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41" name="Group 340">
                <a:extLst>
                  <a:ext uri="{FF2B5EF4-FFF2-40B4-BE49-F238E27FC236}">
                    <a16:creationId xmlns:a16="http://schemas.microsoft.com/office/drawing/2014/main" id="{1F38B562-D170-5CB0-042F-ED497BD40542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43" name="Rectangle: Rounded Corners 342">
                  <a:extLst>
                    <a:ext uri="{FF2B5EF4-FFF2-40B4-BE49-F238E27FC236}">
                      <a16:creationId xmlns:a16="http://schemas.microsoft.com/office/drawing/2014/main" id="{2806DBD0-0AD4-4363-98E2-370CBCAF5A0C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44" name="TextBox 343">
                  <a:extLst>
                    <a:ext uri="{FF2B5EF4-FFF2-40B4-BE49-F238E27FC236}">
                      <a16:creationId xmlns:a16="http://schemas.microsoft.com/office/drawing/2014/main" id="{066EC95B-1BEC-3BED-551C-489F9D3E62D9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9CC4475-1C00-20DB-636D-A2120EAB5934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40" name="Straight Arrow Connector 339">
              <a:extLst>
                <a:ext uri="{FF2B5EF4-FFF2-40B4-BE49-F238E27FC236}">
                  <a16:creationId xmlns:a16="http://schemas.microsoft.com/office/drawing/2014/main" id="{0EB74D79-E56B-A0C8-2111-6E00B05CED5C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5" name="Group 344">
            <a:extLst>
              <a:ext uri="{FF2B5EF4-FFF2-40B4-BE49-F238E27FC236}">
                <a16:creationId xmlns:a16="http://schemas.microsoft.com/office/drawing/2014/main" id="{830DB503-0256-BE41-CD3B-68B12409A0F3}"/>
              </a:ext>
            </a:extLst>
          </p:cNvPr>
          <p:cNvGrpSpPr/>
          <p:nvPr/>
        </p:nvGrpSpPr>
        <p:grpSpPr>
          <a:xfrm>
            <a:off x="6995416" y="2072518"/>
            <a:ext cx="701187" cy="261610"/>
            <a:chOff x="4499866" y="2072518"/>
            <a:chExt cx="701187" cy="261610"/>
          </a:xfrm>
        </p:grpSpPr>
        <p:grpSp>
          <p:nvGrpSpPr>
            <p:cNvPr id="346" name="Group 345">
              <a:extLst>
                <a:ext uri="{FF2B5EF4-FFF2-40B4-BE49-F238E27FC236}">
                  <a16:creationId xmlns:a16="http://schemas.microsoft.com/office/drawing/2014/main" id="{762F2A87-100C-C23C-B84E-102E59CBEABC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48" name="Group 347">
                <a:extLst>
                  <a:ext uri="{FF2B5EF4-FFF2-40B4-BE49-F238E27FC236}">
                    <a16:creationId xmlns:a16="http://schemas.microsoft.com/office/drawing/2014/main" id="{146A8FCF-8810-7F6E-C6C2-46277C66F226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50" name="Rectangle: Rounded Corners 349">
                  <a:extLst>
                    <a:ext uri="{FF2B5EF4-FFF2-40B4-BE49-F238E27FC236}">
                      <a16:creationId xmlns:a16="http://schemas.microsoft.com/office/drawing/2014/main" id="{E41D3B09-C11A-1945-D841-B5FA2FF58578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51" name="TextBox 350">
                  <a:extLst>
                    <a:ext uri="{FF2B5EF4-FFF2-40B4-BE49-F238E27FC236}">
                      <a16:creationId xmlns:a16="http://schemas.microsoft.com/office/drawing/2014/main" id="{08BA2198-0797-C95D-E515-40A8D3FD24CB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759978AA-E36F-40F6-50C8-45D3A8A182E9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47" name="Straight Arrow Connector 346">
              <a:extLst>
                <a:ext uri="{FF2B5EF4-FFF2-40B4-BE49-F238E27FC236}">
                  <a16:creationId xmlns:a16="http://schemas.microsoft.com/office/drawing/2014/main" id="{E1D170C9-63CF-C79B-AE7A-4A809D2F6424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2CE1310-B6C3-AA89-28D7-D816472A377C}"/>
              </a:ext>
            </a:extLst>
          </p:cNvPr>
          <p:cNvGrpSpPr/>
          <p:nvPr/>
        </p:nvGrpSpPr>
        <p:grpSpPr>
          <a:xfrm>
            <a:off x="6995416" y="2443869"/>
            <a:ext cx="701187" cy="261610"/>
            <a:chOff x="4499866" y="2072518"/>
            <a:chExt cx="701187" cy="261610"/>
          </a:xfrm>
        </p:grpSpPr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8927C106-C0BA-6CED-03D1-6A51A1A63EB5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55" name="Group 354">
                <a:extLst>
                  <a:ext uri="{FF2B5EF4-FFF2-40B4-BE49-F238E27FC236}">
                    <a16:creationId xmlns:a16="http://schemas.microsoft.com/office/drawing/2014/main" id="{0C994B5D-8914-0D32-C20A-1E34E78ACBAD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57" name="Rectangle: Rounded Corners 356">
                  <a:extLst>
                    <a:ext uri="{FF2B5EF4-FFF2-40B4-BE49-F238E27FC236}">
                      <a16:creationId xmlns:a16="http://schemas.microsoft.com/office/drawing/2014/main" id="{FEBAEFD2-5606-5903-15C1-EA1BAEC8D123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58" name="TextBox 357">
                  <a:extLst>
                    <a:ext uri="{FF2B5EF4-FFF2-40B4-BE49-F238E27FC236}">
                      <a16:creationId xmlns:a16="http://schemas.microsoft.com/office/drawing/2014/main" id="{7A979281-9DCE-A331-EDA1-5E2D3C2CF781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56" name="TextBox 355">
                <a:extLst>
                  <a:ext uri="{FF2B5EF4-FFF2-40B4-BE49-F238E27FC236}">
                    <a16:creationId xmlns:a16="http://schemas.microsoft.com/office/drawing/2014/main" id="{4D3B973C-1858-5775-F651-E5B8085DDA70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54" name="Straight Arrow Connector 353">
              <a:extLst>
                <a:ext uri="{FF2B5EF4-FFF2-40B4-BE49-F238E27FC236}">
                  <a16:creationId xmlns:a16="http://schemas.microsoft.com/office/drawing/2014/main" id="{0F3F5ECF-C9FE-7094-2E8B-7E8BF5AC5719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F590CF32-4922-2284-8526-AF286012920A}"/>
              </a:ext>
            </a:extLst>
          </p:cNvPr>
          <p:cNvGrpSpPr/>
          <p:nvPr/>
        </p:nvGrpSpPr>
        <p:grpSpPr>
          <a:xfrm>
            <a:off x="6997199" y="2843927"/>
            <a:ext cx="701187" cy="261610"/>
            <a:chOff x="4499866" y="2072518"/>
            <a:chExt cx="701187" cy="261610"/>
          </a:xfrm>
        </p:grpSpPr>
        <p:grpSp>
          <p:nvGrpSpPr>
            <p:cNvPr id="360" name="Group 359">
              <a:extLst>
                <a:ext uri="{FF2B5EF4-FFF2-40B4-BE49-F238E27FC236}">
                  <a16:creationId xmlns:a16="http://schemas.microsoft.com/office/drawing/2014/main" id="{66A5B42E-2371-D9BD-0867-E2B8011E41D1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62" name="Group 361">
                <a:extLst>
                  <a:ext uri="{FF2B5EF4-FFF2-40B4-BE49-F238E27FC236}">
                    <a16:creationId xmlns:a16="http://schemas.microsoft.com/office/drawing/2014/main" id="{017D91A3-3366-DBDB-3077-6DF490272AE3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64" name="Rectangle: Rounded Corners 363">
                  <a:extLst>
                    <a:ext uri="{FF2B5EF4-FFF2-40B4-BE49-F238E27FC236}">
                      <a16:creationId xmlns:a16="http://schemas.microsoft.com/office/drawing/2014/main" id="{AC8833CC-1C29-0C65-93F4-C9A1BFF142C3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65" name="TextBox 364">
                  <a:extLst>
                    <a:ext uri="{FF2B5EF4-FFF2-40B4-BE49-F238E27FC236}">
                      <a16:creationId xmlns:a16="http://schemas.microsoft.com/office/drawing/2014/main" id="{67D25E09-1627-634C-C3ED-E17931A245D0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63" name="TextBox 362">
                <a:extLst>
                  <a:ext uri="{FF2B5EF4-FFF2-40B4-BE49-F238E27FC236}">
                    <a16:creationId xmlns:a16="http://schemas.microsoft.com/office/drawing/2014/main" id="{52F6859B-493D-A8B3-CB28-31CB4FFD9A65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61" name="Straight Arrow Connector 360">
              <a:extLst>
                <a:ext uri="{FF2B5EF4-FFF2-40B4-BE49-F238E27FC236}">
                  <a16:creationId xmlns:a16="http://schemas.microsoft.com/office/drawing/2014/main" id="{0BAB696A-D088-ED4E-CD5A-82C048C965AD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38D2D624-69F7-680E-4C52-F11A1D4006D8}"/>
              </a:ext>
            </a:extLst>
          </p:cNvPr>
          <p:cNvGrpSpPr/>
          <p:nvPr/>
        </p:nvGrpSpPr>
        <p:grpSpPr>
          <a:xfrm>
            <a:off x="7010876" y="3235337"/>
            <a:ext cx="701187" cy="261610"/>
            <a:chOff x="4499866" y="2072518"/>
            <a:chExt cx="701187" cy="261610"/>
          </a:xfrm>
        </p:grpSpPr>
        <p:grpSp>
          <p:nvGrpSpPr>
            <p:cNvPr id="367" name="Group 366">
              <a:extLst>
                <a:ext uri="{FF2B5EF4-FFF2-40B4-BE49-F238E27FC236}">
                  <a16:creationId xmlns:a16="http://schemas.microsoft.com/office/drawing/2014/main" id="{B30BF628-43D0-13E6-07BB-AF62688799DC}"/>
                </a:ext>
              </a:extLst>
            </p:cNvPr>
            <p:cNvGrpSpPr/>
            <p:nvPr/>
          </p:nvGrpSpPr>
          <p:grpSpPr>
            <a:xfrm>
              <a:off x="4499866" y="2072518"/>
              <a:ext cx="701187" cy="261610"/>
              <a:chOff x="2448577" y="2707227"/>
              <a:chExt cx="1412084" cy="367376"/>
            </a:xfrm>
          </p:grpSpPr>
          <p:grpSp>
            <p:nvGrpSpPr>
              <p:cNvPr id="369" name="Group 368">
                <a:extLst>
                  <a:ext uri="{FF2B5EF4-FFF2-40B4-BE49-F238E27FC236}">
                    <a16:creationId xmlns:a16="http://schemas.microsoft.com/office/drawing/2014/main" id="{BF8548FE-3FFC-62C1-1B8B-637B5603B5EC}"/>
                  </a:ext>
                </a:extLst>
              </p:cNvPr>
              <p:cNvGrpSpPr/>
              <p:nvPr/>
            </p:nvGrpSpPr>
            <p:grpSpPr>
              <a:xfrm>
                <a:off x="2448577" y="2729475"/>
                <a:ext cx="1412084" cy="303119"/>
                <a:chOff x="4452644" y="4642198"/>
                <a:chExt cx="696198" cy="273180"/>
              </a:xfrm>
            </p:grpSpPr>
            <p:sp>
              <p:nvSpPr>
                <p:cNvPr id="371" name="Rectangle: Rounded Corners 370">
                  <a:extLst>
                    <a:ext uri="{FF2B5EF4-FFF2-40B4-BE49-F238E27FC236}">
                      <a16:creationId xmlns:a16="http://schemas.microsoft.com/office/drawing/2014/main" id="{96BC4335-5228-BF3E-31CE-3E0AB47047E9}"/>
                    </a:ext>
                  </a:extLst>
                </p:cNvPr>
                <p:cNvSpPr/>
                <p:nvPr/>
              </p:nvSpPr>
              <p:spPr>
                <a:xfrm>
                  <a:off x="4452644" y="4642198"/>
                  <a:ext cx="662697" cy="273180"/>
                </a:xfrm>
                <a:prstGeom prst="roundRect">
                  <a:avLst>
                    <a:gd name="adj" fmla="val 48177"/>
                  </a:avLst>
                </a:prstGeom>
                <a:noFill/>
                <a:ln w="6350" cap="sq" cmpd="dbl">
                  <a:gradFill flip="none" rotWithShape="1">
                    <a:gsLst>
                      <a:gs pos="0">
                        <a:schemeClr val="accent5">
                          <a:lumMod val="0"/>
                          <a:lumOff val="100000"/>
                        </a:schemeClr>
                      </a:gs>
                      <a:gs pos="21000">
                        <a:schemeClr val="accent5">
                          <a:lumMod val="0"/>
                          <a:lumOff val="100000"/>
                        </a:schemeClr>
                      </a:gs>
                      <a:gs pos="100000">
                        <a:schemeClr val="bg2">
                          <a:lumMod val="50000"/>
                        </a:scheme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Candara" panose="020E0502030303020204" pitchFamily="34" charset="0"/>
                  </a:endParaRPr>
                </a:p>
              </p:txBody>
            </p:sp>
            <p:sp>
              <p:nvSpPr>
                <p:cNvPr id="372" name="TextBox 371">
                  <a:extLst>
                    <a:ext uri="{FF2B5EF4-FFF2-40B4-BE49-F238E27FC236}">
                      <a16:creationId xmlns:a16="http://schemas.microsoft.com/office/drawing/2014/main" id="{FE66DD3B-F10B-F291-3242-1A99055A6C9D}"/>
                    </a:ext>
                  </a:extLst>
                </p:cNvPr>
                <p:cNvSpPr txBox="1"/>
                <p:nvPr/>
              </p:nvSpPr>
              <p:spPr>
                <a:xfrm>
                  <a:off x="4486145" y="4676096"/>
                  <a:ext cx="662697" cy="2337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endParaRPr lang="en-GB" sz="6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endParaRPr>
                </a:p>
              </p:txBody>
            </p:sp>
          </p:grpSp>
          <p:sp>
            <p:nvSpPr>
              <p:cNvPr id="370" name="TextBox 369">
                <a:extLst>
                  <a:ext uri="{FF2B5EF4-FFF2-40B4-BE49-F238E27FC236}">
                    <a16:creationId xmlns:a16="http://schemas.microsoft.com/office/drawing/2014/main" id="{AC70E57B-194B-10F0-1C49-7D0DA2AD86E5}"/>
                  </a:ext>
                </a:extLst>
              </p:cNvPr>
              <p:cNvSpPr txBox="1"/>
              <p:nvPr/>
            </p:nvSpPr>
            <p:spPr>
              <a:xfrm>
                <a:off x="3503271" y="2707227"/>
                <a:ext cx="220524" cy="3673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100" spc="200" dirty="0">
                    <a:solidFill>
                      <a:schemeClr val="bg1">
                        <a:lumMod val="75000"/>
                      </a:schemeClr>
                    </a:solidFill>
                    <a:latin typeface="Candara" panose="020E0502030303020204" pitchFamily="34" charset="0"/>
                    <a:ea typeface="Cascadia Code" panose="020B0609020000020004" pitchFamily="49" charset="0"/>
                    <a:cs typeface="Cascadia Code" panose="020B0609020000020004" pitchFamily="49" charset="0"/>
                  </a:rPr>
                  <a:t>+</a:t>
                </a:r>
              </a:p>
            </p:txBody>
          </p:sp>
        </p:grpSp>
        <p:cxnSp>
          <p:nvCxnSpPr>
            <p:cNvPr id="368" name="Straight Arrow Connector 367">
              <a:extLst>
                <a:ext uri="{FF2B5EF4-FFF2-40B4-BE49-F238E27FC236}">
                  <a16:creationId xmlns:a16="http://schemas.microsoft.com/office/drawing/2014/main" id="{0534C78B-EC74-E83D-99F5-998D026FA84B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0D50A284-032B-DF54-BC21-8D1B022EE4D4}"/>
              </a:ext>
            </a:extLst>
          </p:cNvPr>
          <p:cNvGrpSpPr/>
          <p:nvPr/>
        </p:nvGrpSpPr>
        <p:grpSpPr>
          <a:xfrm>
            <a:off x="3416042" y="1513903"/>
            <a:ext cx="559923" cy="190332"/>
            <a:chOff x="4499866" y="2088361"/>
            <a:chExt cx="701187" cy="215852"/>
          </a:xfrm>
        </p:grpSpPr>
        <p:grpSp>
          <p:nvGrpSpPr>
            <p:cNvPr id="383" name="Group 382">
              <a:extLst>
                <a:ext uri="{FF2B5EF4-FFF2-40B4-BE49-F238E27FC236}">
                  <a16:creationId xmlns:a16="http://schemas.microsoft.com/office/drawing/2014/main" id="{69C98B7D-E5B3-0447-7687-CD68BC5F407E}"/>
                </a:ext>
              </a:extLst>
            </p:cNvPr>
            <p:cNvGrpSpPr/>
            <p:nvPr/>
          </p:nvGrpSpPr>
          <p:grpSpPr>
            <a:xfrm>
              <a:off x="4499866" y="2088361"/>
              <a:ext cx="701187" cy="215852"/>
              <a:chOff x="4452644" y="4642198"/>
              <a:chExt cx="696198" cy="273180"/>
            </a:xfrm>
          </p:grpSpPr>
          <p:sp>
            <p:nvSpPr>
              <p:cNvPr id="385" name="Rectangle: Rounded Corners 384">
                <a:extLst>
                  <a:ext uri="{FF2B5EF4-FFF2-40B4-BE49-F238E27FC236}">
                    <a16:creationId xmlns:a16="http://schemas.microsoft.com/office/drawing/2014/main" id="{E5C7A7EB-00BC-9620-FD74-D351025FCAD4}"/>
                  </a:ext>
                </a:extLst>
              </p:cNvPr>
              <p:cNvSpPr/>
              <p:nvPr/>
            </p:nvSpPr>
            <p:spPr>
              <a:xfrm>
                <a:off x="4452644" y="4642198"/>
                <a:ext cx="662697" cy="273180"/>
              </a:xfrm>
              <a:prstGeom prst="roundRect">
                <a:avLst>
                  <a:gd name="adj" fmla="val 48177"/>
                </a:avLst>
              </a:prstGeom>
              <a:noFill/>
              <a:ln w="6350" cap="sq" cmpd="dbl">
                <a:gradFill flip="none" rotWithShape="1">
                  <a:gsLst>
                    <a:gs pos="0">
                      <a:schemeClr val="accent5">
                        <a:lumMod val="0"/>
                        <a:lumOff val="100000"/>
                      </a:schemeClr>
                    </a:gs>
                    <a:gs pos="21000">
                      <a:schemeClr val="accent5">
                        <a:lumMod val="0"/>
                        <a:lumOff val="100000"/>
                      </a:schemeClr>
                    </a:gs>
                    <a:gs pos="100000">
                      <a:schemeClr val="bg2">
                        <a:lumMod val="5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Candara" panose="020E0502030303020204" pitchFamily="34" charset="0"/>
                </a:endParaRPr>
              </a:p>
            </p:txBody>
          </p:sp>
          <p:sp>
            <p:nvSpPr>
              <p:cNvPr id="386" name="TextBox 385">
                <a:extLst>
                  <a:ext uri="{FF2B5EF4-FFF2-40B4-BE49-F238E27FC236}">
                    <a16:creationId xmlns:a16="http://schemas.microsoft.com/office/drawing/2014/main" id="{9F4DA73B-9E60-96AC-12AD-B7D195AB5878}"/>
                  </a:ext>
                </a:extLst>
              </p:cNvPr>
              <p:cNvSpPr txBox="1"/>
              <p:nvPr/>
            </p:nvSpPr>
            <p:spPr>
              <a:xfrm>
                <a:off x="4486145" y="4676096"/>
                <a:ext cx="662697" cy="2337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GB" sz="600" spc="200" dirty="0">
                  <a:solidFill>
                    <a:schemeClr val="bg1">
                      <a:lumMod val="75000"/>
                    </a:schemeClr>
                  </a:solidFill>
                  <a:latin typeface="Candara" panose="020E0502030303020204" pitchFamily="34" charset="0"/>
                  <a:ea typeface="Cascadia Code" panose="020B0609020000020004" pitchFamily="49" charset="0"/>
                  <a:cs typeface="Cascadia Code" panose="020B0609020000020004" pitchFamily="49" charset="0"/>
                </a:endParaRPr>
              </a:p>
            </p:txBody>
          </p:sp>
        </p:grpSp>
        <p:cxnSp>
          <p:nvCxnSpPr>
            <p:cNvPr id="382" name="Straight Arrow Connector 381">
              <a:extLst>
                <a:ext uri="{FF2B5EF4-FFF2-40B4-BE49-F238E27FC236}">
                  <a16:creationId xmlns:a16="http://schemas.microsoft.com/office/drawing/2014/main" id="{BBF79464-03FC-157D-8EA5-2A15F56796F4}"/>
                </a:ext>
              </a:extLst>
            </p:cNvPr>
            <p:cNvCxnSpPr/>
            <p:nvPr/>
          </p:nvCxnSpPr>
          <p:spPr>
            <a:xfrm>
              <a:off x="4760020" y="2203323"/>
              <a:ext cx="144000" cy="0"/>
            </a:xfrm>
            <a:prstGeom prst="straightConnector1">
              <a:avLst/>
            </a:prstGeom>
            <a:ln>
              <a:gradFill flip="none" rotWithShape="1">
                <a:gsLst>
                  <a:gs pos="0">
                    <a:schemeClr val="accent3">
                      <a:lumMod val="89000"/>
                    </a:schemeClr>
                  </a:gs>
                  <a:gs pos="71000">
                    <a:schemeClr val="bg1">
                      <a:lumMod val="50000"/>
                    </a:schemeClr>
                  </a:gs>
                  <a:gs pos="97000">
                    <a:schemeClr val="bg2">
                      <a:lumMod val="25000"/>
                    </a:schemeClr>
                  </a:gs>
                </a:gsLst>
                <a:lin ang="2700000" scaled="1"/>
                <a:tileRect/>
              </a:gra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7" name="TextBox 386">
            <a:extLst>
              <a:ext uri="{FF2B5EF4-FFF2-40B4-BE49-F238E27FC236}">
                <a16:creationId xmlns:a16="http://schemas.microsoft.com/office/drawing/2014/main" id="{FCB16DDC-666D-8B7C-EA76-DCE9E21A86DD}"/>
              </a:ext>
            </a:extLst>
          </p:cNvPr>
          <p:cNvSpPr txBox="1"/>
          <p:nvPr/>
        </p:nvSpPr>
        <p:spPr>
          <a:xfrm>
            <a:off x="1201971" y="4107570"/>
            <a:ext cx="966316" cy="257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200" dirty="0">
                <a:solidFill>
                  <a:schemeClr val="bg1">
                    <a:lumMod val="9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LESSON:</a:t>
            </a:r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B511C8E2-AF77-B411-47A7-4C39DC8560FD}"/>
              </a:ext>
            </a:extLst>
          </p:cNvPr>
          <p:cNvSpPr txBox="1"/>
          <p:nvPr/>
        </p:nvSpPr>
        <p:spPr>
          <a:xfrm>
            <a:off x="5260745" y="1291546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56D403F4-192E-C3B9-7404-EC481AA310A9}"/>
              </a:ext>
            </a:extLst>
          </p:cNvPr>
          <p:cNvSpPr txBox="1"/>
          <p:nvPr/>
        </p:nvSpPr>
        <p:spPr>
          <a:xfrm rot="10800000">
            <a:off x="6196352" y="1335457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chemeClr val="bg1">
                    <a:lumMod val="75000"/>
                  </a:schemeClr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&lt;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3D8C6B-6AFF-031C-5D33-4744ED51AC4B}"/>
              </a:ext>
            </a:extLst>
          </p:cNvPr>
          <p:cNvSpPr txBox="1"/>
          <p:nvPr/>
        </p:nvSpPr>
        <p:spPr>
          <a:xfrm>
            <a:off x="5303381" y="1107451"/>
            <a:ext cx="734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-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F56DEE1A-EFF1-E97C-FA38-54EEF92A98D0}"/>
              </a:ext>
            </a:extLst>
          </p:cNvPr>
          <p:cNvSpPr txBox="1"/>
          <p:nvPr/>
        </p:nvSpPr>
        <p:spPr>
          <a:xfrm>
            <a:off x="6238988" y="1139049"/>
            <a:ext cx="7349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spc="300" dirty="0">
                <a:solidFill>
                  <a:srgbClr val="FF6600"/>
                </a:solidFill>
                <a:latin typeface="Candara" panose="020E0502030303020204" pitchFamily="34" charset="0"/>
                <a:ea typeface="Cascadia Code" panose="020B0609020000020004" pitchFamily="49" charset="0"/>
                <a:cs typeface="Cascadia Code" panose="020B0609020000020004" pitchFamily="49" charset="0"/>
              </a:rPr>
              <a:t>+</a:t>
            </a:r>
          </a:p>
        </p:txBody>
      </p:sp>
      <p:pic>
        <p:nvPicPr>
          <p:cNvPr id="395" name="Picture 394" descr="A white arrows in a black background&#10;&#10;AI-generated content may be incorrect.">
            <a:extLst>
              <a:ext uri="{FF2B5EF4-FFF2-40B4-BE49-F238E27FC236}">
                <a16:creationId xmlns:a16="http://schemas.microsoft.com/office/drawing/2014/main" id="{48EFB0B2-0A38-436E-93EA-B6DD7C900C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606" y="4109475"/>
            <a:ext cx="337859" cy="246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332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11353</TotalTime>
  <Words>1350</Words>
  <Application>Microsoft Office PowerPoint</Application>
  <PresentationFormat>Widescreen</PresentationFormat>
  <Paragraphs>494</Paragraphs>
  <Slides>13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Candara</vt:lpstr>
      <vt:lpstr>Cascadia Code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Dodds</dc:creator>
  <cp:lastModifiedBy>Matthew Dodds</cp:lastModifiedBy>
  <cp:revision>3</cp:revision>
  <dcterms:created xsi:type="dcterms:W3CDTF">2025-11-29T21:31:12Z</dcterms:created>
  <dcterms:modified xsi:type="dcterms:W3CDTF">2025-12-19T23:10:29Z</dcterms:modified>
</cp:coreProperties>
</file>