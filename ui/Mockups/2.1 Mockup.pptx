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4" r:id="rId2"/>
    <p:sldId id="282" r:id="rId3"/>
    <p:sldId id="287" r:id="rId4"/>
    <p:sldId id="291" r:id="rId5"/>
    <p:sldId id="289" r:id="rId6"/>
    <p:sldId id="292" r:id="rId7"/>
    <p:sldId id="290" r:id="rId8"/>
    <p:sldId id="279" r:id="rId9"/>
    <p:sldId id="280" r:id="rId10"/>
    <p:sldId id="293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5A5"/>
    <a:srgbClr val="979191"/>
    <a:srgbClr val="646060"/>
    <a:srgbClr val="FF6600"/>
    <a:srgbClr val="514D4D"/>
    <a:srgbClr val="413D3D"/>
    <a:srgbClr val="131313"/>
    <a:srgbClr val="00FF00"/>
    <a:srgbClr val="B85410"/>
    <a:srgbClr val="743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59F78-9CDD-41BD-B9F6-A9259CBE90A5}" v="374" dt="2025-12-14T15:06:17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3" autoAdjust="0"/>
    <p:restoredTop sz="94660"/>
  </p:normalViewPr>
  <p:slideViewPr>
    <p:cSldViewPr snapToGrid="0">
      <p:cViewPr>
        <p:scale>
          <a:sx n="170" d="100"/>
          <a:sy n="170" d="100"/>
        </p:scale>
        <p:origin x="-714" y="-30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dds" userId="80d5a6ea92063750" providerId="LiveId" clId="{614D3421-716A-4CB0-994B-C24DF82A0F6F}"/>
    <pc:docChg chg="undo custSel addSld delSld modSld sldOrd">
      <pc:chgData name="Matthew Dodds" userId="80d5a6ea92063750" providerId="LiveId" clId="{614D3421-716A-4CB0-994B-C24DF82A0F6F}" dt="2025-12-14T15:06:17.284" v="9101" actId="164"/>
      <pc:docMkLst>
        <pc:docMk/>
      </pc:docMkLst>
      <pc:sldChg chg="addSp delSp modSp mod ord">
        <pc:chgData name="Matthew Dodds" userId="80d5a6ea92063750" providerId="LiveId" clId="{614D3421-716A-4CB0-994B-C24DF82A0F6F}" dt="2025-12-12T01:01:05.009" v="5918"/>
        <pc:sldMkLst>
          <pc:docMk/>
          <pc:sldMk cId="4164517435" sldId="275"/>
        </pc:sldMkLst>
        <pc:spChg chg="mod">
          <ac:chgData name="Matthew Dodds" userId="80d5a6ea92063750" providerId="LiveId" clId="{614D3421-716A-4CB0-994B-C24DF82A0F6F}" dt="2025-12-11T18:39:29.193" v="4264"/>
          <ac:spMkLst>
            <pc:docMk/>
            <pc:sldMk cId="4164517435" sldId="275"/>
            <ac:spMk id="29" creationId="{2B308D5E-5118-2BA8-0428-54F5AA2D28F8}"/>
          </ac:spMkLst>
        </pc:spChg>
        <pc:grpChg chg="add mod">
          <ac:chgData name="Matthew Dodds" userId="80d5a6ea92063750" providerId="LiveId" clId="{614D3421-716A-4CB0-994B-C24DF82A0F6F}" dt="2025-12-11T18:39:33.662" v="4265" actId="1076"/>
          <ac:grpSpMkLst>
            <pc:docMk/>
            <pc:sldMk cId="4164517435" sldId="275"/>
            <ac:grpSpMk id="27" creationId="{03C817C6-B710-9E54-B52E-E450F2026C59}"/>
          </ac:grpSpMkLst>
        </pc:grpChg>
        <pc:picChg chg="mod">
          <ac:chgData name="Matthew Dodds" userId="80d5a6ea92063750" providerId="LiveId" clId="{614D3421-716A-4CB0-994B-C24DF82A0F6F}" dt="2025-12-11T18:39:29.193" v="4264"/>
          <ac:picMkLst>
            <pc:docMk/>
            <pc:sldMk cId="4164517435" sldId="275"/>
            <ac:picMk id="28" creationId="{0E7C5F2D-474D-4657-FECE-283520BB8421}"/>
          </ac:picMkLst>
        </pc:picChg>
      </pc:sldChg>
      <pc:sldChg chg="addSp delSp modSp mod">
        <pc:chgData name="Matthew Dodds" userId="80d5a6ea92063750" providerId="LiveId" clId="{614D3421-716A-4CB0-994B-C24DF82A0F6F}" dt="2025-12-12T00:50:27.346" v="5910"/>
        <pc:sldMkLst>
          <pc:docMk/>
          <pc:sldMk cId="3480445554" sldId="279"/>
        </pc:sldMkLst>
        <pc:spChg chg="add 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75" creationId="{7EED319A-3AEE-92FB-7329-B633C2D54866}"/>
          </ac:spMkLst>
        </pc:spChg>
        <pc:spChg chg="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83" creationId="{04345985-FC4D-A746-E068-56C206F86D1B}"/>
          </ac:spMkLst>
        </pc:spChg>
        <pc:spChg chg="add 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95" creationId="{94255F53-FDF4-8E48-5C8F-4BCCD02FDF0E}"/>
          </ac:spMkLst>
        </pc:spChg>
        <pc:spChg chg="add mod">
          <ac:chgData name="Matthew Dodds" userId="80d5a6ea92063750" providerId="LiveId" clId="{614D3421-716A-4CB0-994B-C24DF82A0F6F}" dt="2025-12-12T00:50:27.346" v="5910"/>
          <ac:spMkLst>
            <pc:docMk/>
            <pc:sldMk cId="3480445554" sldId="279"/>
            <ac:spMk id="98" creationId="{4AF95A49-DE90-CA3A-D99D-B0173E54C312}"/>
          </ac:spMkLst>
        </pc:spChg>
        <pc:grpChg chg="add mod">
          <ac:chgData name="Matthew Dodds" userId="80d5a6ea92063750" providerId="LiveId" clId="{614D3421-716A-4CB0-994B-C24DF82A0F6F}" dt="2025-12-12T00:50:12.485" v="5908"/>
          <ac:grpSpMkLst>
            <pc:docMk/>
            <pc:sldMk cId="3480445554" sldId="279"/>
            <ac:grpSpMk id="78" creationId="{EEBB818A-9A5D-BEF9-6290-323C0941ABDC}"/>
          </ac:grpSpMkLst>
        </pc:grpChg>
        <pc:picChg chg="mod">
          <ac:chgData name="Matthew Dodds" userId="80d5a6ea92063750" providerId="LiveId" clId="{614D3421-716A-4CB0-994B-C24DF82A0F6F}" dt="2025-12-12T00:50:12.485" v="5908"/>
          <ac:picMkLst>
            <pc:docMk/>
            <pc:sldMk cId="3480445554" sldId="279"/>
            <ac:picMk id="81" creationId="{467CA5BD-C45D-D105-FC1E-8E244238D2C4}"/>
          </ac:picMkLst>
        </pc:picChg>
        <pc:cxnChg chg="add mod">
          <ac:chgData name="Matthew Dodds" userId="80d5a6ea92063750" providerId="LiveId" clId="{614D3421-716A-4CB0-994B-C24DF82A0F6F}" dt="2025-12-12T00:50:20.181" v="5909"/>
          <ac:cxnSpMkLst>
            <pc:docMk/>
            <pc:sldMk cId="3480445554" sldId="279"/>
            <ac:cxnSpMk id="97" creationId="{34738CE7-DBCB-918F-E8B7-CCFC5C26D844}"/>
          </ac:cxnSpMkLst>
        </pc:cxnChg>
      </pc:sldChg>
      <pc:sldChg chg="addSp delSp modSp mod">
        <pc:chgData name="Matthew Dodds" userId="80d5a6ea92063750" providerId="LiveId" clId="{614D3421-716A-4CB0-994B-C24DF82A0F6F}" dt="2025-12-12T00:51:02.141" v="5914"/>
        <pc:sldMkLst>
          <pc:docMk/>
          <pc:sldMk cId="3449670256" sldId="280"/>
        </pc:sldMkLst>
        <pc:spChg chg="add mod">
          <ac:chgData name="Matthew Dodds" userId="80d5a6ea92063750" providerId="LiveId" clId="{614D3421-716A-4CB0-994B-C24DF82A0F6F}" dt="2025-12-12T00:50:36.835" v="5912"/>
          <ac:spMkLst>
            <pc:docMk/>
            <pc:sldMk cId="3449670256" sldId="280"/>
            <ac:spMk id="12" creationId="{D4F586B1-7932-3E80-5EB5-86022265B825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23" creationId="{B688867A-A409-5F03-F5C3-0A3C9E389531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39" creationId="{22AEBFE1-8573-3E44-B70F-F1E0DFCF7358}"/>
          </ac:spMkLst>
        </pc:spChg>
        <pc:spChg chg="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43" creationId="{E99180BA-1E8C-257E-F08A-2EBD59B66764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44" creationId="{9425CE87-2E00-20AF-5E79-D09DA0E2714F}"/>
          </ac:spMkLst>
        </pc:spChg>
        <pc:grpChg chg="add mod">
          <ac:chgData name="Matthew Dodds" userId="80d5a6ea92063750" providerId="LiveId" clId="{614D3421-716A-4CB0-994B-C24DF82A0F6F}" dt="2025-12-12T00:50:52.637" v="5913"/>
          <ac:grpSpMkLst>
            <pc:docMk/>
            <pc:sldMk cId="3449670256" sldId="280"/>
            <ac:grpSpMk id="41" creationId="{C57AC88A-7B9C-53BF-B16C-BF1B5E1EFDE3}"/>
          </ac:grpSpMkLst>
        </pc:grpChg>
        <pc:picChg chg="mod">
          <ac:chgData name="Matthew Dodds" userId="80d5a6ea92063750" providerId="LiveId" clId="{614D3421-716A-4CB0-994B-C24DF82A0F6F}" dt="2025-12-12T00:50:52.637" v="5913"/>
          <ac:picMkLst>
            <pc:docMk/>
            <pc:sldMk cId="3449670256" sldId="280"/>
            <ac:picMk id="42" creationId="{806B99BA-90DE-8755-1C45-B1B8A4E24B6F}"/>
          </ac:picMkLst>
        </pc:picChg>
        <pc:cxnChg chg="add mod">
          <ac:chgData name="Matthew Dodds" userId="80d5a6ea92063750" providerId="LiveId" clId="{614D3421-716A-4CB0-994B-C24DF82A0F6F}" dt="2025-12-12T00:51:02.141" v="5914"/>
          <ac:cxnSpMkLst>
            <pc:docMk/>
            <pc:sldMk cId="3449670256" sldId="280"/>
            <ac:cxnSpMk id="45" creationId="{445A6F6B-3EF0-1959-0312-D157E2751DE7}"/>
          </ac:cxnSpMkLst>
        </pc:cxnChg>
      </pc:sldChg>
      <pc:sldChg chg="addSp delSp modSp mod">
        <pc:chgData name="Matthew Dodds" userId="80d5a6ea92063750" providerId="LiveId" clId="{614D3421-716A-4CB0-994B-C24DF82A0F6F}" dt="2025-12-11T18:40:35.982" v="4283" actId="1037"/>
        <pc:sldMkLst>
          <pc:docMk/>
          <pc:sldMk cId="3545230181" sldId="282"/>
        </pc:sldMkLst>
        <pc:spChg chg="mod">
          <ac:chgData name="Matthew Dodds" userId="80d5a6ea92063750" providerId="LiveId" clId="{614D3421-716A-4CB0-994B-C24DF82A0F6F}" dt="2025-12-11T10:25:35.560" v="77" actId="1036"/>
          <ac:spMkLst>
            <pc:docMk/>
            <pc:sldMk cId="3545230181" sldId="282"/>
            <ac:spMk id="2" creationId="{BC6A65DE-2125-7E2A-3A37-C80B57D38D4A}"/>
          </ac:spMkLst>
        </pc:spChg>
        <pc:spChg chg="add mod">
          <ac:chgData name="Matthew Dodds" userId="80d5a6ea92063750" providerId="LiveId" clId="{614D3421-716A-4CB0-994B-C24DF82A0F6F}" dt="2025-12-11T18:40:35.982" v="4283" actId="1037"/>
          <ac:spMkLst>
            <pc:docMk/>
            <pc:sldMk cId="3545230181" sldId="282"/>
            <ac:spMk id="11" creationId="{6A9B7CCF-C06C-C7D0-5668-7017319070FD}"/>
          </ac:spMkLst>
        </pc:spChg>
        <pc:spChg chg="mod">
          <ac:chgData name="Matthew Dodds" userId="80d5a6ea92063750" providerId="LiveId" clId="{614D3421-716A-4CB0-994B-C24DF82A0F6F}" dt="2025-12-11T15:37:08.578" v="878" actId="1036"/>
          <ac:spMkLst>
            <pc:docMk/>
            <pc:sldMk cId="3545230181" sldId="282"/>
            <ac:spMk id="25" creationId="{6FD812B9-D0DB-42ED-58DD-46215DDC0DE8}"/>
          </ac:spMkLst>
        </pc:spChg>
        <pc:spChg chg="mod">
          <ac:chgData name="Matthew Dodds" userId="80d5a6ea92063750" providerId="LiveId" clId="{614D3421-716A-4CB0-994B-C24DF82A0F6F}" dt="2025-12-11T11:39:15.612" v="292" actId="1038"/>
          <ac:spMkLst>
            <pc:docMk/>
            <pc:sldMk cId="3545230181" sldId="282"/>
            <ac:spMk id="32" creationId="{86AD214C-BED7-C456-A2F5-35434FE493B6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38" creationId="{FAC9B525-6846-2EA8-E593-74A836FA6A06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39" creationId="{A2389553-0537-6AA4-B843-FDE82DF0D843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1" creationId="{ABE6BC12-40F7-0C1D-C24D-C079BDE29461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2" creationId="{A59F6C1F-2DBB-C5D9-A18D-E8BE6614867A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3" creationId="{447E8E84-E07C-5279-4162-69AC741954A9}"/>
          </ac:spMkLst>
        </pc:spChg>
        <pc:spChg chg="mod">
          <ac:chgData name="Matthew Dodds" userId="80d5a6ea92063750" providerId="LiveId" clId="{614D3421-716A-4CB0-994B-C24DF82A0F6F}" dt="2025-12-11T11:37:29.248" v="266" actId="14100"/>
          <ac:spMkLst>
            <pc:docMk/>
            <pc:sldMk cId="3545230181" sldId="282"/>
            <ac:spMk id="69" creationId="{AB564BF8-196E-090E-573E-CC7E9F734F39}"/>
          </ac:spMkLst>
        </pc:spChg>
        <pc:spChg chg="mod">
          <ac:chgData name="Matthew Dodds" userId="80d5a6ea92063750" providerId="LiveId" clId="{614D3421-716A-4CB0-994B-C24DF82A0F6F}" dt="2025-12-11T11:37:35.461" v="272" actId="1035"/>
          <ac:spMkLst>
            <pc:docMk/>
            <pc:sldMk cId="3545230181" sldId="282"/>
            <ac:spMk id="70" creationId="{FA41E93B-4492-BA4A-4096-E2BC87D19FCE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96" creationId="{3641B932-B608-4132-315C-E1051A3A3B5C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97" creationId="{D33B319F-A085-4C00-8965-756DD5C30B8D}"/>
          </ac:spMkLst>
        </pc:spChg>
        <pc:grpChg chg="mod">
          <ac:chgData name="Matthew Dodds" userId="80d5a6ea92063750" providerId="LiveId" clId="{614D3421-716A-4CB0-994B-C24DF82A0F6F}" dt="2025-12-11T15:36:28.113" v="846" actId="1036"/>
          <ac:grpSpMkLst>
            <pc:docMk/>
            <pc:sldMk cId="3545230181" sldId="282"/>
            <ac:grpSpMk id="3" creationId="{28113C23-7941-8738-9C28-8AD93494A2A9}"/>
          </ac:grpSpMkLst>
        </pc:grpChg>
        <pc:grpChg chg="mod">
          <ac:chgData name="Matthew Dodds" userId="80d5a6ea92063750" providerId="LiveId" clId="{614D3421-716A-4CB0-994B-C24DF82A0F6F}" dt="2025-12-11T10:25:27.128" v="74" actId="1036"/>
          <ac:grpSpMkLst>
            <pc:docMk/>
            <pc:sldMk cId="3545230181" sldId="282"/>
            <ac:grpSpMk id="4" creationId="{CB7AA33D-32EB-7644-4D4A-D3CE797266B5}"/>
          </ac:grpSpMkLst>
        </pc:grpChg>
        <pc:grpChg chg="mod">
          <ac:chgData name="Matthew Dodds" userId="80d5a6ea92063750" providerId="LiveId" clId="{614D3421-716A-4CB0-994B-C24DF82A0F6F}" dt="2025-12-11T11:39:04.901" v="288" actId="1038"/>
          <ac:grpSpMkLst>
            <pc:docMk/>
            <pc:sldMk cId="3545230181" sldId="282"/>
            <ac:grpSpMk id="71" creationId="{BBCB0EBE-3510-BB7E-7F27-4E852330B8B4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2" creationId="{CA3252AE-B203-ED8C-D1AA-56ACA7304F14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5" creationId="{63D4DA47-3776-C40B-DE26-E9AC86E959C8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8" creationId="{341D770C-DD0E-F72E-BAAF-42DAFFE56180}"/>
          </ac:grpSpMkLst>
        </pc:grpChg>
        <pc:grpChg chg="mod topLvl">
          <ac:chgData name="Matthew Dodds" userId="80d5a6ea92063750" providerId="LiveId" clId="{614D3421-716A-4CB0-994B-C24DF82A0F6F}" dt="2025-12-11T11:37:46.677" v="273" actId="1076"/>
          <ac:grpSpMkLst>
            <pc:docMk/>
            <pc:sldMk cId="3545230181" sldId="282"/>
            <ac:grpSpMk id="84" creationId="{2B71F660-3A22-FCF4-FF28-FF8FC9584EEC}"/>
          </ac:grpSpMkLst>
        </pc:grpChg>
        <pc:cxnChg chg="mod">
          <ac:chgData name="Matthew Dodds" userId="80d5a6ea92063750" providerId="LiveId" clId="{614D3421-716A-4CB0-994B-C24DF82A0F6F}" dt="2025-12-11T15:34:45.963" v="770" actId="14100"/>
          <ac:cxnSpMkLst>
            <pc:docMk/>
            <pc:sldMk cId="3545230181" sldId="282"/>
            <ac:cxnSpMk id="27" creationId="{99ACCA35-F1AC-B368-30BB-47468CB2AC61}"/>
          </ac:cxnSpMkLst>
        </pc:cxnChg>
        <pc:cxnChg chg="mod">
          <ac:chgData name="Matthew Dodds" userId="80d5a6ea92063750" providerId="LiveId" clId="{614D3421-716A-4CB0-994B-C24DF82A0F6F}" dt="2025-12-11T15:37:14.919" v="881" actId="1035"/>
          <ac:cxnSpMkLst>
            <pc:docMk/>
            <pc:sldMk cId="3545230181" sldId="282"/>
            <ac:cxnSpMk id="29" creationId="{1380FDF0-555B-B8D4-3905-C62FF9D45102}"/>
          </ac:cxnSpMkLst>
        </pc:cxnChg>
        <pc:cxnChg chg="mod">
          <ac:chgData name="Matthew Dodds" userId="80d5a6ea92063750" providerId="LiveId" clId="{614D3421-716A-4CB0-994B-C24DF82A0F6F}" dt="2025-12-11T15:37:17.583" v="883" actId="1036"/>
          <ac:cxnSpMkLst>
            <pc:docMk/>
            <pc:sldMk cId="3545230181" sldId="282"/>
            <ac:cxnSpMk id="30" creationId="{20A97979-A908-7E1D-6EB4-76C2D87654DC}"/>
          </ac:cxnSpMkLst>
        </pc:cxnChg>
        <pc:cxnChg chg="mod">
          <ac:chgData name="Matthew Dodds" userId="80d5a6ea92063750" providerId="LiveId" clId="{614D3421-716A-4CB0-994B-C24DF82A0F6F}" dt="2025-12-11T15:34:38.339" v="768" actId="14100"/>
          <ac:cxnSpMkLst>
            <pc:docMk/>
            <pc:sldMk cId="3545230181" sldId="282"/>
            <ac:cxnSpMk id="40" creationId="{E6EE514D-538A-130F-8158-786F3D44DCF3}"/>
          </ac:cxnSpMkLst>
        </pc:cxnChg>
      </pc:sldChg>
      <pc:sldChg chg="modSp mod">
        <pc:chgData name="Matthew Dodds" userId="80d5a6ea92063750" providerId="LiveId" clId="{614D3421-716A-4CB0-994B-C24DF82A0F6F}" dt="2025-12-11T18:40:05.017" v="4270" actId="14100"/>
        <pc:sldMkLst>
          <pc:docMk/>
          <pc:sldMk cId="563028866" sldId="284"/>
        </pc:sldMkLst>
        <pc:spChg chg="mod">
          <ac:chgData name="Matthew Dodds" userId="80d5a6ea92063750" providerId="LiveId" clId="{614D3421-716A-4CB0-994B-C24DF82A0F6F}" dt="2025-12-11T17:52:10.657" v="3282" actId="1076"/>
          <ac:spMkLst>
            <pc:docMk/>
            <pc:sldMk cId="563028866" sldId="284"/>
            <ac:spMk id="2" creationId="{CFF206F0-5F02-2C6F-DDF9-128422AF103E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5" creationId="{0873552B-A6D9-3B0F-F627-807919FEF43F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0" creationId="{946F7237-F824-2944-CD6B-9B742A875645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2" creationId="{EB70101D-392D-7DA2-3818-3023B24AE1F2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7" creationId="{7B08DDFB-872F-24E4-4CF1-43B71F7D6004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8" creationId="{4E6B9698-5081-8C69-BD5F-F6E1EB0A2DD3}"/>
          </ac:spMkLst>
        </pc:spChg>
        <pc:grpChg chg="mod">
          <ac:chgData name="Matthew Dodds" userId="80d5a6ea92063750" providerId="LiveId" clId="{614D3421-716A-4CB0-994B-C24DF82A0F6F}" dt="2025-12-11T18:39:48.291" v="4267" actId="1076"/>
          <ac:grpSpMkLst>
            <pc:docMk/>
            <pc:sldMk cId="563028866" sldId="284"/>
            <ac:grpSpMk id="14" creationId="{1EDC6602-A70B-B871-F8A1-987CADDD80B8}"/>
          </ac:grpSpMkLst>
        </pc:grpChg>
        <pc:cxnChg chg="mod">
          <ac:chgData name="Matthew Dodds" userId="80d5a6ea92063750" providerId="LiveId" clId="{614D3421-716A-4CB0-994B-C24DF82A0F6F}" dt="2025-12-11T18:40:05.017" v="4270" actId="14100"/>
          <ac:cxnSpMkLst>
            <pc:docMk/>
            <pc:sldMk cId="563028866" sldId="284"/>
            <ac:cxnSpMk id="3" creationId="{8129432B-73DE-8B7B-BA7C-85989DFE63E4}"/>
          </ac:cxnSpMkLst>
        </pc:cxnChg>
        <pc:cxnChg chg="mod">
          <ac:chgData name="Matthew Dodds" userId="80d5a6ea92063750" providerId="LiveId" clId="{614D3421-716A-4CB0-994B-C24DF82A0F6F}" dt="2025-12-11T18:39:57.175" v="4268" actId="1076"/>
          <ac:cxnSpMkLst>
            <pc:docMk/>
            <pc:sldMk cId="563028866" sldId="284"/>
            <ac:cxnSpMk id="21" creationId="{CCACA712-6FE9-7287-449B-0E4E78020D62}"/>
          </ac:cxnSpMkLst>
        </pc:cxnChg>
        <pc:cxnChg chg="mod">
          <ac:chgData name="Matthew Dodds" userId="80d5a6ea92063750" providerId="LiveId" clId="{614D3421-716A-4CB0-994B-C24DF82A0F6F}" dt="2025-12-11T18:39:57.175" v="4268" actId="1076"/>
          <ac:cxnSpMkLst>
            <pc:docMk/>
            <pc:sldMk cId="563028866" sldId="284"/>
            <ac:cxnSpMk id="26" creationId="{A3B35D5D-20C1-689F-C14A-88B4C63A75E7}"/>
          </ac:cxnSpMkLst>
        </pc:cxnChg>
      </pc:sldChg>
      <pc:sldChg chg="addSp delSp modSp add mod">
        <pc:chgData name="Matthew Dodds" userId="80d5a6ea92063750" providerId="LiveId" clId="{614D3421-716A-4CB0-994B-C24DF82A0F6F}" dt="2025-12-12T01:04:55.840" v="5920" actId="207"/>
        <pc:sldMkLst>
          <pc:docMk/>
          <pc:sldMk cId="2010322170" sldId="287"/>
        </pc:sldMkLst>
        <pc:spChg chg="mod">
          <ac:chgData name="Matthew Dodds" userId="80d5a6ea92063750" providerId="LiveId" clId="{614D3421-716A-4CB0-994B-C24DF82A0F6F}" dt="2025-12-11T11:40:00.330" v="295"/>
          <ac:spMkLst>
            <pc:docMk/>
            <pc:sldMk cId="2010322170" sldId="287"/>
            <ac:spMk id="11" creationId="{7BB2B310-67C3-2DA7-A472-3881D40AF9A0}"/>
          </ac:spMkLst>
        </pc:spChg>
        <pc:spChg chg="mod">
          <ac:chgData name="Matthew Dodds" userId="80d5a6ea92063750" providerId="LiveId" clId="{614D3421-716A-4CB0-994B-C24DF82A0F6F}" dt="2025-12-11T16:52:42.154" v="2586" actId="1036"/>
          <ac:spMkLst>
            <pc:docMk/>
            <pc:sldMk cId="2010322170" sldId="287"/>
            <ac:spMk id="12" creationId="{2450F4F0-4BEA-C8FC-CB81-6562D93B318B}"/>
          </ac:spMkLst>
        </pc:spChg>
        <pc:spChg chg="add mod">
          <ac:chgData name="Matthew Dodds" userId="80d5a6ea92063750" providerId="LiveId" clId="{614D3421-716A-4CB0-994B-C24DF82A0F6F}" dt="2025-12-11T18:41:48.288" v="4328" actId="1037"/>
          <ac:spMkLst>
            <pc:docMk/>
            <pc:sldMk cId="2010322170" sldId="287"/>
            <ac:spMk id="13" creationId="{6EF03422-3558-BAA4-BB71-A163635E7957}"/>
          </ac:spMkLst>
        </pc:spChg>
        <pc:spChg chg="mod">
          <ac:chgData name="Matthew Dodds" userId="80d5a6ea92063750" providerId="LiveId" clId="{614D3421-716A-4CB0-994B-C24DF82A0F6F}" dt="2025-12-11T22:01:52.844" v="4695" actId="1038"/>
          <ac:spMkLst>
            <pc:docMk/>
            <pc:sldMk cId="2010322170" sldId="287"/>
            <ac:spMk id="14" creationId="{939117AC-9C31-6B70-3E5F-2520D107D396}"/>
          </ac:spMkLst>
        </pc:spChg>
        <pc:spChg chg="add mod">
          <ac:chgData name="Matthew Dodds" userId="80d5a6ea92063750" providerId="LiveId" clId="{614D3421-716A-4CB0-994B-C24DF82A0F6F}" dt="2025-12-11T16:38:59.328" v="2251" actId="1036"/>
          <ac:spMkLst>
            <pc:docMk/>
            <pc:sldMk cId="2010322170" sldId="287"/>
            <ac:spMk id="15" creationId="{4CF4C3BE-39D4-9770-C35B-E000966F3802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" creationId="{F13E9DB9-CCC3-19F4-7982-0B6F9F3AB4D5}"/>
          </ac:spMkLst>
        </pc:spChg>
        <pc:spChg chg="mod">
          <ac:chgData name="Matthew Dodds" userId="80d5a6ea92063750" providerId="LiveId" clId="{614D3421-716A-4CB0-994B-C24DF82A0F6F}" dt="2025-12-11T16:40:26.362" v="2392" actId="1035"/>
          <ac:spMkLst>
            <pc:docMk/>
            <pc:sldMk cId="2010322170" sldId="287"/>
            <ac:spMk id="17" creationId="{0C1BC33C-0024-61B0-E55C-D2CAA8B02096}"/>
          </ac:spMkLst>
        </pc:spChg>
        <pc:spChg chg="add mod">
          <ac:chgData name="Matthew Dodds" userId="80d5a6ea92063750" providerId="LiveId" clId="{614D3421-716A-4CB0-994B-C24DF82A0F6F}" dt="2025-12-11T18:05:10.819" v="3457" actId="1076"/>
          <ac:spMkLst>
            <pc:docMk/>
            <pc:sldMk cId="2010322170" sldId="287"/>
            <ac:spMk id="18" creationId="{65E9D569-2B17-9EC2-CB8B-19E0B4341539}"/>
          </ac:spMkLst>
        </pc:spChg>
        <pc:spChg chg="add mod">
          <ac:chgData name="Matthew Dodds" userId="80d5a6ea92063750" providerId="LiveId" clId="{614D3421-716A-4CB0-994B-C24DF82A0F6F}" dt="2025-12-11T16:48:10.142" v="2508" actId="1036"/>
          <ac:spMkLst>
            <pc:docMk/>
            <pc:sldMk cId="2010322170" sldId="287"/>
            <ac:spMk id="19" creationId="{B60DC505-A934-8555-79C4-33ADEB022E6E}"/>
          </ac:spMkLst>
        </pc:spChg>
        <pc:spChg chg="add mod">
          <ac:chgData name="Matthew Dodds" userId="80d5a6ea92063750" providerId="LiveId" clId="{614D3421-716A-4CB0-994B-C24DF82A0F6F}" dt="2025-12-11T22:08:30.412" v="4797" actId="1035"/>
          <ac:spMkLst>
            <pc:docMk/>
            <pc:sldMk cId="2010322170" sldId="287"/>
            <ac:spMk id="20" creationId="{77DB529B-6A00-4291-E4F4-C4B22C2F36E3}"/>
          </ac:spMkLst>
        </pc:spChg>
        <pc:spChg chg="mod">
          <ac:chgData name="Matthew Dodds" userId="80d5a6ea92063750" providerId="LiveId" clId="{614D3421-716A-4CB0-994B-C24DF82A0F6F}" dt="2025-12-11T16:31:34.494" v="2100" actId="14100"/>
          <ac:spMkLst>
            <pc:docMk/>
            <pc:sldMk cId="2010322170" sldId="287"/>
            <ac:spMk id="21" creationId="{B1548EDA-A05D-F93F-14C0-A7CC935994C6}"/>
          </ac:spMkLst>
        </pc:spChg>
        <pc:spChg chg="add mod">
          <ac:chgData name="Matthew Dodds" userId="80d5a6ea92063750" providerId="LiveId" clId="{614D3421-716A-4CB0-994B-C24DF82A0F6F}" dt="2025-12-11T16:40:26.362" v="2392" actId="1035"/>
          <ac:spMkLst>
            <pc:docMk/>
            <pc:sldMk cId="2010322170" sldId="287"/>
            <ac:spMk id="24" creationId="{728D6187-3792-A099-F8ED-78E030719AA1}"/>
          </ac:spMkLst>
        </pc:spChg>
        <pc:spChg chg="mod">
          <ac:chgData name="Matthew Dodds" userId="80d5a6ea92063750" providerId="LiveId" clId="{614D3421-716A-4CB0-994B-C24DF82A0F6F}" dt="2025-12-11T18:13:17.637" v="3606" actId="20577"/>
          <ac:spMkLst>
            <pc:docMk/>
            <pc:sldMk cId="2010322170" sldId="287"/>
            <ac:spMk id="25" creationId="{44237CB9-17A4-0F33-A345-CC941AF2079E}"/>
          </ac:spMkLst>
        </pc:spChg>
        <pc:spChg chg="add mod">
          <ac:chgData name="Matthew Dodds" userId="80d5a6ea92063750" providerId="LiveId" clId="{614D3421-716A-4CB0-994B-C24DF82A0F6F}" dt="2025-12-11T18:05:31.692" v="3462" actId="1076"/>
          <ac:spMkLst>
            <pc:docMk/>
            <pc:sldMk cId="2010322170" sldId="287"/>
            <ac:spMk id="44" creationId="{387E9F76-FAA6-F147-EF18-FF1790899F9A}"/>
          </ac:spMkLst>
        </pc:spChg>
        <pc:spChg chg="mod">
          <ac:chgData name="Matthew Dodds" userId="80d5a6ea92063750" providerId="LiveId" clId="{614D3421-716A-4CB0-994B-C24DF82A0F6F}" dt="2025-12-11T18:43:09.747" v="4366" actId="1038"/>
          <ac:spMkLst>
            <pc:docMk/>
            <pc:sldMk cId="2010322170" sldId="287"/>
            <ac:spMk id="46" creationId="{EC6532BD-C8ED-CCC5-9931-0A41EF6EC5FA}"/>
          </ac:spMkLst>
        </pc:spChg>
        <pc:spChg chg="mod">
          <ac:chgData name="Matthew Dodds" userId="80d5a6ea92063750" providerId="LiveId" clId="{614D3421-716A-4CB0-994B-C24DF82A0F6F}" dt="2025-12-11T16:31:17.897" v="2098" actId="14100"/>
          <ac:spMkLst>
            <pc:docMk/>
            <pc:sldMk cId="2010322170" sldId="287"/>
            <ac:spMk id="47" creationId="{2ADCD5C8-B824-97B1-BB55-1ADA289D3E56}"/>
          </ac:spMkLst>
        </pc:spChg>
        <pc:spChg chg="mod">
          <ac:chgData name="Matthew Dodds" userId="80d5a6ea92063750" providerId="LiveId" clId="{614D3421-716A-4CB0-994B-C24DF82A0F6F}" dt="2025-12-11T16:46:21.788" v="2498" actId="207"/>
          <ac:spMkLst>
            <pc:docMk/>
            <pc:sldMk cId="2010322170" sldId="287"/>
            <ac:spMk id="48" creationId="{953C8476-F997-A908-D66E-CB95124F309C}"/>
          </ac:spMkLst>
        </pc:spChg>
        <pc:spChg chg="add mod">
          <ac:chgData name="Matthew Dodds" userId="80d5a6ea92063750" providerId="LiveId" clId="{614D3421-716A-4CB0-994B-C24DF82A0F6F}" dt="2025-12-11T18:07:49.760" v="3507" actId="1035"/>
          <ac:spMkLst>
            <pc:docMk/>
            <pc:sldMk cId="2010322170" sldId="287"/>
            <ac:spMk id="49" creationId="{0F88C2F9-FB9E-29E2-C562-F94D0E76D444}"/>
          </ac:spMkLst>
        </pc:spChg>
        <pc:spChg chg="mod">
          <ac:chgData name="Matthew Dodds" userId="80d5a6ea92063750" providerId="LiveId" clId="{614D3421-716A-4CB0-994B-C24DF82A0F6F}" dt="2025-12-11T16:46:05.832" v="2496" actId="207"/>
          <ac:spMkLst>
            <pc:docMk/>
            <pc:sldMk cId="2010322170" sldId="287"/>
            <ac:spMk id="52" creationId="{68A98532-37D3-93D0-A306-A51B0F64F305}"/>
          </ac:spMkLst>
        </pc:spChg>
        <pc:spChg chg="mod">
          <ac:chgData name="Matthew Dodds" userId="80d5a6ea92063750" providerId="LiveId" clId="{614D3421-716A-4CB0-994B-C24DF82A0F6F}" dt="2025-12-11T11:43:08.208" v="341"/>
          <ac:spMkLst>
            <pc:docMk/>
            <pc:sldMk cId="2010322170" sldId="287"/>
            <ac:spMk id="53" creationId="{861619BB-486A-48B5-F53E-2E5496B52F06}"/>
          </ac:spMkLst>
        </pc:spChg>
        <pc:spChg chg="mod">
          <ac:chgData name="Matthew Dodds" userId="80d5a6ea92063750" providerId="LiveId" clId="{614D3421-716A-4CB0-994B-C24DF82A0F6F}" dt="2025-12-11T11:43:08.208" v="341"/>
          <ac:spMkLst>
            <pc:docMk/>
            <pc:sldMk cId="2010322170" sldId="287"/>
            <ac:spMk id="54" creationId="{E1914995-131D-88EC-6664-68643EB1AABC}"/>
          </ac:spMkLst>
        </pc:spChg>
        <pc:spChg chg="mod">
          <ac:chgData name="Matthew Dodds" userId="80d5a6ea92063750" providerId="LiveId" clId="{614D3421-716A-4CB0-994B-C24DF82A0F6F}" dt="2025-12-12T01:04:41.592" v="5919" actId="207"/>
          <ac:spMkLst>
            <pc:docMk/>
            <pc:sldMk cId="2010322170" sldId="287"/>
            <ac:spMk id="58" creationId="{439258C6-E2E7-88C0-6EC8-E977838DFCBD}"/>
          </ac:spMkLst>
        </pc:spChg>
        <pc:spChg chg="mod">
          <ac:chgData name="Matthew Dodds" userId="80d5a6ea92063750" providerId="LiveId" clId="{614D3421-716A-4CB0-994B-C24DF82A0F6F}" dt="2025-12-12T01:04:41.592" v="5919" actId="207"/>
          <ac:spMkLst>
            <pc:docMk/>
            <pc:sldMk cId="2010322170" sldId="287"/>
            <ac:spMk id="59" creationId="{32C42D2E-E9FA-0B2E-4A6B-BCF26920822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1" creationId="{B9314453-20AC-58EB-24D3-962615C33BE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2" creationId="{12208FAC-29FF-EEA4-B80B-D0D685184FFA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4" creationId="{AED18EDB-5B23-4F41-FCE3-FE53989823E9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5" creationId="{5F72FD8A-6505-1D79-E8BA-4E9F95A84CE1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7" creationId="{6DB8ED3F-07DA-B1F4-B2ED-7A1B9EE6E9D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8" creationId="{D1C4172D-FDF0-8C78-63EC-44E81AE4884A}"/>
          </ac:spMkLst>
        </pc:spChg>
        <pc:spChg chg="mod">
          <ac:chgData name="Matthew Dodds" userId="80d5a6ea92063750" providerId="LiveId" clId="{614D3421-716A-4CB0-994B-C24DF82A0F6F}" dt="2025-12-11T18:43:00.705" v="4358" actId="1038"/>
          <ac:spMkLst>
            <pc:docMk/>
            <pc:sldMk cId="2010322170" sldId="287"/>
            <ac:spMk id="81" creationId="{B1380CE4-DEE4-AD40-0022-605A8CAD4AF7}"/>
          </ac:spMkLst>
        </pc:spChg>
        <pc:spChg chg="add mod">
          <ac:chgData name="Matthew Dodds" userId="80d5a6ea92063750" providerId="LiveId" clId="{614D3421-716A-4CB0-994B-C24DF82A0F6F}" dt="2025-12-11T18:42:07.517" v="4331" actId="1076"/>
          <ac:spMkLst>
            <pc:docMk/>
            <pc:sldMk cId="2010322170" sldId="287"/>
            <ac:spMk id="82" creationId="{0B23569B-A0A0-3447-786D-64726CF1B2EA}"/>
          </ac:spMkLst>
        </pc:spChg>
        <pc:spChg chg="add mod">
          <ac:chgData name="Matthew Dodds" userId="80d5a6ea92063750" providerId="LiveId" clId="{614D3421-716A-4CB0-994B-C24DF82A0F6F}" dt="2025-12-11T18:42:26.742" v="4335" actId="14100"/>
          <ac:spMkLst>
            <pc:docMk/>
            <pc:sldMk cId="2010322170" sldId="287"/>
            <ac:spMk id="83" creationId="{894718C6-47C2-3C9A-5632-1E0A9B69C995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96" creationId="{C4B42071-35E9-EF68-1F73-2053CA3CF18A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97" creationId="{91074DF5-19EE-7CAA-4250-61C1A23C98C4}"/>
          </ac:spMkLst>
        </pc:spChg>
        <pc:spChg chg="add mod">
          <ac:chgData name="Matthew Dodds" userId="80d5a6ea92063750" providerId="LiveId" clId="{614D3421-716A-4CB0-994B-C24DF82A0F6F}" dt="2025-12-11T15:54:52.301" v="1247" actId="1037"/>
          <ac:spMkLst>
            <pc:docMk/>
            <pc:sldMk cId="2010322170" sldId="287"/>
            <ac:spMk id="103" creationId="{C5189BDA-507A-2334-0B60-AE2DE997B54D}"/>
          </ac:spMkLst>
        </pc:spChg>
        <pc:spChg chg="add mod">
          <ac:chgData name="Matthew Dodds" userId="80d5a6ea92063750" providerId="LiveId" clId="{614D3421-716A-4CB0-994B-C24DF82A0F6F}" dt="2025-12-11T18:07:38.774" v="3501" actId="1035"/>
          <ac:spMkLst>
            <pc:docMk/>
            <pc:sldMk cId="2010322170" sldId="287"/>
            <ac:spMk id="104" creationId="{78DF4BC1-0AB2-BDB2-F653-167ED8380248}"/>
          </ac:spMkLst>
        </pc:spChg>
        <pc:spChg chg="add mod">
          <ac:chgData name="Matthew Dodds" userId="80d5a6ea92063750" providerId="LiveId" clId="{614D3421-716A-4CB0-994B-C24DF82A0F6F}" dt="2025-12-11T18:42:30.096" v="4340" actId="1038"/>
          <ac:spMkLst>
            <pc:docMk/>
            <pc:sldMk cId="2010322170" sldId="287"/>
            <ac:spMk id="105" creationId="{A2AC84BF-A20B-CBAB-6814-55C544449592}"/>
          </ac:spMkLst>
        </pc:spChg>
        <pc:spChg chg="add mod">
          <ac:chgData name="Matthew Dodds" userId="80d5a6ea92063750" providerId="LiveId" clId="{614D3421-716A-4CB0-994B-C24DF82A0F6F}" dt="2025-12-11T16:38:59.328" v="2251" actId="1036"/>
          <ac:spMkLst>
            <pc:docMk/>
            <pc:sldMk cId="2010322170" sldId="287"/>
            <ac:spMk id="106" creationId="{B859BFB6-0AC5-66C3-97E8-B896AD59A9AE}"/>
          </ac:spMkLst>
        </pc:spChg>
        <pc:spChg chg="add mod">
          <ac:chgData name="Matthew Dodds" userId="80d5a6ea92063750" providerId="LiveId" clId="{614D3421-716A-4CB0-994B-C24DF82A0F6F}" dt="2025-12-11T17:59:50.079" v="3374" actId="1036"/>
          <ac:spMkLst>
            <pc:docMk/>
            <pc:sldMk cId="2010322170" sldId="287"/>
            <ac:spMk id="107" creationId="{CB33908D-5E92-6430-3183-45251DE93406}"/>
          </ac:spMkLst>
        </pc:spChg>
        <pc:spChg chg="add mod">
          <ac:chgData name="Matthew Dodds" userId="80d5a6ea92063750" providerId="LiveId" clId="{614D3421-716A-4CB0-994B-C24DF82A0F6F}" dt="2025-12-11T17:59:50.079" v="3374" actId="1036"/>
          <ac:spMkLst>
            <pc:docMk/>
            <pc:sldMk cId="2010322170" sldId="287"/>
            <ac:spMk id="108" creationId="{5EF25CAE-DC7B-B358-6707-9157AB4D3358}"/>
          </ac:spMkLst>
        </pc:spChg>
        <pc:spChg chg="add mod">
          <ac:chgData name="Matthew Dodds" userId="80d5a6ea92063750" providerId="LiveId" clId="{614D3421-716A-4CB0-994B-C24DF82A0F6F}" dt="2025-12-11T16:45:54.154" v="2495" actId="207"/>
          <ac:spMkLst>
            <pc:docMk/>
            <pc:sldMk cId="2010322170" sldId="287"/>
            <ac:spMk id="113" creationId="{4C1C3D58-CAF8-82F8-7EA1-E826E6FFD204}"/>
          </ac:spMkLst>
        </pc:spChg>
        <pc:spChg chg="add mod">
          <ac:chgData name="Matthew Dodds" userId="80d5a6ea92063750" providerId="LiveId" clId="{614D3421-716A-4CB0-994B-C24DF82A0F6F}" dt="2025-12-11T16:48:10.142" v="2508" actId="1036"/>
          <ac:spMkLst>
            <pc:docMk/>
            <pc:sldMk cId="2010322170" sldId="287"/>
            <ac:spMk id="119" creationId="{1EEC41F0-6D34-365B-A40D-41DE6D5AD4C1}"/>
          </ac:spMkLst>
        </pc:spChg>
        <pc:spChg chg="add mod">
          <ac:chgData name="Matthew Dodds" userId="80d5a6ea92063750" providerId="LiveId" clId="{614D3421-716A-4CB0-994B-C24DF82A0F6F}" dt="2025-12-11T16:47:58.489" v="2506" actId="20577"/>
          <ac:spMkLst>
            <pc:docMk/>
            <pc:sldMk cId="2010322170" sldId="287"/>
            <ac:spMk id="120" creationId="{147EC70E-5762-69FA-0731-853723F76CB1}"/>
          </ac:spMkLst>
        </pc:spChg>
        <pc:spChg chg="add mod">
          <ac:chgData name="Matthew Dodds" userId="80d5a6ea92063750" providerId="LiveId" clId="{614D3421-716A-4CB0-994B-C24DF82A0F6F}" dt="2025-12-11T16:47:53.524" v="2501" actId="1076"/>
          <ac:spMkLst>
            <pc:docMk/>
            <pc:sldMk cId="2010322170" sldId="287"/>
            <ac:spMk id="122" creationId="{55DF5F15-129B-122F-AF84-895A93F2CE46}"/>
          </ac:spMkLst>
        </pc:spChg>
        <pc:spChg chg="add mod topLvl">
          <ac:chgData name="Matthew Dodds" userId="80d5a6ea92063750" providerId="LiveId" clId="{614D3421-716A-4CB0-994B-C24DF82A0F6F}" dt="2025-12-11T17:39:57.056" v="2963" actId="164"/>
          <ac:spMkLst>
            <pc:docMk/>
            <pc:sldMk cId="2010322170" sldId="287"/>
            <ac:spMk id="123" creationId="{42DEE096-EDC7-CC2D-8D28-C96C8A8A9C25}"/>
          </ac:spMkLst>
        </pc:spChg>
        <pc:spChg chg="add mod">
          <ac:chgData name="Matthew Dodds" userId="80d5a6ea92063750" providerId="LiveId" clId="{614D3421-716A-4CB0-994B-C24DF82A0F6F}" dt="2025-12-11T18:05:38.625" v="3465" actId="1038"/>
          <ac:spMkLst>
            <pc:docMk/>
            <pc:sldMk cId="2010322170" sldId="287"/>
            <ac:spMk id="139" creationId="{7171829C-42B5-BB9E-6220-016C50DB9930}"/>
          </ac:spMkLst>
        </pc:spChg>
        <pc:spChg chg="add mod topLvl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40" creationId="{FAFD7F31-2461-114B-258C-9772EC1DCCE8}"/>
          </ac:spMkLst>
        </pc:spChg>
        <pc:spChg chg="add mod">
          <ac:chgData name="Matthew Dodds" userId="80d5a6ea92063750" providerId="LiveId" clId="{614D3421-716A-4CB0-994B-C24DF82A0F6F}" dt="2025-12-11T17:39:57.056" v="2963" actId="164"/>
          <ac:spMkLst>
            <pc:docMk/>
            <pc:sldMk cId="2010322170" sldId="287"/>
            <ac:spMk id="147" creationId="{4C876D32-543B-4F46-5D47-7B4D0FE44979}"/>
          </ac:spMkLst>
        </pc:spChg>
        <pc:spChg chg="mod">
          <ac:chgData name="Matthew Dodds" userId="80d5a6ea92063750" providerId="LiveId" clId="{614D3421-716A-4CB0-994B-C24DF82A0F6F}" dt="2025-12-11T17:41:26.221" v="2984" actId="404"/>
          <ac:spMkLst>
            <pc:docMk/>
            <pc:sldMk cId="2010322170" sldId="287"/>
            <ac:spMk id="151" creationId="{7B78D5AC-7BFA-8143-125C-A93D0EBF16CA}"/>
          </ac:spMkLst>
        </pc:spChg>
        <pc:spChg chg="mod">
          <ac:chgData name="Matthew Dodds" userId="80d5a6ea92063750" providerId="LiveId" clId="{614D3421-716A-4CB0-994B-C24DF82A0F6F}" dt="2025-12-11T17:41:03.960" v="2973"/>
          <ac:spMkLst>
            <pc:docMk/>
            <pc:sldMk cId="2010322170" sldId="287"/>
            <ac:spMk id="152" creationId="{C04F0D69-A19E-ECEB-8A91-ABC5A27441B4}"/>
          </ac:spMkLst>
        </pc:spChg>
        <pc:spChg chg="mod">
          <ac:chgData name="Matthew Dodds" userId="80d5a6ea92063750" providerId="LiveId" clId="{614D3421-716A-4CB0-994B-C24DF82A0F6F}" dt="2025-12-11T17:42:15.920" v="3008" actId="20577"/>
          <ac:spMkLst>
            <pc:docMk/>
            <pc:sldMk cId="2010322170" sldId="287"/>
            <ac:spMk id="154" creationId="{2BB06F4F-0BFE-951A-DBB3-DF652C9B61AE}"/>
          </ac:spMkLst>
        </pc:spChg>
        <pc:spChg chg="mod">
          <ac:chgData name="Matthew Dodds" userId="80d5a6ea92063750" providerId="LiveId" clId="{614D3421-716A-4CB0-994B-C24DF82A0F6F}" dt="2025-12-11T17:41:51.148" v="2989"/>
          <ac:spMkLst>
            <pc:docMk/>
            <pc:sldMk cId="2010322170" sldId="287"/>
            <ac:spMk id="155" creationId="{46253D83-FE8B-A601-FEFC-67CC603DB2A4}"/>
          </ac:spMkLst>
        </pc:spChg>
        <pc:spChg chg="mod">
          <ac:chgData name="Matthew Dodds" userId="80d5a6ea92063750" providerId="LiveId" clId="{614D3421-716A-4CB0-994B-C24DF82A0F6F}" dt="2025-12-11T17:43:03.810" v="3025" actId="20577"/>
          <ac:spMkLst>
            <pc:docMk/>
            <pc:sldMk cId="2010322170" sldId="287"/>
            <ac:spMk id="157" creationId="{A9B7C552-711B-E4C5-B478-344786514E25}"/>
          </ac:spMkLst>
        </pc:spChg>
        <pc:spChg chg="mod">
          <ac:chgData name="Matthew Dodds" userId="80d5a6ea92063750" providerId="LiveId" clId="{614D3421-716A-4CB0-994B-C24DF82A0F6F}" dt="2025-12-11T17:42:42.831" v="3014"/>
          <ac:spMkLst>
            <pc:docMk/>
            <pc:sldMk cId="2010322170" sldId="287"/>
            <ac:spMk id="158" creationId="{74C8A966-DBCD-79FF-8DAB-283469178101}"/>
          </ac:spMkLst>
        </pc:spChg>
        <pc:spChg chg="mod">
          <ac:chgData name="Matthew Dodds" userId="80d5a6ea92063750" providerId="LiveId" clId="{614D3421-716A-4CB0-994B-C24DF82A0F6F}" dt="2025-12-11T17:43:35.257" v="3041" actId="20577"/>
          <ac:spMkLst>
            <pc:docMk/>
            <pc:sldMk cId="2010322170" sldId="287"/>
            <ac:spMk id="160" creationId="{1C47ED5E-2364-2B58-621B-CA22A46D83EF}"/>
          </ac:spMkLst>
        </pc:spChg>
        <pc:spChg chg="mod">
          <ac:chgData name="Matthew Dodds" userId="80d5a6ea92063750" providerId="LiveId" clId="{614D3421-716A-4CB0-994B-C24DF82A0F6F}" dt="2025-12-11T17:43:16.276" v="3026"/>
          <ac:spMkLst>
            <pc:docMk/>
            <pc:sldMk cId="2010322170" sldId="287"/>
            <ac:spMk id="161" creationId="{4058362F-1213-E1A5-CF0A-4F71D4282029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2" creationId="{F2B10ED3-BA31-2A35-2BD2-6C8C4F5CD2B6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3" creationId="{33EBF6D5-2427-8021-437D-0AAE04354E2E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4" creationId="{87723603-CF70-F451-5D3A-575999215B5A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5" creationId="{1CF08CC3-C51B-E115-3F92-072170F600B0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6" creationId="{0A08CB36-B596-332C-59E2-DB98914EE201}"/>
          </ac:spMkLst>
        </pc:spChg>
        <pc:spChg chg="mod">
          <ac:chgData name="Matthew Dodds" userId="80d5a6ea92063750" providerId="LiveId" clId="{614D3421-716A-4CB0-994B-C24DF82A0F6F}" dt="2025-12-11T17:58:13.839" v="3362" actId="20577"/>
          <ac:spMkLst>
            <pc:docMk/>
            <pc:sldMk cId="2010322170" sldId="287"/>
            <ac:spMk id="173" creationId="{D3B9EEF6-967E-2A42-C7E5-11E9D6E41481}"/>
          </ac:spMkLst>
        </pc:spChg>
        <pc:spChg chg="mod">
          <ac:chgData name="Matthew Dodds" userId="80d5a6ea92063750" providerId="LiveId" clId="{614D3421-716A-4CB0-994B-C24DF82A0F6F}" dt="2025-12-11T17:57:57.081" v="3342"/>
          <ac:spMkLst>
            <pc:docMk/>
            <pc:sldMk cId="2010322170" sldId="287"/>
            <ac:spMk id="174" creationId="{A56AEA20-AF02-5455-E736-583BB27468D6}"/>
          </ac:spMkLst>
        </pc:spChg>
        <pc:spChg chg="add mod">
          <ac:chgData name="Matthew Dodds" userId="80d5a6ea92063750" providerId="LiveId" clId="{614D3421-716A-4CB0-994B-C24DF82A0F6F}" dt="2025-12-11T18:06:07.704" v="3468" actId="1036"/>
          <ac:spMkLst>
            <pc:docMk/>
            <pc:sldMk cId="2010322170" sldId="287"/>
            <ac:spMk id="177" creationId="{8BD11A2D-751F-E2B6-7478-A41034A95ED0}"/>
          </ac:spMkLst>
        </pc:spChg>
        <pc:spChg chg="add mod ord">
          <ac:chgData name="Matthew Dodds" userId="80d5a6ea92063750" providerId="LiveId" clId="{614D3421-716A-4CB0-994B-C24DF82A0F6F}" dt="2025-12-11T18:06:07.704" v="3468" actId="1036"/>
          <ac:spMkLst>
            <pc:docMk/>
            <pc:sldMk cId="2010322170" sldId="287"/>
            <ac:spMk id="179" creationId="{E798AAA3-7159-E27B-42CB-CB0B4613A3D5}"/>
          </ac:spMkLst>
        </pc:spChg>
        <pc:spChg chg="mod">
          <ac:chgData name="Matthew Dodds" userId="80d5a6ea92063750" providerId="LiveId" clId="{614D3421-716A-4CB0-994B-C24DF82A0F6F}" dt="2025-12-11T18:02:01.648" v="3411" actId="20577"/>
          <ac:spMkLst>
            <pc:docMk/>
            <pc:sldMk cId="2010322170" sldId="287"/>
            <ac:spMk id="181" creationId="{8FF3F9F6-4B8F-92BB-5549-06DBA7CF0FB3}"/>
          </ac:spMkLst>
        </pc:spChg>
        <pc:spChg chg="mod">
          <ac:chgData name="Matthew Dodds" userId="80d5a6ea92063750" providerId="LiveId" clId="{614D3421-716A-4CB0-994B-C24DF82A0F6F}" dt="2025-12-11T18:01:38.324" v="3393"/>
          <ac:spMkLst>
            <pc:docMk/>
            <pc:sldMk cId="2010322170" sldId="287"/>
            <ac:spMk id="182" creationId="{556670ED-ADA6-E4EB-8A39-F39A082992AA}"/>
          </ac:spMkLst>
        </pc:spChg>
        <pc:spChg chg="mod">
          <ac:chgData name="Matthew Dodds" userId="80d5a6ea92063750" providerId="LiveId" clId="{614D3421-716A-4CB0-994B-C24DF82A0F6F}" dt="2025-12-11T22:07:58.059" v="4794" actId="1037"/>
          <ac:spMkLst>
            <pc:docMk/>
            <pc:sldMk cId="2010322170" sldId="287"/>
            <ac:spMk id="187" creationId="{A1297A39-6741-102A-F88A-AA7197B24BE3}"/>
          </ac:spMkLst>
        </pc:spChg>
        <pc:spChg chg="mod">
          <ac:chgData name="Matthew Dodds" userId="80d5a6ea92063750" providerId="LiveId" clId="{614D3421-716A-4CB0-994B-C24DF82A0F6F}" dt="2025-12-11T18:03:37.850" v="3424"/>
          <ac:spMkLst>
            <pc:docMk/>
            <pc:sldMk cId="2010322170" sldId="287"/>
            <ac:spMk id="188" creationId="{73B83D8C-0487-95BF-90B1-CE6382B500A5}"/>
          </ac:spMkLst>
        </pc:spChg>
        <pc:grpChg chg="add mod">
          <ac:chgData name="Matthew Dodds" userId="80d5a6ea92063750" providerId="LiveId" clId="{614D3421-716A-4CB0-994B-C24DF82A0F6F}" dt="2025-12-11T11:42:46.363" v="340" actId="1038"/>
          <ac:grpSpMkLst>
            <pc:docMk/>
            <pc:sldMk cId="2010322170" sldId="287"/>
            <ac:grpSpMk id="9" creationId="{32C3AA1F-0713-ECB3-CE66-34919873D5EC}"/>
          </ac:grpSpMkLst>
        </pc:grpChg>
        <pc:grpChg chg="add mod">
          <ac:chgData name="Matthew Dodds" userId="80d5a6ea92063750" providerId="LiveId" clId="{614D3421-716A-4CB0-994B-C24DF82A0F6F}" dt="2025-12-11T16:54:12.950" v="2596" actId="1035"/>
          <ac:grpSpMkLst>
            <pc:docMk/>
            <pc:sldMk cId="2010322170" sldId="287"/>
            <ac:grpSpMk id="10" creationId="{2135087F-8BDD-104B-A891-50DE9913863A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37" creationId="{149FFCC4-796F-0AA6-8281-12A5D85E2F03}"/>
          </ac:grpSpMkLst>
        </pc:grpChg>
        <pc:grpChg chg="mod">
          <ac:chgData name="Matthew Dodds" userId="80d5a6ea92063750" providerId="LiveId" clId="{614D3421-716A-4CB0-994B-C24DF82A0F6F}" dt="2025-12-11T18:41:34.207" v="4321" actId="14100"/>
          <ac:grpSpMkLst>
            <pc:docMk/>
            <pc:sldMk cId="2010322170" sldId="287"/>
            <ac:grpSpMk id="45" creationId="{18D3110D-B699-E046-E044-21A37BB756F5}"/>
          </ac:grpSpMkLst>
        </pc:grpChg>
        <pc:grpChg chg="mod">
          <ac:chgData name="Matthew Dodds" userId="80d5a6ea92063750" providerId="LiveId" clId="{614D3421-716A-4CB0-994B-C24DF82A0F6F}" dt="2025-12-11T16:36:58.489" v="2158" actId="164"/>
          <ac:grpSpMkLst>
            <pc:docMk/>
            <pc:sldMk cId="2010322170" sldId="287"/>
            <ac:grpSpMk id="50" creationId="{16599603-27C5-F612-01E6-E68CBB403F5B}"/>
          </ac:grpSpMkLst>
        </pc:grpChg>
        <pc:grpChg chg="mod">
          <ac:chgData name="Matthew Dodds" userId="80d5a6ea92063750" providerId="LiveId" clId="{614D3421-716A-4CB0-994B-C24DF82A0F6F}" dt="2025-12-12T01:04:41.592" v="5919" actId="207"/>
          <ac:grpSpMkLst>
            <pc:docMk/>
            <pc:sldMk cId="2010322170" sldId="287"/>
            <ac:grpSpMk id="56" creationId="{12A1AF3C-B808-5145-0469-68E9A8D354D4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0" creationId="{63627113-8D18-7A1A-C5B4-6DD389464732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3" creationId="{F2036B22-709E-D1E8-6140-90B875571680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6" creationId="{2DC9849E-0117-39DA-2057-31C66C4B9935}"/>
          </ac:grpSpMkLst>
        </pc:grpChg>
        <pc:grpChg chg="mod">
          <ac:chgData name="Matthew Dodds" userId="80d5a6ea92063750" providerId="LiveId" clId="{614D3421-716A-4CB0-994B-C24DF82A0F6F}" dt="2025-12-11T10:33:14.766" v="132" actId="14100"/>
          <ac:grpSpMkLst>
            <pc:docMk/>
            <pc:sldMk cId="2010322170" sldId="287"/>
            <ac:grpSpMk id="71" creationId="{289FF620-4DC5-E450-760B-40416E7A1CAC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2" creationId="{E5945B83-CFE7-CA15-0428-896A7AD2F341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5" creationId="{7187892B-F3EA-86F6-BF59-FA49C40AFBE4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8" creationId="{6E2421DB-B639-8A67-03B7-D6FA5810EB06}"/>
          </ac:grpSpMkLst>
        </pc:grpChg>
        <pc:grpChg chg="add mod">
          <ac:chgData name="Matthew Dodds" userId="80d5a6ea92063750" providerId="LiveId" clId="{614D3421-716A-4CB0-994B-C24DF82A0F6F}" dt="2025-12-11T17:59:50.079" v="3374" actId="1036"/>
          <ac:grpSpMkLst>
            <pc:docMk/>
            <pc:sldMk cId="2010322170" sldId="287"/>
            <ac:grpSpMk id="110" creationId="{58055A3F-EC9F-1527-AD80-15B566544AE2}"/>
          </ac:grpSpMkLst>
        </pc:grpChg>
        <pc:grpChg chg="add mod">
          <ac:chgData name="Matthew Dodds" userId="80d5a6ea92063750" providerId="LiveId" clId="{614D3421-716A-4CB0-994B-C24DF82A0F6F}" dt="2025-12-11T18:41:55.293" v="4329" actId="14100"/>
          <ac:grpSpMkLst>
            <pc:docMk/>
            <pc:sldMk cId="2010322170" sldId="287"/>
            <ac:grpSpMk id="111" creationId="{05A2CE72-AC14-CA62-D08B-5A69EDEC3CB8}"/>
          </ac:grpSpMkLst>
        </pc:grpChg>
        <pc:grpChg chg="add mod">
          <ac:chgData name="Matthew Dodds" userId="80d5a6ea92063750" providerId="LiveId" clId="{614D3421-716A-4CB0-994B-C24DF82A0F6F}" dt="2025-12-11T18:06:28.659" v="3483" actId="1036"/>
          <ac:grpSpMkLst>
            <pc:docMk/>
            <pc:sldMk cId="2010322170" sldId="287"/>
            <ac:grpSpMk id="148" creationId="{1CF4A169-1172-1DD1-B7D6-130C60866D4B}"/>
          </ac:grpSpMkLst>
        </pc:grpChg>
        <pc:grpChg chg="add mod">
          <ac:chgData name="Matthew Dodds" userId="80d5a6ea92063750" providerId="LiveId" clId="{614D3421-716A-4CB0-994B-C24DF82A0F6F}" dt="2025-12-11T18:42:51.187" v="4349" actId="1037"/>
          <ac:grpSpMkLst>
            <pc:docMk/>
            <pc:sldMk cId="2010322170" sldId="287"/>
            <ac:grpSpMk id="150" creationId="{20D61A3D-3ADF-501A-B4C6-CC87F314EA32}"/>
          </ac:grpSpMkLst>
        </pc:grpChg>
        <pc:grpChg chg="add mod">
          <ac:chgData name="Matthew Dodds" userId="80d5a6ea92063750" providerId="LiveId" clId="{614D3421-716A-4CB0-994B-C24DF82A0F6F}" dt="2025-12-11T18:00:23.358" v="3390" actId="1036"/>
          <ac:grpSpMkLst>
            <pc:docMk/>
            <pc:sldMk cId="2010322170" sldId="287"/>
            <ac:grpSpMk id="153" creationId="{A7FC9B2F-60FD-5FE1-2969-FD90273CC03D}"/>
          </ac:grpSpMkLst>
        </pc:grpChg>
        <pc:grpChg chg="add mod">
          <ac:chgData name="Matthew Dodds" userId="80d5a6ea92063750" providerId="LiveId" clId="{614D3421-716A-4CB0-994B-C24DF82A0F6F}" dt="2025-12-11T18:06:28.659" v="3483" actId="1036"/>
          <ac:grpSpMkLst>
            <pc:docMk/>
            <pc:sldMk cId="2010322170" sldId="287"/>
            <ac:grpSpMk id="156" creationId="{55437F4C-7D62-04DC-8058-68E35FAA9220}"/>
          </ac:grpSpMkLst>
        </pc:grpChg>
        <pc:grpChg chg="add mod">
          <ac:chgData name="Matthew Dodds" userId="80d5a6ea92063750" providerId="LiveId" clId="{614D3421-716A-4CB0-994B-C24DF82A0F6F}" dt="2025-12-11T18:00:23.358" v="3390" actId="1036"/>
          <ac:grpSpMkLst>
            <pc:docMk/>
            <pc:sldMk cId="2010322170" sldId="287"/>
            <ac:grpSpMk id="159" creationId="{AECE07D3-E3C2-B4C1-2F0D-17293D48B4F8}"/>
          </ac:grpSpMkLst>
        </pc:grpChg>
        <pc:grpChg chg="add mod">
          <ac:chgData name="Matthew Dodds" userId="80d5a6ea92063750" providerId="LiveId" clId="{614D3421-716A-4CB0-994B-C24DF82A0F6F}" dt="2025-12-11T17:59:31.350" v="3371" actId="1076"/>
          <ac:grpSpMkLst>
            <pc:docMk/>
            <pc:sldMk cId="2010322170" sldId="287"/>
            <ac:grpSpMk id="172" creationId="{D97DC10A-0074-076D-C007-2FA500DDAA1C}"/>
          </ac:grpSpMkLst>
        </pc:grpChg>
        <pc:grpChg chg="add mod">
          <ac:chgData name="Matthew Dodds" userId="80d5a6ea92063750" providerId="LiveId" clId="{614D3421-716A-4CB0-994B-C24DF82A0F6F}" dt="2025-12-11T18:06:07.704" v="3468" actId="1036"/>
          <ac:grpSpMkLst>
            <pc:docMk/>
            <pc:sldMk cId="2010322170" sldId="287"/>
            <ac:grpSpMk id="180" creationId="{A514288F-332F-3B98-E20D-2DA924D32DB3}"/>
          </ac:grpSpMkLst>
        </pc:grpChg>
        <pc:grpChg chg="add mod">
          <ac:chgData name="Matthew Dodds" userId="80d5a6ea92063750" providerId="LiveId" clId="{614D3421-716A-4CB0-994B-C24DF82A0F6F}" dt="2025-12-11T18:06:07.704" v="3468" actId="1036"/>
          <ac:grpSpMkLst>
            <pc:docMk/>
            <pc:sldMk cId="2010322170" sldId="287"/>
            <ac:grpSpMk id="184" creationId="{CC77519C-B0AC-1ECC-090A-25F390D90A6E}"/>
          </ac:grpSpMkLst>
        </pc:grpChg>
        <pc:grpChg chg="add mod">
          <ac:chgData name="Matthew Dodds" userId="80d5a6ea92063750" providerId="LiveId" clId="{614D3421-716A-4CB0-994B-C24DF82A0F6F}" dt="2025-12-11T18:03:45.689" v="3425" actId="1076"/>
          <ac:grpSpMkLst>
            <pc:docMk/>
            <pc:sldMk cId="2010322170" sldId="287"/>
            <ac:grpSpMk id="186" creationId="{D937F7EE-6888-E77F-13BC-7656F382F508}"/>
          </ac:grpSpMkLst>
        </pc:grpChg>
        <pc:cxnChg chg="mod">
          <ac:chgData name="Matthew Dodds" userId="80d5a6ea92063750" providerId="LiveId" clId="{614D3421-716A-4CB0-994B-C24DF82A0F6F}" dt="2025-12-11T18:13:32.738" v="3608" actId="14100"/>
          <ac:cxnSpMkLst>
            <pc:docMk/>
            <pc:sldMk cId="2010322170" sldId="287"/>
            <ac:cxnSpMk id="27" creationId="{DD7FE9DD-6196-E929-38AF-A8B3408AC94E}"/>
          </ac:cxnSpMkLst>
        </pc:cxnChg>
        <pc:cxnChg chg="add mod">
          <ac:chgData name="Matthew Dodds" userId="80d5a6ea92063750" providerId="LiveId" clId="{614D3421-716A-4CB0-994B-C24DF82A0F6F}" dt="2025-12-11T18:03:30.073" v="3421" actId="14100"/>
          <ac:cxnSpMkLst>
            <pc:docMk/>
            <pc:sldMk cId="2010322170" sldId="287"/>
            <ac:cxnSpMk id="115" creationId="{1197BF03-A98D-6F60-EDC6-B6DC5964F3D9}"/>
          </ac:cxnSpMkLst>
        </pc:cxnChg>
        <pc:cxnChg chg="add mod">
          <ac:chgData name="Matthew Dodds" userId="80d5a6ea92063750" providerId="LiveId" clId="{614D3421-716A-4CB0-994B-C24DF82A0F6F}" dt="2025-12-11T17:59:26.325" v="3370" actId="14100"/>
          <ac:cxnSpMkLst>
            <pc:docMk/>
            <pc:sldMk cId="2010322170" sldId="287"/>
            <ac:cxnSpMk id="121" creationId="{9AEDDD97-97E5-7A16-0D7D-E3C2DB827030}"/>
          </ac:cxnSpMkLst>
        </pc:cxnChg>
        <pc:cxnChg chg="add mod">
          <ac:chgData name="Matthew Dodds" userId="80d5a6ea92063750" providerId="LiveId" clId="{614D3421-716A-4CB0-994B-C24DF82A0F6F}" dt="2025-12-11T18:07:38.774" v="3501" actId="1035"/>
          <ac:cxnSpMkLst>
            <pc:docMk/>
            <pc:sldMk cId="2010322170" sldId="287"/>
            <ac:cxnSpMk id="137" creationId="{00FAE24D-4424-7CC2-AE9D-B69D6BBD82C1}"/>
          </ac:cxnSpMkLst>
        </pc:cxnChg>
        <pc:cxnChg chg="add mod">
          <ac:chgData name="Matthew Dodds" userId="80d5a6ea92063750" providerId="LiveId" clId="{614D3421-716A-4CB0-994B-C24DF82A0F6F}" dt="2025-12-11T18:03:09.209" v="3419" actId="164"/>
          <ac:cxnSpMkLst>
            <pc:docMk/>
            <pc:sldMk cId="2010322170" sldId="287"/>
            <ac:cxnSpMk id="178" creationId="{078AE643-ED51-472C-0121-2CA045619696}"/>
          </ac:cxnSpMkLst>
        </pc:cxnChg>
        <pc:cxnChg chg="add mod">
          <ac:chgData name="Matthew Dodds" userId="80d5a6ea92063750" providerId="LiveId" clId="{614D3421-716A-4CB0-994B-C24DF82A0F6F}" dt="2025-12-11T18:03:09.209" v="3419" actId="164"/>
          <ac:cxnSpMkLst>
            <pc:docMk/>
            <pc:sldMk cId="2010322170" sldId="287"/>
            <ac:cxnSpMk id="183" creationId="{971FC4DA-F7E0-00C3-5948-8F542285A02E}"/>
          </ac:cxnSpMkLst>
        </pc:cxnChg>
        <pc:cxnChg chg="add mod">
          <ac:chgData name="Matthew Dodds" userId="80d5a6ea92063750" providerId="LiveId" clId="{614D3421-716A-4CB0-994B-C24DF82A0F6F}" dt="2025-12-11T18:12:17.628" v="3586"/>
          <ac:cxnSpMkLst>
            <pc:docMk/>
            <pc:sldMk cId="2010322170" sldId="287"/>
            <ac:cxnSpMk id="189" creationId="{36E45C0B-7691-C323-671C-76AC66B79E9F}"/>
          </ac:cxnSpMkLst>
        </pc:cxnChg>
      </pc:sldChg>
      <pc:sldChg chg="addSp delSp modSp add mod">
        <pc:chgData name="Matthew Dodds" userId="80d5a6ea92063750" providerId="LiveId" clId="{614D3421-716A-4CB0-994B-C24DF82A0F6F}" dt="2025-12-14T07:12:28.957" v="8223" actId="207"/>
        <pc:sldMkLst>
          <pc:docMk/>
          <pc:sldMk cId="721286722" sldId="289"/>
        </pc:sldMkLst>
        <pc:spChg chg="add mod">
          <ac:chgData name="Matthew Dodds" userId="80d5a6ea92063750" providerId="LiveId" clId="{614D3421-716A-4CB0-994B-C24DF82A0F6F}" dt="2025-12-11T22:44:44.903" v="5536"/>
          <ac:spMkLst>
            <pc:docMk/>
            <pc:sldMk cId="721286722" sldId="289"/>
            <ac:spMk id="14" creationId="{A7B2CD4D-DF2B-82BF-4375-A6AD4819655C}"/>
          </ac:spMkLst>
        </pc:spChg>
        <pc:spChg chg="mod">
          <ac:chgData name="Matthew Dodds" userId="80d5a6ea92063750" providerId="LiveId" clId="{614D3421-716A-4CB0-994B-C24DF82A0F6F}" dt="2025-12-11T22:48:35.238" v="5672"/>
          <ac:spMkLst>
            <pc:docMk/>
            <pc:sldMk cId="721286722" sldId="289"/>
            <ac:spMk id="17" creationId="{DD427BB0-7169-9B8C-0677-32784F66449E}"/>
          </ac:spMkLst>
        </pc:spChg>
        <pc:spChg chg="mod">
          <ac:chgData name="Matthew Dodds" userId="80d5a6ea92063750" providerId="LiveId" clId="{614D3421-716A-4CB0-994B-C24DF82A0F6F}" dt="2025-12-11T22:48:56.872" v="5676" actId="20577"/>
          <ac:spMkLst>
            <pc:docMk/>
            <pc:sldMk cId="721286722" sldId="289"/>
            <ac:spMk id="18" creationId="{37ACB4FA-AD26-48C2-740E-CE08C5BCB3AD}"/>
          </ac:spMkLst>
        </pc:spChg>
        <pc:spChg chg="mod">
          <ac:chgData name="Matthew Dodds" userId="80d5a6ea92063750" providerId="LiveId" clId="{614D3421-716A-4CB0-994B-C24DF82A0F6F}" dt="2025-12-11T22:48:35.238" v="5672"/>
          <ac:spMkLst>
            <pc:docMk/>
            <pc:sldMk cId="721286722" sldId="289"/>
            <ac:spMk id="19" creationId="{EDEFF342-DFC0-3CA5-1B7E-B0B9253E2467}"/>
          </ac:spMkLst>
        </pc:spChg>
        <pc:spChg chg="mod">
          <ac:chgData name="Matthew Dodds" userId="80d5a6ea92063750" providerId="LiveId" clId="{614D3421-716A-4CB0-994B-C24DF82A0F6F}" dt="2025-12-11T22:48:35.567" v="5673"/>
          <ac:spMkLst>
            <pc:docMk/>
            <pc:sldMk cId="721286722" sldId="289"/>
            <ac:spMk id="21" creationId="{BB82526C-70B4-67A6-2475-2C7F1EE25BA4}"/>
          </ac:spMkLst>
        </pc:spChg>
        <pc:spChg chg="mod">
          <ac:chgData name="Matthew Dodds" userId="80d5a6ea92063750" providerId="LiveId" clId="{614D3421-716A-4CB0-994B-C24DF82A0F6F}" dt="2025-12-11T22:49:15.414" v="5679" actId="20577"/>
          <ac:spMkLst>
            <pc:docMk/>
            <pc:sldMk cId="721286722" sldId="289"/>
            <ac:spMk id="22" creationId="{672C3DA3-8842-4F87-84E3-8629DAF03650}"/>
          </ac:spMkLst>
        </pc:spChg>
        <pc:spChg chg="mod">
          <ac:chgData name="Matthew Dodds" userId="80d5a6ea92063750" providerId="LiveId" clId="{614D3421-716A-4CB0-994B-C24DF82A0F6F}" dt="2025-12-11T22:48:35.567" v="5673"/>
          <ac:spMkLst>
            <pc:docMk/>
            <pc:sldMk cId="721286722" sldId="289"/>
            <ac:spMk id="24" creationId="{2771E1DB-33A3-D587-FA06-0BEBE9789E4A}"/>
          </ac:spMkLst>
        </pc:spChg>
        <pc:spChg chg="mod">
          <ac:chgData name="Matthew Dodds" userId="80d5a6ea92063750" providerId="LiveId" clId="{614D3421-716A-4CB0-994B-C24DF82A0F6F}" dt="2025-12-11T22:49:20.944" v="5680"/>
          <ac:spMkLst>
            <pc:docMk/>
            <pc:sldMk cId="721286722" sldId="289"/>
            <ac:spMk id="33" creationId="{41C989D1-FCE1-FD01-B019-D7CA375F8799}"/>
          </ac:spMkLst>
        </pc:spChg>
        <pc:spChg chg="mod">
          <ac:chgData name="Matthew Dodds" userId="80d5a6ea92063750" providerId="LiveId" clId="{614D3421-716A-4CB0-994B-C24DF82A0F6F}" dt="2025-12-11T23:00:48.160" v="5853" actId="6549"/>
          <ac:spMkLst>
            <pc:docMk/>
            <pc:sldMk cId="721286722" sldId="289"/>
            <ac:spMk id="38" creationId="{78560D15-529F-E524-2FBA-4DF17B0E05D1}"/>
          </ac:spMkLst>
        </pc:spChg>
        <pc:spChg chg="mod">
          <ac:chgData name="Matthew Dodds" userId="80d5a6ea92063750" providerId="LiveId" clId="{614D3421-716A-4CB0-994B-C24DF82A0F6F}" dt="2025-12-11T22:45:00.216" v="5544" actId="1035"/>
          <ac:spMkLst>
            <pc:docMk/>
            <pc:sldMk cId="721286722" sldId="289"/>
            <ac:spMk id="39" creationId="{810975DD-DBEB-2312-B019-CFEEC9655781}"/>
          </ac:spMkLst>
        </pc:spChg>
        <pc:spChg chg="mod">
          <ac:chgData name="Matthew Dodds" userId="80d5a6ea92063750" providerId="LiveId" clId="{614D3421-716A-4CB0-994B-C24DF82A0F6F}" dt="2025-12-11T22:49:30.176" v="5682" actId="20577"/>
          <ac:spMkLst>
            <pc:docMk/>
            <pc:sldMk cId="721286722" sldId="289"/>
            <ac:spMk id="44" creationId="{7F155362-2FDA-509C-B1E1-D000F822CAD2}"/>
          </ac:spMkLst>
        </pc:spChg>
        <pc:spChg chg="mod">
          <ac:chgData name="Matthew Dodds" userId="80d5a6ea92063750" providerId="LiveId" clId="{614D3421-716A-4CB0-994B-C24DF82A0F6F}" dt="2025-12-11T22:49:20.944" v="5680"/>
          <ac:spMkLst>
            <pc:docMk/>
            <pc:sldMk cId="721286722" sldId="289"/>
            <ac:spMk id="45" creationId="{FB47D84D-2CD9-F69C-492C-B4EDBC977BF7}"/>
          </ac:spMkLst>
        </pc:spChg>
        <pc:spChg chg="add mod">
          <ac:chgData name="Matthew Dodds" userId="80d5a6ea92063750" providerId="LiveId" clId="{614D3421-716A-4CB0-994B-C24DF82A0F6F}" dt="2025-12-11T23:01:54.814" v="5871" actId="404"/>
          <ac:spMkLst>
            <pc:docMk/>
            <pc:sldMk cId="721286722" sldId="289"/>
            <ac:spMk id="46" creationId="{FE0D9E85-7C75-FA41-1801-CA3FF1388B48}"/>
          </ac:spMkLst>
        </pc:spChg>
        <pc:spChg chg="add mod">
          <ac:chgData name="Matthew Dodds" userId="80d5a6ea92063750" providerId="LiveId" clId="{614D3421-716A-4CB0-994B-C24DF82A0F6F}" dt="2025-12-11T23:01:59.978" v="5873" actId="207"/>
          <ac:spMkLst>
            <pc:docMk/>
            <pc:sldMk cId="721286722" sldId="289"/>
            <ac:spMk id="47" creationId="{F4D16DEC-53EA-6626-04CE-732125758F19}"/>
          </ac:spMkLst>
        </pc:spChg>
        <pc:spChg chg="mod">
          <ac:chgData name="Matthew Dodds" userId="80d5a6ea92063750" providerId="LiveId" clId="{614D3421-716A-4CB0-994B-C24DF82A0F6F}" dt="2025-12-14T07:12:28.957" v="8223" actId="207"/>
          <ac:spMkLst>
            <pc:docMk/>
            <pc:sldMk cId="721286722" sldId="289"/>
            <ac:spMk id="61" creationId="{3A12EE4A-DE6B-597D-9087-521A00703378}"/>
          </ac:spMkLst>
        </pc:spChg>
        <pc:spChg chg="mod ord">
          <ac:chgData name="Matthew Dodds" userId="80d5a6ea92063750" providerId="LiveId" clId="{614D3421-716A-4CB0-994B-C24DF82A0F6F}" dt="2025-12-14T07:12:03.495" v="8220" actId="207"/>
          <ac:spMkLst>
            <pc:docMk/>
            <pc:sldMk cId="721286722" sldId="289"/>
            <ac:spMk id="64" creationId="{7D3724AB-F540-9E44-F423-F8AE7A4592DB}"/>
          </ac:spMkLst>
        </pc:spChg>
        <pc:spChg chg="mod ord">
          <ac:chgData name="Matthew Dodds" userId="80d5a6ea92063750" providerId="LiveId" clId="{614D3421-716A-4CB0-994B-C24DF82A0F6F}" dt="2025-12-14T07:11:54.520" v="8219" actId="167"/>
          <ac:spMkLst>
            <pc:docMk/>
            <pc:sldMk cId="721286722" sldId="289"/>
            <ac:spMk id="65" creationId="{E62D4969-F92E-89DB-ED57-33B21E81098E}"/>
          </ac:spMkLst>
        </pc:spChg>
        <pc:spChg chg="mod">
          <ac:chgData name="Matthew Dodds" userId="80d5a6ea92063750" providerId="LiveId" clId="{614D3421-716A-4CB0-994B-C24DF82A0F6F}" dt="2025-12-14T07:12:17.101" v="8222" actId="207"/>
          <ac:spMkLst>
            <pc:docMk/>
            <pc:sldMk cId="721286722" sldId="289"/>
            <ac:spMk id="67" creationId="{C78928C0-990A-50C5-E149-01D6020B8A58}"/>
          </ac:spMkLst>
        </pc:spChg>
        <pc:spChg chg="ord">
          <ac:chgData name="Matthew Dodds" userId="80d5a6ea92063750" providerId="LiveId" clId="{614D3421-716A-4CB0-994B-C24DF82A0F6F}" dt="2025-12-14T07:12:11.297" v="8221" actId="167"/>
          <ac:spMkLst>
            <pc:docMk/>
            <pc:sldMk cId="721286722" sldId="289"/>
            <ac:spMk id="68" creationId="{E1E47E31-9D62-FF2F-6123-3A7736EA8664}"/>
          </ac:spMkLst>
        </pc:spChg>
        <pc:spChg chg="mod">
          <ac:chgData name="Matthew Dodds" userId="80d5a6ea92063750" providerId="LiveId" clId="{614D3421-716A-4CB0-994B-C24DF82A0F6F}" dt="2025-12-11T22:44:54.779" v="5541" actId="1035"/>
          <ac:spMkLst>
            <pc:docMk/>
            <pc:sldMk cId="721286722" sldId="289"/>
            <ac:spMk id="70" creationId="{5E2A60B5-3AEE-39D0-8E57-03D26E31B174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86" creationId="{987CC01E-7AFF-C50E-5DA7-8D8726B59671}"/>
          </ac:spMkLst>
        </pc:spChg>
        <pc:spChg chg="mod">
          <ac:chgData name="Matthew Dodds" userId="80d5a6ea92063750" providerId="LiveId" clId="{614D3421-716A-4CB0-994B-C24DF82A0F6F}" dt="2025-12-11T21:58:18.992" v="4641" actId="1038"/>
          <ac:spMkLst>
            <pc:docMk/>
            <pc:sldMk cId="721286722" sldId="289"/>
            <ac:spMk id="91" creationId="{DD75F4C6-34A8-D3D8-EA66-353EB2D617E5}"/>
          </ac:spMkLst>
        </pc:spChg>
        <pc:spChg chg="mod">
          <ac:chgData name="Matthew Dodds" userId="80d5a6ea92063750" providerId="LiveId" clId="{614D3421-716A-4CB0-994B-C24DF82A0F6F}" dt="2025-12-11T21:58:39.854" v="4652" actId="1037"/>
          <ac:spMkLst>
            <pc:docMk/>
            <pc:sldMk cId="721286722" sldId="289"/>
            <ac:spMk id="96" creationId="{3BF7244B-A97D-89FB-54FA-577A03314956}"/>
          </ac:spMkLst>
        </pc:spChg>
        <pc:spChg chg="mod">
          <ac:chgData name="Matthew Dodds" userId="80d5a6ea92063750" providerId="LiveId" clId="{614D3421-716A-4CB0-994B-C24DF82A0F6F}" dt="2025-12-11T21:58:35.104" v="4642" actId="1076"/>
          <ac:spMkLst>
            <pc:docMk/>
            <pc:sldMk cId="721286722" sldId="289"/>
            <ac:spMk id="97" creationId="{1DFAA2D1-89E0-BC50-4690-570187A85C3F}"/>
          </ac:spMkLst>
        </pc:spChg>
        <pc:spChg chg="mod">
          <ac:chgData name="Matthew Dodds" userId="80d5a6ea92063750" providerId="LiveId" clId="{614D3421-716A-4CB0-994B-C24DF82A0F6F}" dt="2025-12-11T21:56:19.981" v="4587" actId="1038"/>
          <ac:spMkLst>
            <pc:docMk/>
            <pc:sldMk cId="721286722" sldId="289"/>
            <ac:spMk id="106" creationId="{F2808325-4BD0-FFA6-A78B-DD7EE6F1C4A0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108" creationId="{6F3301D0-50E8-C368-5C5E-256B82586B56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112" creationId="{0F3B015F-8E8B-5047-C492-BF402A55C389}"/>
          </ac:spMkLst>
        </pc:spChg>
        <pc:spChg chg="mod">
          <ac:chgData name="Matthew Dodds" userId="80d5a6ea92063750" providerId="LiveId" clId="{614D3421-716A-4CB0-994B-C24DF82A0F6F}" dt="2025-12-11T21:57:46.746" v="4592" actId="1076"/>
          <ac:spMkLst>
            <pc:docMk/>
            <pc:sldMk cId="721286722" sldId="289"/>
            <ac:spMk id="213" creationId="{AC3B1CB0-35AA-2686-ED2E-C98DA6D4B633}"/>
          </ac:spMkLst>
        </pc:spChg>
        <pc:grpChg chg="add mod">
          <ac:chgData name="Matthew Dodds" userId="80d5a6ea92063750" providerId="LiveId" clId="{614D3421-716A-4CB0-994B-C24DF82A0F6F}" dt="2025-12-11T22:48:46.712" v="5674" actId="1076"/>
          <ac:grpSpMkLst>
            <pc:docMk/>
            <pc:sldMk cId="721286722" sldId="289"/>
            <ac:grpSpMk id="15" creationId="{FE335333-CA67-2A01-9360-9CFBC40A2C91}"/>
          </ac:grpSpMkLst>
        </pc:grpChg>
        <pc:grpChg chg="add mod">
          <ac:chgData name="Matthew Dodds" userId="80d5a6ea92063750" providerId="LiveId" clId="{614D3421-716A-4CB0-994B-C24DF82A0F6F}" dt="2025-12-11T22:48:54.735" v="5675" actId="1076"/>
          <ac:grpSpMkLst>
            <pc:docMk/>
            <pc:sldMk cId="721286722" sldId="289"/>
            <ac:grpSpMk id="16" creationId="{E2CD2367-24C7-64AE-2AB2-78D667481EB0}"/>
          </ac:grpSpMkLst>
        </pc:grpChg>
        <pc:grpChg chg="add mod">
          <ac:chgData name="Matthew Dodds" userId="80d5a6ea92063750" providerId="LiveId" clId="{614D3421-716A-4CB0-994B-C24DF82A0F6F}" dt="2025-12-11T22:49:10.634" v="5678" actId="1076"/>
          <ac:grpSpMkLst>
            <pc:docMk/>
            <pc:sldMk cId="721286722" sldId="289"/>
            <ac:grpSpMk id="20" creationId="{FDC0D05D-59F1-C430-BA24-08001B1719B0}"/>
          </ac:grpSpMkLst>
        </pc:grpChg>
        <pc:grpChg chg="add mod">
          <ac:chgData name="Matthew Dodds" userId="80d5a6ea92063750" providerId="LiveId" clId="{614D3421-716A-4CB0-994B-C24DF82A0F6F}" dt="2025-12-11T22:49:27.845" v="5681" actId="1076"/>
          <ac:grpSpMkLst>
            <pc:docMk/>
            <pc:sldMk cId="721286722" sldId="289"/>
            <ac:grpSpMk id="31" creationId="{6FA5518B-DFD0-D752-87D5-96FECEBF6737}"/>
          </ac:grpSpMkLst>
        </pc:grpChg>
        <pc:grpChg chg="mod">
          <ac:chgData name="Matthew Dodds" userId="80d5a6ea92063750" providerId="LiveId" clId="{614D3421-716A-4CB0-994B-C24DF82A0F6F}" dt="2025-12-11T21:58:04.228" v="4628" actId="1038"/>
          <ac:grpSpMkLst>
            <pc:docMk/>
            <pc:sldMk cId="721286722" sldId="289"/>
            <ac:grpSpMk id="152" creationId="{209E3E2F-1C34-40C6-9122-93C6D1DC51FF}"/>
          </ac:grpSpMkLst>
        </pc:grpChg>
        <pc:grpChg chg="mod">
          <ac:chgData name="Matthew Dodds" userId="80d5a6ea92063750" providerId="LiveId" clId="{614D3421-716A-4CB0-994B-C24DF82A0F6F}" dt="2025-12-11T21:57:57.709" v="4609" actId="1038"/>
          <ac:grpSpMkLst>
            <pc:docMk/>
            <pc:sldMk cId="721286722" sldId="289"/>
            <ac:grpSpMk id="159" creationId="{608AAEF9-4BAD-08CD-A0F5-E971C28F03C4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82" creationId="{15C962C6-3027-04C7-00F2-3397A9D2B61E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83" creationId="{B7732F58-5E46-0156-8189-83BF0BA22709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97" creationId="{61DBA4EA-5FE8-A831-0E1D-6C12FAA0C98D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206" creationId="{3BBEF6E9-46F8-FF0E-08D9-87E47CF21068}"/>
          </ac:grpSpMkLst>
        </pc:grpChg>
        <pc:cxnChg chg="add mod">
          <ac:chgData name="Matthew Dodds" userId="80d5a6ea92063750" providerId="LiveId" clId="{614D3421-716A-4CB0-994B-C24DF82A0F6F}" dt="2025-12-11T23:02:29.967" v="5880" actId="1038"/>
          <ac:cxnSpMkLst>
            <pc:docMk/>
            <pc:sldMk cId="721286722" sldId="289"/>
            <ac:cxnSpMk id="48" creationId="{93DA1DC7-66F0-BBC7-8277-5957813CA247}"/>
          </ac:cxnSpMkLst>
        </pc:cxnChg>
      </pc:sldChg>
      <pc:sldChg chg="addSp delSp modSp add mod ord">
        <pc:chgData name="Matthew Dodds" userId="80d5a6ea92063750" providerId="LiveId" clId="{614D3421-716A-4CB0-994B-C24DF82A0F6F}" dt="2025-12-14T11:53:43.761" v="9024" actId="478"/>
        <pc:sldMkLst>
          <pc:docMk/>
          <pc:sldMk cId="614139898" sldId="290"/>
        </pc:sldMkLst>
        <pc:spChg chg="del mod">
          <ac:chgData name="Matthew Dodds" userId="80d5a6ea92063750" providerId="LiveId" clId="{614D3421-716A-4CB0-994B-C24DF82A0F6F}" dt="2025-12-14T11:53:40.050" v="9023" actId="21"/>
          <ac:spMkLst>
            <pc:docMk/>
            <pc:sldMk cId="614139898" sldId="290"/>
            <ac:spMk id="10" creationId="{59077AAE-E523-A649-3FDF-C61FFBDA9F2E}"/>
          </ac:spMkLst>
        </pc:spChg>
        <pc:spChg chg="mod">
          <ac:chgData name="Matthew Dodds" userId="80d5a6ea92063750" providerId="LiveId" clId="{614D3421-716A-4CB0-994B-C24DF82A0F6F}" dt="2025-12-14T11:52:39.044" v="8995"/>
          <ac:spMkLst>
            <pc:docMk/>
            <pc:sldMk cId="614139898" sldId="290"/>
            <ac:spMk id="13" creationId="{B6E6D4C2-4CB1-BFCC-6048-A404F179BEA2}"/>
          </ac:spMkLst>
        </pc:spChg>
        <pc:spChg chg="mod">
          <ac:chgData name="Matthew Dodds" userId="80d5a6ea92063750" providerId="LiveId" clId="{614D3421-716A-4CB0-994B-C24DF82A0F6F}" dt="2025-12-14T11:52:39.044" v="8995"/>
          <ac:spMkLst>
            <pc:docMk/>
            <pc:sldMk cId="614139898" sldId="290"/>
            <ac:spMk id="14" creationId="{68A9506D-8DA3-2465-BA25-E1F790F515F6}"/>
          </ac:spMkLst>
        </pc:spChg>
        <pc:grpChg chg="add del mod">
          <ac:chgData name="Matthew Dodds" userId="80d5a6ea92063750" providerId="LiveId" clId="{614D3421-716A-4CB0-994B-C24DF82A0F6F}" dt="2025-12-14T11:53:43.761" v="9024" actId="478"/>
          <ac:grpSpMkLst>
            <pc:docMk/>
            <pc:sldMk cId="614139898" sldId="290"/>
            <ac:grpSpMk id="9" creationId="{E174A223-EAFC-BD7E-4135-0441A6A2AADE}"/>
          </ac:grpSpMkLst>
        </pc:grpChg>
      </pc:sldChg>
      <pc:sldChg chg="addSp delSp modSp add mod">
        <pc:chgData name="Matthew Dodds" userId="80d5a6ea92063750" providerId="LiveId" clId="{614D3421-716A-4CB0-994B-C24DF82A0F6F}" dt="2025-12-14T11:27:10.154" v="8994" actId="207"/>
        <pc:sldMkLst>
          <pc:docMk/>
          <pc:sldMk cId="3760332738" sldId="291"/>
        </pc:sldMkLst>
        <pc:spChg chg="mod">
          <ac:chgData name="Matthew Dodds" userId="80d5a6ea92063750" providerId="LiveId" clId="{614D3421-716A-4CB0-994B-C24DF82A0F6F}" dt="2025-12-14T00:19:57.930" v="6778" actId="207"/>
          <ac:spMkLst>
            <pc:docMk/>
            <pc:sldMk cId="3760332738" sldId="291"/>
            <ac:spMk id="13" creationId="{86767856-6993-0649-FFA3-FD2305DE7434}"/>
          </ac:spMkLst>
        </pc:spChg>
        <pc:spChg chg="add mod ord">
          <ac:chgData name="Matthew Dodds" userId="80d5a6ea92063750" providerId="LiveId" clId="{614D3421-716A-4CB0-994B-C24DF82A0F6F}" dt="2025-12-14T07:21:38.473" v="8301" actId="404"/>
          <ac:spMkLst>
            <pc:docMk/>
            <pc:sldMk cId="3760332738" sldId="291"/>
            <ac:spMk id="15" creationId="{35A24453-4F96-0F93-7C41-56ECB3102857}"/>
          </ac:spMkLst>
        </pc:spChg>
        <pc:spChg chg="add mod">
          <ac:chgData name="Matthew Dodds" userId="80d5a6ea92063750" providerId="LiveId" clId="{614D3421-716A-4CB0-994B-C24DF82A0F6F}" dt="2025-12-14T07:21:43" v="8311" actId="1035"/>
          <ac:spMkLst>
            <pc:docMk/>
            <pc:sldMk cId="3760332738" sldId="291"/>
            <ac:spMk id="16" creationId="{66D4ECFC-57C6-7A04-9A4B-AD5D77F1152C}"/>
          </ac:spMkLst>
        </pc:spChg>
        <pc:spChg chg="del mod topLvl">
          <ac:chgData name="Matthew Dodds" userId="80d5a6ea92063750" providerId="LiveId" clId="{614D3421-716A-4CB0-994B-C24DF82A0F6F}" dt="2025-12-13T23:54:52.743" v="6202" actId="478"/>
          <ac:spMkLst>
            <pc:docMk/>
            <pc:sldMk cId="3760332738" sldId="291"/>
            <ac:spMk id="19" creationId="{E6A2BB8B-A681-FA83-1351-814F44E7EA9B}"/>
          </ac:spMkLst>
        </pc:spChg>
        <pc:spChg chg="add mod">
          <ac:chgData name="Matthew Dodds" userId="80d5a6ea92063750" providerId="LiveId" clId="{614D3421-716A-4CB0-994B-C24DF82A0F6F}" dt="2025-12-13T23:38:34.742" v="5922" actId="1076"/>
          <ac:spMkLst>
            <pc:docMk/>
            <pc:sldMk cId="3760332738" sldId="291"/>
            <ac:spMk id="39" creationId="{AF93E190-9C81-4EA6-AC9A-E3731BF7AB38}"/>
          </ac:spMkLst>
        </pc:spChg>
        <pc:spChg chg="mod topLvl">
          <ac:chgData name="Matthew Dodds" userId="80d5a6ea92063750" providerId="LiveId" clId="{614D3421-716A-4CB0-994B-C24DF82A0F6F}" dt="2025-12-13T23:53:02.221" v="6183" actId="1076"/>
          <ac:spMkLst>
            <pc:docMk/>
            <pc:sldMk cId="3760332738" sldId="291"/>
            <ac:spMk id="43" creationId="{EF666D25-45B7-E0A1-8395-0C3FFFEEAEB8}"/>
          </ac:spMkLst>
        </pc:spChg>
        <pc:spChg chg="add mod">
          <ac:chgData name="Matthew Dodds" userId="80d5a6ea92063750" providerId="LiveId" clId="{614D3421-716A-4CB0-994B-C24DF82A0F6F}" dt="2025-12-13T23:55:23.259" v="6203" actId="1076"/>
          <ac:spMkLst>
            <pc:docMk/>
            <pc:sldMk cId="3760332738" sldId="291"/>
            <ac:spMk id="45" creationId="{D6331C03-EF17-335E-2E89-7A16BCC76AAC}"/>
          </ac:spMkLst>
        </pc:spChg>
        <pc:spChg chg="add mod">
          <ac:chgData name="Matthew Dodds" userId="80d5a6ea92063750" providerId="LiveId" clId="{614D3421-716A-4CB0-994B-C24DF82A0F6F}" dt="2025-12-14T00:03:35.666" v="6342" actId="1076"/>
          <ac:spMkLst>
            <pc:docMk/>
            <pc:sldMk cId="3760332738" sldId="291"/>
            <ac:spMk id="49" creationId="{5BB8616B-D74C-92CF-0CA3-993D4799874B}"/>
          </ac:spMkLst>
        </pc:spChg>
        <pc:spChg chg="add mod">
          <ac:chgData name="Matthew Dodds" userId="80d5a6ea92063750" providerId="LiveId" clId="{614D3421-716A-4CB0-994B-C24DF82A0F6F}" dt="2025-12-13T23:53:06.370" v="6185"/>
          <ac:spMkLst>
            <pc:docMk/>
            <pc:sldMk cId="3760332738" sldId="291"/>
            <ac:spMk id="58" creationId="{99E73124-4853-F969-B735-9DCA53C24EFA}"/>
          </ac:spMkLst>
        </pc:spChg>
        <pc:spChg chg="add mod">
          <ac:chgData name="Matthew Dodds" userId="80d5a6ea92063750" providerId="LiveId" clId="{614D3421-716A-4CB0-994B-C24DF82A0F6F}" dt="2025-12-14T00:06:05.330" v="6406" actId="1076"/>
          <ac:spMkLst>
            <pc:docMk/>
            <pc:sldMk cId="3760332738" sldId="291"/>
            <ac:spMk id="59" creationId="{8AE6DAB8-8530-B19B-58AE-F9716B4D9D63}"/>
          </ac:spMkLst>
        </pc:spChg>
        <pc:spChg chg="mod">
          <ac:chgData name="Matthew Dodds" userId="80d5a6ea92063750" providerId="LiveId" clId="{614D3421-716A-4CB0-994B-C24DF82A0F6F}" dt="2025-12-14T07:11:09.804" v="8216" actId="207"/>
          <ac:spMkLst>
            <pc:docMk/>
            <pc:sldMk cId="3760332738" sldId="291"/>
            <ac:spMk id="65" creationId="{8C26286B-92E5-469E-B090-62F5BE67867D}"/>
          </ac:spMkLst>
        </pc:spChg>
        <pc:spChg chg="mod topLvl">
          <ac:chgData name="Matthew Dodds" userId="80d5a6ea92063750" providerId="LiveId" clId="{614D3421-716A-4CB0-994B-C24DF82A0F6F}" dt="2025-12-13T23:52:56.956" v="6182" actId="1076"/>
          <ac:spMkLst>
            <pc:docMk/>
            <pc:sldMk cId="3760332738" sldId="291"/>
            <ac:spMk id="70" creationId="{7D0D7581-57BA-D909-4A45-AA10A64D8E46}"/>
          </ac:spMkLst>
        </pc:spChg>
        <pc:spChg chg="add del mod">
          <ac:chgData name="Matthew Dodds" userId="80d5a6ea92063750" providerId="LiveId" clId="{614D3421-716A-4CB0-994B-C24DF82A0F6F}" dt="2025-12-14T00:11:29.105" v="6636" actId="478"/>
          <ac:spMkLst>
            <pc:docMk/>
            <pc:sldMk cId="3760332738" sldId="291"/>
            <ac:spMk id="82" creationId="{DD0FDE88-6993-7176-E9F6-387014295707}"/>
          </ac:spMkLst>
        </pc:spChg>
        <pc:spChg chg="add del mod">
          <ac:chgData name="Matthew Dodds" userId="80d5a6ea92063750" providerId="LiveId" clId="{614D3421-716A-4CB0-994B-C24DF82A0F6F}" dt="2025-12-14T00:11:34.604" v="6638" actId="478"/>
          <ac:spMkLst>
            <pc:docMk/>
            <pc:sldMk cId="3760332738" sldId="291"/>
            <ac:spMk id="83" creationId="{F7337D9A-36A2-9865-F94F-5E5F5EF03827}"/>
          </ac:spMkLst>
        </pc:spChg>
        <pc:spChg chg="mod">
          <ac:chgData name="Matthew Dodds" userId="80d5a6ea92063750" providerId="LiveId" clId="{614D3421-716A-4CB0-994B-C24DF82A0F6F}" dt="2025-12-13T23:55:31.716" v="6204" actId="1076"/>
          <ac:spMkLst>
            <pc:docMk/>
            <pc:sldMk cId="3760332738" sldId="291"/>
            <ac:spMk id="84" creationId="{F8EBF86B-FF14-85AC-7F28-5104D35506D6}"/>
          </ac:spMkLst>
        </pc:spChg>
        <pc:spChg chg="add mod">
          <ac:chgData name="Matthew Dodds" userId="80d5a6ea92063750" providerId="LiveId" clId="{614D3421-716A-4CB0-994B-C24DF82A0F6F}" dt="2025-12-13T23:55:58.821" v="6206" actId="164"/>
          <ac:spMkLst>
            <pc:docMk/>
            <pc:sldMk cId="3760332738" sldId="291"/>
            <ac:spMk id="85" creationId="{CFFAE77F-FD67-F11D-C32A-499F41697E5B}"/>
          </ac:spMkLst>
        </pc:spChg>
        <pc:spChg chg="add del mod">
          <ac:chgData name="Matthew Dodds" userId="80d5a6ea92063750" providerId="LiveId" clId="{614D3421-716A-4CB0-994B-C24DF82A0F6F}" dt="2025-12-14T06:23:47.154" v="7333" actId="478"/>
          <ac:spMkLst>
            <pc:docMk/>
            <pc:sldMk cId="3760332738" sldId="291"/>
            <ac:spMk id="88" creationId="{F7BB1D6B-E91C-EE67-AC9D-15C279B01E53}"/>
          </ac:spMkLst>
        </pc:spChg>
        <pc:spChg chg="add del mod">
          <ac:chgData name="Matthew Dodds" userId="80d5a6ea92063750" providerId="LiveId" clId="{614D3421-716A-4CB0-994B-C24DF82A0F6F}" dt="2025-12-14T00:02:27.605" v="6332" actId="478"/>
          <ac:spMkLst>
            <pc:docMk/>
            <pc:sldMk cId="3760332738" sldId="291"/>
            <ac:spMk id="89" creationId="{2884B151-993E-7B84-4E73-C3D14CA7639D}"/>
          </ac:spMkLst>
        </pc:spChg>
        <pc:spChg chg="add del mod topLvl">
          <ac:chgData name="Matthew Dodds" userId="80d5a6ea92063750" providerId="LiveId" clId="{614D3421-716A-4CB0-994B-C24DF82A0F6F}" dt="2025-12-14T00:28:16.672" v="6960" actId="478"/>
          <ac:spMkLst>
            <pc:docMk/>
            <pc:sldMk cId="3760332738" sldId="291"/>
            <ac:spMk id="90" creationId="{30FE3AC7-B591-2F30-3327-F68D68D34476}"/>
          </ac:spMkLst>
        </pc:spChg>
        <pc:spChg chg="del mod topLvl">
          <ac:chgData name="Matthew Dodds" userId="80d5a6ea92063750" providerId="LiveId" clId="{614D3421-716A-4CB0-994B-C24DF82A0F6F}" dt="2025-12-14T00:13:24.579" v="6659" actId="478"/>
          <ac:spMkLst>
            <pc:docMk/>
            <pc:sldMk cId="3760332738" sldId="291"/>
            <ac:spMk id="93" creationId="{4E6BDDF6-29B4-4580-0159-596211A74CF8}"/>
          </ac:spMkLst>
        </pc:spChg>
        <pc:spChg chg="del mod topLvl">
          <ac:chgData name="Matthew Dodds" userId="80d5a6ea92063750" providerId="LiveId" clId="{614D3421-716A-4CB0-994B-C24DF82A0F6F}" dt="2025-12-14T00:28:19.839" v="6961" actId="478"/>
          <ac:spMkLst>
            <pc:docMk/>
            <pc:sldMk cId="3760332738" sldId="291"/>
            <ac:spMk id="94" creationId="{75362EDC-9E18-3DF4-8168-7A36B0222308}"/>
          </ac:spMkLst>
        </pc:spChg>
        <pc:spChg chg="mod">
          <ac:chgData name="Matthew Dodds" userId="80d5a6ea92063750" providerId="LiveId" clId="{614D3421-716A-4CB0-994B-C24DF82A0F6F}" dt="2025-12-13T23:39:06.148" v="5923" actId="208"/>
          <ac:spMkLst>
            <pc:docMk/>
            <pc:sldMk cId="3760332738" sldId="291"/>
            <ac:spMk id="96" creationId="{3391F716-6317-DBD6-238C-25C4063BD0E6}"/>
          </ac:spMkLst>
        </pc:spChg>
        <pc:spChg chg="mod">
          <ac:chgData name="Matthew Dodds" userId="80d5a6ea92063750" providerId="LiveId" clId="{614D3421-716A-4CB0-994B-C24DF82A0F6F}" dt="2025-12-14T06:52:30.490" v="7898" actId="207"/>
          <ac:spMkLst>
            <pc:docMk/>
            <pc:sldMk cId="3760332738" sldId="291"/>
            <ac:spMk id="97" creationId="{6594D98A-D865-39BB-2827-1649275D3BE2}"/>
          </ac:spMkLst>
        </pc:spChg>
        <pc:spChg chg="mod">
          <ac:chgData name="Matthew Dodds" userId="80d5a6ea92063750" providerId="LiveId" clId="{614D3421-716A-4CB0-994B-C24DF82A0F6F}" dt="2025-12-13T23:45:16.009" v="6079" actId="1076"/>
          <ac:spMkLst>
            <pc:docMk/>
            <pc:sldMk cId="3760332738" sldId="291"/>
            <ac:spMk id="99" creationId="{ECAB761C-6ED0-D4F7-11FD-C55C228802DA}"/>
          </ac:spMkLst>
        </pc:spChg>
        <pc:spChg chg="mod">
          <ac:chgData name="Matthew Dodds" userId="80d5a6ea92063750" providerId="LiveId" clId="{614D3421-716A-4CB0-994B-C24DF82A0F6F}" dt="2025-12-14T00:03:39.555" v="6343" actId="1035"/>
          <ac:spMkLst>
            <pc:docMk/>
            <pc:sldMk cId="3760332738" sldId="291"/>
            <ac:spMk id="100" creationId="{C1143C86-EAA8-A223-BB5F-BB982DA6A408}"/>
          </ac:spMkLst>
        </pc:spChg>
        <pc:spChg chg="add del mod topLvl">
          <ac:chgData name="Matthew Dodds" userId="80d5a6ea92063750" providerId="LiveId" clId="{614D3421-716A-4CB0-994B-C24DF82A0F6F}" dt="2025-12-13T23:47:34.621" v="6125" actId="478"/>
          <ac:spMkLst>
            <pc:docMk/>
            <pc:sldMk cId="3760332738" sldId="291"/>
            <ac:spMk id="101" creationId="{DE2DE94F-5FCF-442D-2149-B22A48B47CF4}"/>
          </ac:spMkLst>
        </pc:spChg>
        <pc:spChg chg="add del mod">
          <ac:chgData name="Matthew Dodds" userId="80d5a6ea92063750" providerId="LiveId" clId="{614D3421-716A-4CB0-994B-C24DF82A0F6F}" dt="2025-12-13T23:41:34.960" v="5932" actId="478"/>
          <ac:spMkLst>
            <pc:docMk/>
            <pc:sldMk cId="3760332738" sldId="291"/>
            <ac:spMk id="102" creationId="{75190672-A516-5308-7AF2-9FF57918428E}"/>
          </ac:spMkLst>
        </pc:spChg>
        <pc:spChg chg="add del mod">
          <ac:chgData name="Matthew Dodds" userId="80d5a6ea92063750" providerId="LiveId" clId="{614D3421-716A-4CB0-994B-C24DF82A0F6F}" dt="2025-12-14T06:47:25.764" v="7881" actId="478"/>
          <ac:spMkLst>
            <pc:docMk/>
            <pc:sldMk cId="3760332738" sldId="291"/>
            <ac:spMk id="103" creationId="{989D3417-7A32-4F8B-E9F4-FD835E88901A}"/>
          </ac:spMkLst>
        </pc:spChg>
        <pc:spChg chg="add del mod">
          <ac:chgData name="Matthew Dodds" userId="80d5a6ea92063750" providerId="LiveId" clId="{614D3421-716A-4CB0-994B-C24DF82A0F6F}" dt="2025-12-13T23:55:44.655" v="6205" actId="478"/>
          <ac:spMkLst>
            <pc:docMk/>
            <pc:sldMk cId="3760332738" sldId="291"/>
            <ac:spMk id="119" creationId="{EDC09A5E-F66C-495C-0F27-2A86BC77C31D}"/>
          </ac:spMkLst>
        </pc:spChg>
        <pc:spChg chg="add del mod">
          <ac:chgData name="Matthew Dodds" userId="80d5a6ea92063750" providerId="LiveId" clId="{614D3421-716A-4CB0-994B-C24DF82A0F6F}" dt="2025-12-14T00:02:48.463" v="6335" actId="478"/>
          <ac:spMkLst>
            <pc:docMk/>
            <pc:sldMk cId="3760332738" sldId="291"/>
            <ac:spMk id="120" creationId="{380AD9EA-DB1E-7003-6364-2F1597A05CCB}"/>
          </ac:spMkLst>
        </pc:spChg>
        <pc:spChg chg="add del mod topLvl">
          <ac:chgData name="Matthew Dodds" userId="80d5a6ea92063750" providerId="LiveId" clId="{614D3421-716A-4CB0-994B-C24DF82A0F6F}" dt="2025-12-14T06:35:17.358" v="7607" actId="478"/>
          <ac:spMkLst>
            <pc:docMk/>
            <pc:sldMk cId="3760332738" sldId="291"/>
            <ac:spMk id="121" creationId="{3DDF3130-96C5-43BB-5BAF-5787F9E9D131}"/>
          </ac:spMkLst>
        </pc:spChg>
        <pc:spChg chg="add del mod topLvl">
          <ac:chgData name="Matthew Dodds" userId="80d5a6ea92063750" providerId="LiveId" clId="{614D3421-716A-4CB0-994B-C24DF82A0F6F}" dt="2025-12-14T00:13:19.213" v="6658" actId="478"/>
          <ac:spMkLst>
            <pc:docMk/>
            <pc:sldMk cId="3760332738" sldId="291"/>
            <ac:spMk id="123" creationId="{6E2C503E-BB65-57BD-39F4-D7EA6F57A810}"/>
          </ac:spMkLst>
        </pc:spChg>
        <pc:spChg chg="add mod">
          <ac:chgData name="Matthew Dodds" userId="80d5a6ea92063750" providerId="LiveId" clId="{614D3421-716A-4CB0-994B-C24DF82A0F6F}" dt="2025-12-14T07:58:10.758" v="8904" actId="207"/>
          <ac:spMkLst>
            <pc:docMk/>
            <pc:sldMk cId="3760332738" sldId="291"/>
            <ac:spMk id="124" creationId="{A6121435-A999-B5D2-77D7-035BE752B4BA}"/>
          </ac:spMkLst>
        </pc:spChg>
        <pc:spChg chg="mod topLvl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28" creationId="{E6785C1C-1578-AECD-40BC-3485963DD453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0" creationId="{66D4532A-E3AA-53E6-7BD9-747491196E97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1" creationId="{492C7C8F-1F5F-3458-E6DC-3C7096FFD12D}"/>
          </ac:spMkLst>
        </pc:spChg>
        <pc:spChg chg="add del mod">
          <ac:chgData name="Matthew Dodds" userId="80d5a6ea92063750" providerId="LiveId" clId="{614D3421-716A-4CB0-994B-C24DF82A0F6F}" dt="2025-12-14T06:57:28.531" v="8135" actId="478"/>
          <ac:spMkLst>
            <pc:docMk/>
            <pc:sldMk cId="3760332738" sldId="291"/>
            <ac:spMk id="132" creationId="{BF4AB333-0404-2D3B-1EAC-004C858725B2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3" creationId="{D5760CDD-DC77-7E58-4341-46D5C47D4A66}"/>
          </ac:spMkLst>
        </pc:spChg>
        <pc:spChg chg="add del mod">
          <ac:chgData name="Matthew Dodds" userId="80d5a6ea92063750" providerId="LiveId" clId="{614D3421-716A-4CB0-994B-C24DF82A0F6F}" dt="2025-12-14T06:38:21.441" v="7650" actId="21"/>
          <ac:spMkLst>
            <pc:docMk/>
            <pc:sldMk cId="3760332738" sldId="291"/>
            <ac:spMk id="138" creationId="{FCB16DDC-666D-8B7C-EA76-DCE9E21A86DD}"/>
          </ac:spMkLst>
        </pc:spChg>
        <pc:spChg chg="add mod">
          <ac:chgData name="Matthew Dodds" userId="80d5a6ea92063750" providerId="LiveId" clId="{614D3421-716A-4CB0-994B-C24DF82A0F6F}" dt="2025-12-14T07:56:47.669" v="8897" actId="1035"/>
          <ac:spMkLst>
            <pc:docMk/>
            <pc:sldMk cId="3760332738" sldId="291"/>
            <ac:spMk id="139" creationId="{83EE4FA0-E3DC-AEE3-F565-7FC1D576F994}"/>
          </ac:spMkLst>
        </pc:spChg>
        <pc:spChg chg="add del mod">
          <ac:chgData name="Matthew Dodds" userId="80d5a6ea92063750" providerId="LiveId" clId="{614D3421-716A-4CB0-994B-C24DF82A0F6F}" dt="2025-12-14T06:25:03.715" v="7345" actId="478"/>
          <ac:spMkLst>
            <pc:docMk/>
            <pc:sldMk cId="3760332738" sldId="291"/>
            <ac:spMk id="140" creationId="{B604DA60-5F98-420D-B71A-3F21EF2C6478}"/>
          </ac:spMkLst>
        </pc:spChg>
        <pc:spChg chg="add del mod">
          <ac:chgData name="Matthew Dodds" userId="80d5a6ea92063750" providerId="LiveId" clId="{614D3421-716A-4CB0-994B-C24DF82A0F6F}" dt="2025-12-14T00:27:53.667" v="6944" actId="478"/>
          <ac:spMkLst>
            <pc:docMk/>
            <pc:sldMk cId="3760332738" sldId="291"/>
            <ac:spMk id="149" creationId="{F2F4B9EA-FCD5-0CF4-D2B0-CB2D1874EF60}"/>
          </ac:spMkLst>
        </pc:spChg>
        <pc:spChg chg="add del mod">
          <ac:chgData name="Matthew Dodds" userId="80d5a6ea92063750" providerId="LiveId" clId="{614D3421-716A-4CB0-994B-C24DF82A0F6F}" dt="2025-12-14T00:17:54.574" v="6743" actId="478"/>
          <ac:spMkLst>
            <pc:docMk/>
            <pc:sldMk cId="3760332738" sldId="291"/>
            <ac:spMk id="150" creationId="{C6E26373-FBB4-B75A-98EA-3133167D71FE}"/>
          </ac:spMkLst>
        </pc:spChg>
        <pc:spChg chg="add del mod">
          <ac:chgData name="Matthew Dodds" userId="80d5a6ea92063750" providerId="LiveId" clId="{614D3421-716A-4CB0-994B-C24DF82A0F6F}" dt="2025-12-14T00:17:21.185" v="6718" actId="478"/>
          <ac:spMkLst>
            <pc:docMk/>
            <pc:sldMk cId="3760332738" sldId="291"/>
            <ac:spMk id="151" creationId="{F324C6D8-C07B-0F85-B6AA-7B93B46C1831}"/>
          </ac:spMkLst>
        </pc:spChg>
        <pc:spChg chg="del mod topLvl">
          <ac:chgData name="Matthew Dodds" userId="80d5a6ea92063750" providerId="LiveId" clId="{614D3421-716A-4CB0-994B-C24DF82A0F6F}" dt="2025-12-14T06:35:13.618" v="7606" actId="478"/>
          <ac:spMkLst>
            <pc:docMk/>
            <pc:sldMk cId="3760332738" sldId="291"/>
            <ac:spMk id="154" creationId="{264056FE-F39B-8661-7369-7430CB0C7380}"/>
          </ac:spMkLst>
        </pc:spChg>
        <pc:spChg chg="del mod">
          <ac:chgData name="Matthew Dodds" userId="80d5a6ea92063750" providerId="LiveId" clId="{614D3421-716A-4CB0-994B-C24DF82A0F6F}" dt="2025-12-14T00:21:14.528" v="6784" actId="478"/>
          <ac:spMkLst>
            <pc:docMk/>
            <pc:sldMk cId="3760332738" sldId="291"/>
            <ac:spMk id="155" creationId="{360FB7D0-7079-C32C-FACE-B4085D3D3FF9}"/>
          </ac:spMkLst>
        </pc:spChg>
        <pc:spChg chg="del mod topLvl">
          <ac:chgData name="Matthew Dodds" userId="80d5a6ea92063750" providerId="LiveId" clId="{614D3421-716A-4CB0-994B-C24DF82A0F6F}" dt="2025-12-14T06:35:13.618" v="7606" actId="478"/>
          <ac:spMkLst>
            <pc:docMk/>
            <pc:sldMk cId="3760332738" sldId="291"/>
            <ac:spMk id="156" creationId="{4006A2A4-A92D-A5E1-0AB2-E41C6C9571C4}"/>
          </ac:spMkLst>
        </pc:spChg>
        <pc:spChg chg="mod topLvl">
          <ac:chgData name="Matthew Dodds" userId="80d5a6ea92063750" providerId="LiveId" clId="{614D3421-716A-4CB0-994B-C24DF82A0F6F}" dt="2025-12-14T06:17:08.118" v="7253" actId="1035"/>
          <ac:spMkLst>
            <pc:docMk/>
            <pc:sldMk cId="3760332738" sldId="291"/>
            <ac:spMk id="158" creationId="{0C5A3DD6-E2D8-8C6B-16D0-A3C876267ECC}"/>
          </ac:spMkLst>
        </pc:spChg>
        <pc:spChg chg="del mod">
          <ac:chgData name="Matthew Dodds" userId="80d5a6ea92063750" providerId="LiveId" clId="{614D3421-716A-4CB0-994B-C24DF82A0F6F}" dt="2025-12-14T00:21:17.850" v="6785" actId="478"/>
          <ac:spMkLst>
            <pc:docMk/>
            <pc:sldMk cId="3760332738" sldId="291"/>
            <ac:spMk id="159" creationId="{D3558FD6-8E21-F7BD-AAE3-40595A0D9BC2}"/>
          </ac:spMkLst>
        </pc:spChg>
        <pc:spChg chg="mod topLvl">
          <ac:chgData name="Matthew Dodds" userId="80d5a6ea92063750" providerId="LiveId" clId="{614D3421-716A-4CB0-994B-C24DF82A0F6F}" dt="2025-12-14T06:16:03.911" v="7223" actId="164"/>
          <ac:spMkLst>
            <pc:docMk/>
            <pc:sldMk cId="3760332738" sldId="291"/>
            <ac:spMk id="160" creationId="{D974AC37-DA96-8BA6-6D1D-F5E366C099D6}"/>
          </ac:spMkLst>
        </pc:spChg>
        <pc:spChg chg="add mod">
          <ac:chgData name="Matthew Dodds" userId="80d5a6ea92063750" providerId="LiveId" clId="{614D3421-716A-4CB0-994B-C24DF82A0F6F}" dt="2025-12-14T06:16:03.911" v="7223" actId="164"/>
          <ac:spMkLst>
            <pc:docMk/>
            <pc:sldMk cId="3760332738" sldId="291"/>
            <ac:spMk id="167" creationId="{9A0F5B8E-1C02-C091-1F02-7CA3D9B98EB2}"/>
          </ac:spMkLst>
        </pc:spChg>
        <pc:spChg chg="add mod">
          <ac:chgData name="Matthew Dodds" userId="80d5a6ea92063750" providerId="LiveId" clId="{614D3421-716A-4CB0-994B-C24DF82A0F6F}" dt="2025-12-14T07:20:14.635" v="8285" actId="108"/>
          <ac:spMkLst>
            <pc:docMk/>
            <pc:sldMk cId="3760332738" sldId="291"/>
            <ac:spMk id="181" creationId="{F40C0DE2-940D-4038-0E15-C4F4F99E3A3B}"/>
          </ac:spMkLst>
        </pc:spChg>
        <pc:spChg chg="add mod">
          <ac:chgData name="Matthew Dodds" userId="80d5a6ea92063750" providerId="LiveId" clId="{614D3421-716A-4CB0-994B-C24DF82A0F6F}" dt="2025-12-14T07:20:14.635" v="8285" actId="108"/>
          <ac:spMkLst>
            <pc:docMk/>
            <pc:sldMk cId="3760332738" sldId="291"/>
            <ac:spMk id="182" creationId="{73B2A325-9A3B-49CA-1C79-FFA78D1BE962}"/>
          </ac:spMkLst>
        </pc:spChg>
        <pc:spChg chg="add mod">
          <ac:chgData name="Matthew Dodds" userId="80d5a6ea92063750" providerId="LiveId" clId="{614D3421-716A-4CB0-994B-C24DF82A0F6F}" dt="2025-12-14T07:20:14.635" v="8285" actId="108"/>
          <ac:spMkLst>
            <pc:docMk/>
            <pc:sldMk cId="3760332738" sldId="291"/>
            <ac:spMk id="185" creationId="{3F68FBAF-4337-790C-3133-3167AB76E0C7}"/>
          </ac:spMkLst>
        </pc:spChg>
        <pc:spChg chg="add mod">
          <ac:chgData name="Matthew Dodds" userId="80d5a6ea92063750" providerId="LiveId" clId="{614D3421-716A-4CB0-994B-C24DF82A0F6F}" dt="2025-12-14T11:27:10.154" v="8994" actId="207"/>
          <ac:spMkLst>
            <pc:docMk/>
            <pc:sldMk cId="3760332738" sldId="291"/>
            <ac:spMk id="186" creationId="{54E23A99-798A-863F-F2FA-71DA5FC69C3C}"/>
          </ac:spMkLst>
        </pc:spChg>
        <pc:spChg chg="add del mod">
          <ac:chgData name="Matthew Dodds" userId="80d5a6ea92063750" providerId="LiveId" clId="{614D3421-716A-4CB0-994B-C24DF82A0F6F}" dt="2025-12-14T06:42:26.063" v="7769" actId="478"/>
          <ac:spMkLst>
            <pc:docMk/>
            <pc:sldMk cId="3760332738" sldId="291"/>
            <ac:spMk id="188" creationId="{EC9A048D-C7A2-6A09-C99D-D1F745E38047}"/>
          </ac:spMkLst>
        </pc:spChg>
        <pc:spChg chg="add mod topLvl">
          <ac:chgData name="Matthew Dodds" userId="80d5a6ea92063750" providerId="LiveId" clId="{614D3421-716A-4CB0-994B-C24DF82A0F6F}" dt="2025-12-14T07:52:59.053" v="8801" actId="1036"/>
          <ac:spMkLst>
            <pc:docMk/>
            <pc:sldMk cId="3760332738" sldId="291"/>
            <ac:spMk id="190" creationId="{F16D4011-7C63-4CA6-CA0F-A1AC228F5C21}"/>
          </ac:spMkLst>
        </pc:spChg>
        <pc:spChg chg="add del mod ord">
          <ac:chgData name="Matthew Dodds" userId="80d5a6ea92063750" providerId="LiveId" clId="{614D3421-716A-4CB0-994B-C24DF82A0F6F}" dt="2025-12-14T07:51:17.694" v="8736" actId="21"/>
          <ac:spMkLst>
            <pc:docMk/>
            <pc:sldMk cId="3760332738" sldId="291"/>
            <ac:spMk id="191" creationId="{FCB16DDC-666D-8B7C-EA76-DCE9E21A86DD}"/>
          </ac:spMkLst>
        </pc:spChg>
        <pc:spChg chg="add mod">
          <ac:chgData name="Matthew Dodds" userId="80d5a6ea92063750" providerId="LiveId" clId="{614D3421-716A-4CB0-994B-C24DF82A0F6F}" dt="2025-12-14T07:57:38.495" v="8902" actId="1036"/>
          <ac:spMkLst>
            <pc:docMk/>
            <pc:sldMk cId="3760332738" sldId="291"/>
            <ac:spMk id="192" creationId="{9E3AB5C1-0590-C1CA-2275-4229D9057E41}"/>
          </ac:spMkLst>
        </pc:spChg>
        <pc:spChg chg="add mod topLvl">
          <ac:chgData name="Matthew Dodds" userId="80d5a6ea92063750" providerId="LiveId" clId="{614D3421-716A-4CB0-994B-C24DF82A0F6F}" dt="2025-12-14T07:52:15.167" v="8764" actId="165"/>
          <ac:spMkLst>
            <pc:docMk/>
            <pc:sldMk cId="3760332738" sldId="291"/>
            <ac:spMk id="204" creationId="{1322BF27-8DFD-50E8-1438-CF5CE571EC69}"/>
          </ac:spMkLst>
        </pc:spChg>
        <pc:spChg chg="add mod">
          <ac:chgData name="Matthew Dodds" userId="80d5a6ea92063750" providerId="LiveId" clId="{614D3421-716A-4CB0-994B-C24DF82A0F6F}" dt="2025-12-14T07:22:53.609" v="8313" actId="207"/>
          <ac:spMkLst>
            <pc:docMk/>
            <pc:sldMk cId="3760332738" sldId="291"/>
            <ac:spMk id="205" creationId="{0B17DFCE-BF38-F789-0758-BA2D07D15A8A}"/>
          </ac:spMkLst>
        </pc:spChg>
        <pc:spChg chg="add mod">
          <ac:chgData name="Matthew Dodds" userId="80d5a6ea92063750" providerId="LiveId" clId="{614D3421-716A-4CB0-994B-C24DF82A0F6F}" dt="2025-12-14T07:52:59.053" v="8801" actId="1036"/>
          <ac:spMkLst>
            <pc:docMk/>
            <pc:sldMk cId="3760332738" sldId="291"/>
            <ac:spMk id="207" creationId="{39717ACB-F536-915A-4694-02AB27F25C19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09" creationId="{44CECB43-22BC-033C-35C0-522F3404BB8C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10" creationId="{DBD62434-603E-C77B-83FE-56EC3EB364CB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12" creationId="{51B84774-924E-9980-3484-DC7CA6BC2986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13" creationId="{2B38892B-BE8C-8BDD-9EB6-608A7D2B33CB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15" creationId="{2D58E3C7-AE20-8D9B-E0E7-6EA42BDDC71E}"/>
          </ac:spMkLst>
        </pc:spChg>
        <pc:spChg chg="mod">
          <ac:chgData name="Matthew Dodds" userId="80d5a6ea92063750" providerId="LiveId" clId="{614D3421-716A-4CB0-994B-C24DF82A0F6F}" dt="2025-12-14T07:12:48.409" v="8224"/>
          <ac:spMkLst>
            <pc:docMk/>
            <pc:sldMk cId="3760332738" sldId="291"/>
            <ac:spMk id="216" creationId="{CEF9AFF6-4491-8D82-DA1A-30F9132C3FC6}"/>
          </ac:spMkLst>
        </pc:spChg>
        <pc:spChg chg="mod">
          <ac:chgData name="Matthew Dodds" userId="80d5a6ea92063750" providerId="LiveId" clId="{614D3421-716A-4CB0-994B-C24DF82A0F6F}" dt="2025-12-14T07:29:39.659" v="8347"/>
          <ac:spMkLst>
            <pc:docMk/>
            <pc:sldMk cId="3760332738" sldId="291"/>
            <ac:spMk id="221" creationId="{D26ED213-3F03-8C6A-AB80-10E808FC5955}"/>
          </ac:spMkLst>
        </pc:spChg>
        <pc:spChg chg="mod">
          <ac:chgData name="Matthew Dodds" userId="80d5a6ea92063750" providerId="LiveId" clId="{614D3421-716A-4CB0-994B-C24DF82A0F6F}" dt="2025-12-14T07:29:39.659" v="8347"/>
          <ac:spMkLst>
            <pc:docMk/>
            <pc:sldMk cId="3760332738" sldId="291"/>
            <ac:spMk id="222" creationId="{C28D3E84-6685-8568-4929-334C23555821}"/>
          </ac:spMkLst>
        </pc:spChg>
        <pc:spChg chg="mod">
          <ac:chgData name="Matthew Dodds" userId="80d5a6ea92063750" providerId="LiveId" clId="{614D3421-716A-4CB0-994B-C24DF82A0F6F}" dt="2025-12-14T07:29:39.659" v="8347"/>
          <ac:spMkLst>
            <pc:docMk/>
            <pc:sldMk cId="3760332738" sldId="291"/>
            <ac:spMk id="223" creationId="{3092D53C-2B1E-051D-E360-520CF276E54A}"/>
          </ac:spMkLst>
        </pc:spChg>
        <pc:spChg chg="mod">
          <ac:chgData name="Matthew Dodds" userId="80d5a6ea92063750" providerId="LiveId" clId="{614D3421-716A-4CB0-994B-C24DF82A0F6F}" dt="2025-12-14T07:39:44.213" v="8479" actId="1037"/>
          <ac:spMkLst>
            <pc:docMk/>
            <pc:sldMk cId="3760332738" sldId="291"/>
            <ac:spMk id="226" creationId="{5EF3131A-9D40-49ED-7120-9E29B04E5174}"/>
          </ac:spMkLst>
        </pc:spChg>
        <pc:spChg chg="mod">
          <ac:chgData name="Matthew Dodds" userId="80d5a6ea92063750" providerId="LiveId" clId="{614D3421-716A-4CB0-994B-C24DF82A0F6F}" dt="2025-12-14T07:38:55.656" v="8471" actId="207"/>
          <ac:spMkLst>
            <pc:docMk/>
            <pc:sldMk cId="3760332738" sldId="291"/>
            <ac:spMk id="227" creationId="{02F2E832-6F1B-E350-02E7-C77D0F6B421B}"/>
          </ac:spMkLst>
        </pc:spChg>
        <pc:spChg chg="mod">
          <ac:chgData name="Matthew Dodds" userId="80d5a6ea92063750" providerId="LiveId" clId="{614D3421-716A-4CB0-994B-C24DF82A0F6F}" dt="2025-12-14T07:44:16.657" v="8606" actId="20577"/>
          <ac:spMkLst>
            <pc:docMk/>
            <pc:sldMk cId="3760332738" sldId="291"/>
            <ac:spMk id="228" creationId="{2A9D841B-B1C9-BF2E-7985-F14FC8195B20}"/>
          </ac:spMkLst>
        </pc:spChg>
        <pc:spChg chg="mod">
          <ac:chgData name="Matthew Dodds" userId="80d5a6ea92063750" providerId="LiveId" clId="{614D3421-716A-4CB0-994B-C24DF82A0F6F}" dt="2025-12-14T07:32:07.572" v="8433"/>
          <ac:spMkLst>
            <pc:docMk/>
            <pc:sldMk cId="3760332738" sldId="291"/>
            <ac:spMk id="231" creationId="{3B7895BF-0FC6-F320-362B-13BCC3CFA224}"/>
          </ac:spMkLst>
        </pc:spChg>
        <pc:spChg chg="mod">
          <ac:chgData name="Matthew Dodds" userId="80d5a6ea92063750" providerId="LiveId" clId="{614D3421-716A-4CB0-994B-C24DF82A0F6F}" dt="2025-12-14T07:32:07.572" v="8433"/>
          <ac:spMkLst>
            <pc:docMk/>
            <pc:sldMk cId="3760332738" sldId="291"/>
            <ac:spMk id="232" creationId="{0C722EF1-FE66-3679-192C-60FF743BBFEC}"/>
          </ac:spMkLst>
        </pc:spChg>
        <pc:spChg chg="mod">
          <ac:chgData name="Matthew Dodds" userId="80d5a6ea92063750" providerId="LiveId" clId="{614D3421-716A-4CB0-994B-C24DF82A0F6F}" dt="2025-12-14T07:32:07.572" v="8433"/>
          <ac:spMkLst>
            <pc:docMk/>
            <pc:sldMk cId="3760332738" sldId="291"/>
            <ac:spMk id="233" creationId="{AF1DFD7C-C838-1329-1C3D-01ECE26D4CC3}"/>
          </ac:spMkLst>
        </pc:spChg>
        <pc:spChg chg="mod">
          <ac:chgData name="Matthew Dodds" userId="80d5a6ea92063750" providerId="LiveId" clId="{614D3421-716A-4CB0-994B-C24DF82A0F6F}" dt="2025-12-14T07:32:17.902" v="8435"/>
          <ac:spMkLst>
            <pc:docMk/>
            <pc:sldMk cId="3760332738" sldId="291"/>
            <ac:spMk id="236" creationId="{84363E00-2306-4628-2754-B87FCA7144BA}"/>
          </ac:spMkLst>
        </pc:spChg>
        <pc:spChg chg="mod">
          <ac:chgData name="Matthew Dodds" userId="80d5a6ea92063750" providerId="LiveId" clId="{614D3421-716A-4CB0-994B-C24DF82A0F6F}" dt="2025-12-14T07:32:17.902" v="8435"/>
          <ac:spMkLst>
            <pc:docMk/>
            <pc:sldMk cId="3760332738" sldId="291"/>
            <ac:spMk id="237" creationId="{A88FE839-1C59-2E03-4655-1B032629A4B3}"/>
          </ac:spMkLst>
        </pc:spChg>
        <pc:spChg chg="mod">
          <ac:chgData name="Matthew Dodds" userId="80d5a6ea92063750" providerId="LiveId" clId="{614D3421-716A-4CB0-994B-C24DF82A0F6F}" dt="2025-12-14T07:32:17.902" v="8435"/>
          <ac:spMkLst>
            <pc:docMk/>
            <pc:sldMk cId="3760332738" sldId="291"/>
            <ac:spMk id="238" creationId="{938B0802-887D-719B-3E80-5F8CBD5D3446}"/>
          </ac:spMkLst>
        </pc:spChg>
        <pc:spChg chg="mod">
          <ac:chgData name="Matthew Dodds" userId="80d5a6ea92063750" providerId="LiveId" clId="{614D3421-716A-4CB0-994B-C24DF82A0F6F}" dt="2025-12-14T07:32:41.543" v="8441"/>
          <ac:spMkLst>
            <pc:docMk/>
            <pc:sldMk cId="3760332738" sldId="291"/>
            <ac:spMk id="241" creationId="{615F7B1B-B901-1F65-0F35-194B907598F4}"/>
          </ac:spMkLst>
        </pc:spChg>
        <pc:spChg chg="mod">
          <ac:chgData name="Matthew Dodds" userId="80d5a6ea92063750" providerId="LiveId" clId="{614D3421-716A-4CB0-994B-C24DF82A0F6F}" dt="2025-12-14T07:32:41.543" v="8441"/>
          <ac:spMkLst>
            <pc:docMk/>
            <pc:sldMk cId="3760332738" sldId="291"/>
            <ac:spMk id="242" creationId="{F8D6DB13-487F-0858-2A1D-ED5B66FD8F5E}"/>
          </ac:spMkLst>
        </pc:spChg>
        <pc:spChg chg="mod">
          <ac:chgData name="Matthew Dodds" userId="80d5a6ea92063750" providerId="LiveId" clId="{614D3421-716A-4CB0-994B-C24DF82A0F6F}" dt="2025-12-14T07:32:41.543" v="8441"/>
          <ac:spMkLst>
            <pc:docMk/>
            <pc:sldMk cId="3760332738" sldId="291"/>
            <ac:spMk id="243" creationId="{F0B5365F-F7A6-0876-8A82-2DE585209D9F}"/>
          </ac:spMkLst>
        </pc:spChg>
        <pc:spChg chg="mod">
          <ac:chgData name="Matthew Dodds" userId="80d5a6ea92063750" providerId="LiveId" clId="{614D3421-716A-4CB0-994B-C24DF82A0F6F}" dt="2025-12-14T07:32:49.617" v="8443"/>
          <ac:spMkLst>
            <pc:docMk/>
            <pc:sldMk cId="3760332738" sldId="291"/>
            <ac:spMk id="246" creationId="{DF674A34-9707-2900-BBA6-AF3FFAD1044B}"/>
          </ac:spMkLst>
        </pc:spChg>
        <pc:spChg chg="mod">
          <ac:chgData name="Matthew Dodds" userId="80d5a6ea92063750" providerId="LiveId" clId="{614D3421-716A-4CB0-994B-C24DF82A0F6F}" dt="2025-12-14T07:32:49.617" v="8443"/>
          <ac:spMkLst>
            <pc:docMk/>
            <pc:sldMk cId="3760332738" sldId="291"/>
            <ac:spMk id="247" creationId="{1D4D7CAB-34B2-32FF-9C15-04DC6CDC069F}"/>
          </ac:spMkLst>
        </pc:spChg>
        <pc:spChg chg="mod">
          <ac:chgData name="Matthew Dodds" userId="80d5a6ea92063750" providerId="LiveId" clId="{614D3421-716A-4CB0-994B-C24DF82A0F6F}" dt="2025-12-14T07:32:49.617" v="8443"/>
          <ac:spMkLst>
            <pc:docMk/>
            <pc:sldMk cId="3760332738" sldId="291"/>
            <ac:spMk id="248" creationId="{732DEAA4-CB36-D56C-9ECC-517FC4754DE7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51" creationId="{EDB03C17-158F-74EF-F6A2-D327FEA1B277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53" creationId="{ACE67E85-2C35-EC16-07D9-133DFB6BDAE7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56" creationId="{25BFD661-B8AA-ADC7-500B-F7A9AFDF8558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57" creationId="{49F343BE-D100-461E-2D25-4285B7D5EEC7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58" creationId="{31A980EF-8EB6-81DE-E03B-C410DED8C091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61" creationId="{EE863CFA-A6A8-7942-9874-4DAA7751CE6F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62" creationId="{DEB8F882-9993-3F05-3431-2B4E260A5E3A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66" creationId="{A3264DBC-E41F-B55A-2FF6-7C4F8E2DDF4B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68" creationId="{7BC91272-BE76-B05D-4F1C-4C03F8188441}"/>
          </ac:spMkLst>
        </pc:spChg>
        <pc:spChg chg="mod">
          <ac:chgData name="Matthew Dodds" userId="80d5a6ea92063750" providerId="LiveId" clId="{614D3421-716A-4CB0-994B-C24DF82A0F6F}" dt="2025-12-14T07:33:09.211" v="8445"/>
          <ac:spMkLst>
            <pc:docMk/>
            <pc:sldMk cId="3760332738" sldId="291"/>
            <ac:spMk id="271" creationId="{76769D17-45D5-BD92-6CE9-7B860271C7EE}"/>
          </ac:spMkLst>
        </pc:spChg>
        <pc:spChg chg="mod">
          <ac:chgData name="Matthew Dodds" userId="80d5a6ea92063750" providerId="LiveId" clId="{614D3421-716A-4CB0-994B-C24DF82A0F6F}" dt="2025-12-14T07:40:17.777" v="8490"/>
          <ac:spMkLst>
            <pc:docMk/>
            <pc:sldMk cId="3760332738" sldId="291"/>
            <ac:spMk id="276" creationId="{B296DAC1-D0D8-E163-BB6D-2343E2F3A7B8}"/>
          </ac:spMkLst>
        </pc:spChg>
        <pc:spChg chg="mod">
          <ac:chgData name="Matthew Dodds" userId="80d5a6ea92063750" providerId="LiveId" clId="{614D3421-716A-4CB0-994B-C24DF82A0F6F}" dt="2025-12-14T07:40:17.777" v="8490"/>
          <ac:spMkLst>
            <pc:docMk/>
            <pc:sldMk cId="3760332738" sldId="291"/>
            <ac:spMk id="277" creationId="{52FB4FE8-9F62-854D-F390-6B21C116277D}"/>
          </ac:spMkLst>
        </pc:spChg>
        <pc:spChg chg="mod">
          <ac:chgData name="Matthew Dodds" userId="80d5a6ea92063750" providerId="LiveId" clId="{614D3421-716A-4CB0-994B-C24DF82A0F6F}" dt="2025-12-14T07:40:17.777" v="8490"/>
          <ac:spMkLst>
            <pc:docMk/>
            <pc:sldMk cId="3760332738" sldId="291"/>
            <ac:spMk id="278" creationId="{887E4F88-242D-CF7D-F7B3-59039282535C}"/>
          </ac:spMkLst>
        </pc:spChg>
        <pc:spChg chg="mod">
          <ac:chgData name="Matthew Dodds" userId="80d5a6ea92063750" providerId="LiveId" clId="{614D3421-716A-4CB0-994B-C24DF82A0F6F}" dt="2025-12-14T07:40:18.195" v="8491"/>
          <ac:spMkLst>
            <pc:docMk/>
            <pc:sldMk cId="3760332738" sldId="291"/>
            <ac:spMk id="281" creationId="{9A563F93-5A72-E72D-AEB4-214DEACB0D3F}"/>
          </ac:spMkLst>
        </pc:spChg>
        <pc:spChg chg="mod">
          <ac:chgData name="Matthew Dodds" userId="80d5a6ea92063750" providerId="LiveId" clId="{614D3421-716A-4CB0-994B-C24DF82A0F6F}" dt="2025-12-14T07:40:18.195" v="8491"/>
          <ac:spMkLst>
            <pc:docMk/>
            <pc:sldMk cId="3760332738" sldId="291"/>
            <ac:spMk id="282" creationId="{49DAD159-86DE-BE29-0D0F-7EF5FF694089}"/>
          </ac:spMkLst>
        </pc:spChg>
        <pc:spChg chg="mod">
          <ac:chgData name="Matthew Dodds" userId="80d5a6ea92063750" providerId="LiveId" clId="{614D3421-716A-4CB0-994B-C24DF82A0F6F}" dt="2025-12-14T07:40:18.195" v="8491"/>
          <ac:spMkLst>
            <pc:docMk/>
            <pc:sldMk cId="3760332738" sldId="291"/>
            <ac:spMk id="283" creationId="{27DDD165-A05E-03F4-2A95-16C3A6C36839}"/>
          </ac:spMkLst>
        </pc:spChg>
        <pc:spChg chg="mod">
          <ac:chgData name="Matthew Dodds" userId="80d5a6ea92063750" providerId="LiveId" clId="{614D3421-716A-4CB0-994B-C24DF82A0F6F}" dt="2025-12-14T07:40:18.722" v="8492"/>
          <ac:spMkLst>
            <pc:docMk/>
            <pc:sldMk cId="3760332738" sldId="291"/>
            <ac:spMk id="286" creationId="{E5D41ABA-A992-C597-25B0-5BCD5E124D1B}"/>
          </ac:spMkLst>
        </pc:spChg>
        <pc:spChg chg="mod">
          <ac:chgData name="Matthew Dodds" userId="80d5a6ea92063750" providerId="LiveId" clId="{614D3421-716A-4CB0-994B-C24DF82A0F6F}" dt="2025-12-14T07:40:18.722" v="8492"/>
          <ac:spMkLst>
            <pc:docMk/>
            <pc:sldMk cId="3760332738" sldId="291"/>
            <ac:spMk id="287" creationId="{DAFA9E33-096F-0DAC-EC37-CB5A347586C7}"/>
          </ac:spMkLst>
        </pc:spChg>
        <pc:spChg chg="mod">
          <ac:chgData name="Matthew Dodds" userId="80d5a6ea92063750" providerId="LiveId" clId="{614D3421-716A-4CB0-994B-C24DF82A0F6F}" dt="2025-12-14T07:40:18.722" v="8492"/>
          <ac:spMkLst>
            <pc:docMk/>
            <pc:sldMk cId="3760332738" sldId="291"/>
            <ac:spMk id="288" creationId="{AAF3AD02-FB6B-021B-A965-2369ABAC5B8B}"/>
          </ac:spMkLst>
        </pc:spChg>
        <pc:spChg chg="mod">
          <ac:chgData name="Matthew Dodds" userId="80d5a6ea92063750" providerId="LiveId" clId="{614D3421-716A-4CB0-994B-C24DF82A0F6F}" dt="2025-12-14T07:40:19.186" v="8493"/>
          <ac:spMkLst>
            <pc:docMk/>
            <pc:sldMk cId="3760332738" sldId="291"/>
            <ac:spMk id="291" creationId="{3FBFB722-1498-D489-E149-84FB4F2C17A3}"/>
          </ac:spMkLst>
        </pc:spChg>
        <pc:spChg chg="mod">
          <ac:chgData name="Matthew Dodds" userId="80d5a6ea92063750" providerId="LiveId" clId="{614D3421-716A-4CB0-994B-C24DF82A0F6F}" dt="2025-12-14T07:40:19.186" v="8493"/>
          <ac:spMkLst>
            <pc:docMk/>
            <pc:sldMk cId="3760332738" sldId="291"/>
            <ac:spMk id="292" creationId="{0DCDDF3B-BBAE-9A88-129A-DD6DA39C3F91}"/>
          </ac:spMkLst>
        </pc:spChg>
        <pc:spChg chg="mod">
          <ac:chgData name="Matthew Dodds" userId="80d5a6ea92063750" providerId="LiveId" clId="{614D3421-716A-4CB0-994B-C24DF82A0F6F}" dt="2025-12-14T07:40:19.186" v="8493"/>
          <ac:spMkLst>
            <pc:docMk/>
            <pc:sldMk cId="3760332738" sldId="291"/>
            <ac:spMk id="293" creationId="{AAB2C95E-A777-370A-9481-6D537328F8EB}"/>
          </ac:spMkLst>
        </pc:spChg>
        <pc:spChg chg="mod">
          <ac:chgData name="Matthew Dodds" userId="80d5a6ea92063750" providerId="LiveId" clId="{614D3421-716A-4CB0-994B-C24DF82A0F6F}" dt="2025-12-14T07:44:39.810" v="8614"/>
          <ac:spMkLst>
            <pc:docMk/>
            <pc:sldMk cId="3760332738" sldId="291"/>
            <ac:spMk id="298" creationId="{64E566B1-1F13-26F8-1881-DBA3D388F80E}"/>
          </ac:spMkLst>
        </pc:spChg>
        <pc:spChg chg="mod">
          <ac:chgData name="Matthew Dodds" userId="80d5a6ea92063750" providerId="LiveId" clId="{614D3421-716A-4CB0-994B-C24DF82A0F6F}" dt="2025-12-14T07:44:39.810" v="8614"/>
          <ac:spMkLst>
            <pc:docMk/>
            <pc:sldMk cId="3760332738" sldId="291"/>
            <ac:spMk id="299" creationId="{D95D2408-7816-E9EC-CCCC-CA89FB4581AC}"/>
          </ac:spMkLst>
        </pc:spChg>
        <pc:spChg chg="mod">
          <ac:chgData name="Matthew Dodds" userId="80d5a6ea92063750" providerId="LiveId" clId="{614D3421-716A-4CB0-994B-C24DF82A0F6F}" dt="2025-12-14T07:44:39.810" v="8614"/>
          <ac:spMkLst>
            <pc:docMk/>
            <pc:sldMk cId="3760332738" sldId="291"/>
            <ac:spMk id="300" creationId="{892ABC49-4507-1007-30D7-F921938561BD}"/>
          </ac:spMkLst>
        </pc:spChg>
        <pc:spChg chg="mod">
          <ac:chgData name="Matthew Dodds" userId="80d5a6ea92063750" providerId="LiveId" clId="{614D3421-716A-4CB0-994B-C24DF82A0F6F}" dt="2025-12-14T07:44:40.353" v="8615"/>
          <ac:spMkLst>
            <pc:docMk/>
            <pc:sldMk cId="3760332738" sldId="291"/>
            <ac:spMk id="303" creationId="{8F064E66-A584-6115-B976-0197F7097C36}"/>
          </ac:spMkLst>
        </pc:spChg>
        <pc:spChg chg="mod">
          <ac:chgData name="Matthew Dodds" userId="80d5a6ea92063750" providerId="LiveId" clId="{614D3421-716A-4CB0-994B-C24DF82A0F6F}" dt="2025-12-14T07:44:40.353" v="8615"/>
          <ac:spMkLst>
            <pc:docMk/>
            <pc:sldMk cId="3760332738" sldId="291"/>
            <ac:spMk id="304" creationId="{306C373E-32D5-511E-71E7-F21961686582}"/>
          </ac:spMkLst>
        </pc:spChg>
        <pc:spChg chg="mod">
          <ac:chgData name="Matthew Dodds" userId="80d5a6ea92063750" providerId="LiveId" clId="{614D3421-716A-4CB0-994B-C24DF82A0F6F}" dt="2025-12-14T07:44:40.353" v="8615"/>
          <ac:spMkLst>
            <pc:docMk/>
            <pc:sldMk cId="3760332738" sldId="291"/>
            <ac:spMk id="305" creationId="{773A5BBF-8F76-7092-67E6-260036F4DE93}"/>
          </ac:spMkLst>
        </pc:spChg>
        <pc:spChg chg="mod">
          <ac:chgData name="Matthew Dodds" userId="80d5a6ea92063750" providerId="LiveId" clId="{614D3421-716A-4CB0-994B-C24DF82A0F6F}" dt="2025-12-14T07:44:40.745" v="8616"/>
          <ac:spMkLst>
            <pc:docMk/>
            <pc:sldMk cId="3760332738" sldId="291"/>
            <ac:spMk id="308" creationId="{344FEB28-7656-6C62-6EBD-C97CCEF2FA0F}"/>
          </ac:spMkLst>
        </pc:spChg>
        <pc:spChg chg="mod">
          <ac:chgData name="Matthew Dodds" userId="80d5a6ea92063750" providerId="LiveId" clId="{614D3421-716A-4CB0-994B-C24DF82A0F6F}" dt="2025-12-14T07:44:40.745" v="8616"/>
          <ac:spMkLst>
            <pc:docMk/>
            <pc:sldMk cId="3760332738" sldId="291"/>
            <ac:spMk id="309" creationId="{49112F60-5A24-9745-F3E9-FFF07BE77329}"/>
          </ac:spMkLst>
        </pc:spChg>
        <pc:spChg chg="mod">
          <ac:chgData name="Matthew Dodds" userId="80d5a6ea92063750" providerId="LiveId" clId="{614D3421-716A-4CB0-994B-C24DF82A0F6F}" dt="2025-12-14T07:44:40.745" v="8616"/>
          <ac:spMkLst>
            <pc:docMk/>
            <pc:sldMk cId="3760332738" sldId="291"/>
            <ac:spMk id="310" creationId="{241505A7-C82E-880D-C823-D97DDF270034}"/>
          </ac:spMkLst>
        </pc:spChg>
        <pc:spChg chg="mod">
          <ac:chgData name="Matthew Dodds" userId="80d5a6ea92063750" providerId="LiveId" clId="{614D3421-716A-4CB0-994B-C24DF82A0F6F}" dt="2025-12-14T07:44:41.056" v="8617"/>
          <ac:spMkLst>
            <pc:docMk/>
            <pc:sldMk cId="3760332738" sldId="291"/>
            <ac:spMk id="313" creationId="{CD4F53AB-4479-D470-ACDF-6F7E4A0CA4BA}"/>
          </ac:spMkLst>
        </pc:spChg>
        <pc:spChg chg="mod">
          <ac:chgData name="Matthew Dodds" userId="80d5a6ea92063750" providerId="LiveId" clId="{614D3421-716A-4CB0-994B-C24DF82A0F6F}" dt="2025-12-14T07:44:41.056" v="8617"/>
          <ac:spMkLst>
            <pc:docMk/>
            <pc:sldMk cId="3760332738" sldId="291"/>
            <ac:spMk id="314" creationId="{1EA41190-B7D0-8A4B-6C45-A2A6AEB6A0CE}"/>
          </ac:spMkLst>
        </pc:spChg>
        <pc:spChg chg="mod">
          <ac:chgData name="Matthew Dodds" userId="80d5a6ea92063750" providerId="LiveId" clId="{614D3421-716A-4CB0-994B-C24DF82A0F6F}" dt="2025-12-14T07:44:41.056" v="8617"/>
          <ac:spMkLst>
            <pc:docMk/>
            <pc:sldMk cId="3760332738" sldId="291"/>
            <ac:spMk id="315" creationId="{47D6E0F4-90E4-EADB-7281-FB7C7FF49ACC}"/>
          </ac:spMkLst>
        </pc:spChg>
        <pc:spChg chg="mod">
          <ac:chgData name="Matthew Dodds" userId="80d5a6ea92063750" providerId="LiveId" clId="{614D3421-716A-4CB0-994B-C24DF82A0F6F}" dt="2025-12-14T07:44:56.677" v="8619"/>
          <ac:spMkLst>
            <pc:docMk/>
            <pc:sldMk cId="3760332738" sldId="291"/>
            <ac:spMk id="321" creationId="{13E85396-8829-0811-E51B-B300A8364F26}"/>
          </ac:spMkLst>
        </pc:spChg>
        <pc:spChg chg="mod">
          <ac:chgData name="Matthew Dodds" userId="80d5a6ea92063750" providerId="LiveId" clId="{614D3421-716A-4CB0-994B-C24DF82A0F6F}" dt="2025-12-14T07:44:56.677" v="8619"/>
          <ac:spMkLst>
            <pc:docMk/>
            <pc:sldMk cId="3760332738" sldId="291"/>
            <ac:spMk id="322" creationId="{4366B159-B474-0358-546B-3EAE669A7DA3}"/>
          </ac:spMkLst>
        </pc:spChg>
        <pc:spChg chg="mod">
          <ac:chgData name="Matthew Dodds" userId="80d5a6ea92063750" providerId="LiveId" clId="{614D3421-716A-4CB0-994B-C24DF82A0F6F}" dt="2025-12-14T07:44:56.677" v="8619"/>
          <ac:spMkLst>
            <pc:docMk/>
            <pc:sldMk cId="3760332738" sldId="291"/>
            <ac:spMk id="323" creationId="{ACBADF1A-F367-8DE6-B0E3-C5B4784CF5D7}"/>
          </ac:spMkLst>
        </pc:spChg>
        <pc:spChg chg="mod">
          <ac:chgData name="Matthew Dodds" userId="80d5a6ea92063750" providerId="LiveId" clId="{614D3421-716A-4CB0-994B-C24DF82A0F6F}" dt="2025-12-14T07:44:56.821" v="8620"/>
          <ac:spMkLst>
            <pc:docMk/>
            <pc:sldMk cId="3760332738" sldId="291"/>
            <ac:spMk id="328" creationId="{2EB1D6ED-0094-D14A-EAC2-AA2F846EB397}"/>
          </ac:spMkLst>
        </pc:spChg>
        <pc:spChg chg="mod">
          <ac:chgData name="Matthew Dodds" userId="80d5a6ea92063750" providerId="LiveId" clId="{614D3421-716A-4CB0-994B-C24DF82A0F6F}" dt="2025-12-14T07:44:56.821" v="8620"/>
          <ac:spMkLst>
            <pc:docMk/>
            <pc:sldMk cId="3760332738" sldId="291"/>
            <ac:spMk id="329" creationId="{39D8E261-263E-4D71-C3D2-5B2F8D137713}"/>
          </ac:spMkLst>
        </pc:spChg>
        <pc:spChg chg="mod">
          <ac:chgData name="Matthew Dodds" userId="80d5a6ea92063750" providerId="LiveId" clId="{614D3421-716A-4CB0-994B-C24DF82A0F6F}" dt="2025-12-14T07:44:56.821" v="8620"/>
          <ac:spMkLst>
            <pc:docMk/>
            <pc:sldMk cId="3760332738" sldId="291"/>
            <ac:spMk id="330" creationId="{DFD7F2F6-143E-8CB9-E3D7-7DB6BB1250F0}"/>
          </ac:spMkLst>
        </pc:spChg>
        <pc:spChg chg="mod">
          <ac:chgData name="Matthew Dodds" userId="80d5a6ea92063750" providerId="LiveId" clId="{614D3421-716A-4CB0-994B-C24DF82A0F6F}" dt="2025-12-14T07:44:56.969" v="8621"/>
          <ac:spMkLst>
            <pc:docMk/>
            <pc:sldMk cId="3760332738" sldId="291"/>
            <ac:spMk id="335" creationId="{F052F379-56BB-C9FD-D97F-55DE0A7AC657}"/>
          </ac:spMkLst>
        </pc:spChg>
        <pc:spChg chg="mod">
          <ac:chgData name="Matthew Dodds" userId="80d5a6ea92063750" providerId="LiveId" clId="{614D3421-716A-4CB0-994B-C24DF82A0F6F}" dt="2025-12-14T07:44:56.969" v="8621"/>
          <ac:spMkLst>
            <pc:docMk/>
            <pc:sldMk cId="3760332738" sldId="291"/>
            <ac:spMk id="336" creationId="{CF08FCDA-6C56-8EC2-80D0-5940C9E5F4C7}"/>
          </ac:spMkLst>
        </pc:spChg>
        <pc:spChg chg="mod">
          <ac:chgData name="Matthew Dodds" userId="80d5a6ea92063750" providerId="LiveId" clId="{614D3421-716A-4CB0-994B-C24DF82A0F6F}" dt="2025-12-14T07:44:56.969" v="8621"/>
          <ac:spMkLst>
            <pc:docMk/>
            <pc:sldMk cId="3760332738" sldId="291"/>
            <ac:spMk id="337" creationId="{4F178045-DBB7-D627-2CCA-82C641E387C6}"/>
          </ac:spMkLst>
        </pc:spChg>
        <pc:spChg chg="mod">
          <ac:chgData name="Matthew Dodds" userId="80d5a6ea92063750" providerId="LiveId" clId="{614D3421-716A-4CB0-994B-C24DF82A0F6F}" dt="2025-12-14T07:44:57.117" v="8622"/>
          <ac:spMkLst>
            <pc:docMk/>
            <pc:sldMk cId="3760332738" sldId="291"/>
            <ac:spMk id="342" creationId="{C9CC4475-1C00-20DB-636D-A2120EAB5934}"/>
          </ac:spMkLst>
        </pc:spChg>
        <pc:spChg chg="mod">
          <ac:chgData name="Matthew Dodds" userId="80d5a6ea92063750" providerId="LiveId" clId="{614D3421-716A-4CB0-994B-C24DF82A0F6F}" dt="2025-12-14T07:44:57.117" v="8622"/>
          <ac:spMkLst>
            <pc:docMk/>
            <pc:sldMk cId="3760332738" sldId="291"/>
            <ac:spMk id="343" creationId="{2806DBD0-0AD4-4363-98E2-370CBCAF5A0C}"/>
          </ac:spMkLst>
        </pc:spChg>
        <pc:spChg chg="mod">
          <ac:chgData name="Matthew Dodds" userId="80d5a6ea92063750" providerId="LiveId" clId="{614D3421-716A-4CB0-994B-C24DF82A0F6F}" dt="2025-12-14T07:44:57.117" v="8622"/>
          <ac:spMkLst>
            <pc:docMk/>
            <pc:sldMk cId="3760332738" sldId="291"/>
            <ac:spMk id="344" creationId="{066EC95B-1BEC-3BED-551C-489F9D3E62D9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49" creationId="{759978AA-E36F-40F6-50C8-45D3A8A182E9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50" creationId="{E41D3B09-C11A-1945-D841-B5FA2FF58578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51" creationId="{08BA2198-0797-C95D-E515-40A8D3FD24CB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56" creationId="{4D3B973C-1858-5775-F651-E5B8085DDA70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58" creationId="{7A979281-9DCE-A331-EDA1-5E2D3C2CF781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63" creationId="{52F6859B-493D-A8B3-CB28-31CB4FFD9A65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64" creationId="{AC8833CC-1C29-0C65-93F4-C9A1BFF142C3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70" creationId="{AC70E57B-194B-10F0-1C49-7D0DA2AD86E5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77" creationId="{70D17B61-EAA8-460B-4D13-DFB981D82A87}"/>
          </ac:spMkLst>
        </pc:spChg>
        <pc:spChg chg="mod">
          <ac:chgData name="Matthew Dodds" userId="80d5a6ea92063750" providerId="LiveId" clId="{614D3421-716A-4CB0-994B-C24DF82A0F6F}" dt="2025-12-14T07:46:48.409" v="8660"/>
          <ac:spMkLst>
            <pc:docMk/>
            <pc:sldMk cId="3760332738" sldId="291"/>
            <ac:spMk id="379" creationId="{EF558F16-775A-86B4-C982-6B42E9CD4FD1}"/>
          </ac:spMkLst>
        </pc:spChg>
        <pc:spChg chg="del mod">
          <ac:chgData name="Matthew Dodds" userId="80d5a6ea92063750" providerId="LiveId" clId="{614D3421-716A-4CB0-994B-C24DF82A0F6F}" dt="2025-12-14T07:47:56.984" v="8727" actId="478"/>
          <ac:spMkLst>
            <pc:docMk/>
            <pc:sldMk cId="3760332738" sldId="291"/>
            <ac:spMk id="384" creationId="{8DB68042-65B8-C5BC-5CDD-EAA2442E3C5E}"/>
          </ac:spMkLst>
        </pc:spChg>
        <pc:spChg chg="mod">
          <ac:chgData name="Matthew Dodds" userId="80d5a6ea92063750" providerId="LiveId" clId="{614D3421-716A-4CB0-994B-C24DF82A0F6F}" dt="2025-12-14T07:47:22.600" v="8725"/>
          <ac:spMkLst>
            <pc:docMk/>
            <pc:sldMk cId="3760332738" sldId="291"/>
            <ac:spMk id="385" creationId="{E5C7A7EB-00BC-9620-FD74-D351025FCAD4}"/>
          </ac:spMkLst>
        </pc:spChg>
        <pc:spChg chg="mod">
          <ac:chgData name="Matthew Dodds" userId="80d5a6ea92063750" providerId="LiveId" clId="{614D3421-716A-4CB0-994B-C24DF82A0F6F}" dt="2025-12-14T07:47:22.600" v="8725"/>
          <ac:spMkLst>
            <pc:docMk/>
            <pc:sldMk cId="3760332738" sldId="291"/>
            <ac:spMk id="386" creationId="{9F4DA73B-9E60-96AC-12AD-B7D195AB5878}"/>
          </ac:spMkLst>
        </pc:spChg>
        <pc:spChg chg="add mod">
          <ac:chgData name="Matthew Dodds" userId="80d5a6ea92063750" providerId="LiveId" clId="{614D3421-716A-4CB0-994B-C24DF82A0F6F}" dt="2025-12-14T08:03:26.347" v="8986" actId="1038"/>
          <ac:spMkLst>
            <pc:docMk/>
            <pc:sldMk cId="3760332738" sldId="291"/>
            <ac:spMk id="387" creationId="{FCB16DDC-666D-8B7C-EA76-DCE9E21A86DD}"/>
          </ac:spMkLst>
        </pc:spChg>
        <pc:spChg chg="add del mod">
          <ac:chgData name="Matthew Dodds" userId="80d5a6ea92063750" providerId="LiveId" clId="{614D3421-716A-4CB0-994B-C24DF82A0F6F}" dt="2025-12-14T08:03:06.194" v="8965" actId="478"/>
          <ac:spMkLst>
            <pc:docMk/>
            <pc:sldMk cId="3760332738" sldId="291"/>
            <ac:spMk id="388" creationId="{5B1C8B5C-0AA4-2115-C07D-C0C7A8434D99}"/>
          </ac:spMkLst>
        </pc:spChg>
        <pc:spChg chg="add del mod">
          <ac:chgData name="Matthew Dodds" userId="80d5a6ea92063750" providerId="LiveId" clId="{614D3421-716A-4CB0-994B-C24DF82A0F6F}" dt="2025-12-14T08:03:03.862" v="8964" actId="478"/>
          <ac:spMkLst>
            <pc:docMk/>
            <pc:sldMk cId="3760332738" sldId="291"/>
            <ac:spMk id="389" creationId="{A7C80B1B-F521-80D6-1D3F-05E62CC51CA1}"/>
          </ac:spMkLst>
        </pc:spChg>
        <pc:spChg chg="add mod">
          <ac:chgData name="Matthew Dodds" userId="80d5a6ea92063750" providerId="LiveId" clId="{614D3421-716A-4CB0-994B-C24DF82A0F6F}" dt="2025-12-14T08:00:46.491" v="8944" actId="1036"/>
          <ac:spMkLst>
            <pc:docMk/>
            <pc:sldMk cId="3760332738" sldId="291"/>
            <ac:spMk id="390" creationId="{B511C8E2-AF77-B411-47A7-4C39DC8560FD}"/>
          </ac:spMkLst>
        </pc:spChg>
        <pc:spChg chg="add mod">
          <ac:chgData name="Matthew Dodds" userId="80d5a6ea92063750" providerId="LiveId" clId="{614D3421-716A-4CB0-994B-C24DF82A0F6F}" dt="2025-12-14T08:00:46.491" v="8944" actId="1036"/>
          <ac:spMkLst>
            <pc:docMk/>
            <pc:sldMk cId="3760332738" sldId="291"/>
            <ac:spMk id="391" creationId="{56D403F4-192E-C3B9-7404-EC481AA310A9}"/>
          </ac:spMkLst>
        </pc:spChg>
        <pc:spChg chg="add mod">
          <ac:chgData name="Matthew Dodds" userId="80d5a6ea92063750" providerId="LiveId" clId="{614D3421-716A-4CB0-994B-C24DF82A0F6F}" dt="2025-12-14T08:01:28.836" v="8950" actId="207"/>
          <ac:spMkLst>
            <pc:docMk/>
            <pc:sldMk cId="3760332738" sldId="291"/>
            <ac:spMk id="392" creationId="{AF3D8C6B-6AFF-031C-5D33-4744ED51AC4B}"/>
          </ac:spMkLst>
        </pc:spChg>
        <pc:spChg chg="add mod">
          <ac:chgData name="Matthew Dodds" userId="80d5a6ea92063750" providerId="LiveId" clId="{614D3421-716A-4CB0-994B-C24DF82A0F6F}" dt="2025-12-14T08:01:58.649" v="8959" actId="1036"/>
          <ac:spMkLst>
            <pc:docMk/>
            <pc:sldMk cId="3760332738" sldId="291"/>
            <ac:spMk id="393" creationId="{F56DEE1A-EFF1-E97C-FA38-54EEF92A98D0}"/>
          </ac:spMkLst>
        </pc:spChg>
        <pc:grpChg chg="mod">
          <ac:chgData name="Matthew Dodds" userId="80d5a6ea92063750" providerId="LiveId" clId="{614D3421-716A-4CB0-994B-C24DF82A0F6F}" dt="2025-12-14T07:26:06.136" v="8324" actId="1076"/>
          <ac:grpSpMkLst>
            <pc:docMk/>
            <pc:sldMk cId="3760332738" sldId="291"/>
            <ac:grpSpMk id="9" creationId="{25BA3604-4970-9934-5697-62F45545681C}"/>
          </ac:grpSpMkLst>
        </pc:grpChg>
        <pc:grpChg chg="mod">
          <ac:chgData name="Matthew Dodds" userId="80d5a6ea92063750" providerId="LiveId" clId="{614D3421-716A-4CB0-994B-C24DF82A0F6F}" dt="2025-12-14T07:26:12.305" v="8325" actId="1076"/>
          <ac:grpSpMkLst>
            <pc:docMk/>
            <pc:sldMk cId="3760332738" sldId="291"/>
            <ac:grpSpMk id="10" creationId="{2B957E99-71D9-4436-376C-8BAFAC2C535C}"/>
          </ac:grpSpMkLst>
        </pc:grpChg>
        <pc:grpChg chg="add del mod">
          <ac:chgData name="Matthew Dodds" userId="80d5a6ea92063750" providerId="LiveId" clId="{614D3421-716A-4CB0-994B-C24DF82A0F6F}" dt="2025-12-13T23:47:34.621" v="6125" actId="478"/>
          <ac:grpSpMkLst>
            <pc:docMk/>
            <pc:sldMk cId="3760332738" sldId="291"/>
            <ac:grpSpMk id="33" creationId="{590386C0-C025-9CD5-888F-DE8170CC3F63}"/>
          </ac:grpSpMkLst>
        </pc:grpChg>
        <pc:grpChg chg="add mod">
          <ac:chgData name="Matthew Dodds" userId="80d5a6ea92063750" providerId="LiveId" clId="{614D3421-716A-4CB0-994B-C24DF82A0F6F}" dt="2025-12-13T23:56:13.481" v="6227" actId="164"/>
          <ac:grpSpMkLst>
            <pc:docMk/>
            <pc:sldMk cId="3760332738" sldId="291"/>
            <ac:grpSpMk id="46" creationId="{E9449AC2-3830-1FB9-E692-0A790A562D00}"/>
          </ac:grpSpMkLst>
        </pc:grpChg>
        <pc:grpChg chg="add del mod">
          <ac:chgData name="Matthew Dodds" userId="80d5a6ea92063750" providerId="LiveId" clId="{614D3421-716A-4CB0-994B-C24DF82A0F6F}" dt="2025-12-13T23:53:18.847" v="6189" actId="478"/>
          <ac:grpSpMkLst>
            <pc:docMk/>
            <pc:sldMk cId="3760332738" sldId="291"/>
            <ac:grpSpMk id="50" creationId="{58139792-6443-37DA-920E-5E8AE588C905}"/>
          </ac:grpSpMkLst>
        </pc:grpChg>
        <pc:grpChg chg="add del mod">
          <ac:chgData name="Matthew Dodds" userId="80d5a6ea92063750" providerId="LiveId" clId="{614D3421-716A-4CB0-994B-C24DF82A0F6F}" dt="2025-12-13T23:54:39.261" v="6200" actId="478"/>
          <ac:grpSpMkLst>
            <pc:docMk/>
            <pc:sldMk cId="3760332738" sldId="291"/>
            <ac:grpSpMk id="51" creationId="{55E7F183-BDB0-A344-9CDD-0831743F6E79}"/>
          </ac:grpSpMkLst>
        </pc:grpChg>
        <pc:grpChg chg="add mod">
          <ac:chgData name="Matthew Dodds" userId="80d5a6ea92063750" providerId="LiveId" clId="{614D3421-716A-4CB0-994B-C24DF82A0F6F}" dt="2025-12-14T07:31:53.479" v="8430" actId="1036"/>
          <ac:grpSpMkLst>
            <pc:docMk/>
            <pc:sldMk cId="3760332738" sldId="291"/>
            <ac:grpSpMk id="54" creationId="{0C36046F-4668-A005-259B-0996BB7D952D}"/>
          </ac:grpSpMkLst>
        </pc:grpChg>
        <pc:grpChg chg="del">
          <ac:chgData name="Matthew Dodds" userId="80d5a6ea92063750" providerId="LiveId" clId="{614D3421-716A-4CB0-994B-C24DF82A0F6F}" dt="2025-12-14T07:12:58.416" v="8227" actId="478"/>
          <ac:grpSpMkLst>
            <pc:docMk/>
            <pc:sldMk cId="3760332738" sldId="291"/>
            <ac:grpSpMk id="60" creationId="{4EEE6046-260E-AC6B-E010-F31B5BEBD2EF}"/>
          </ac:grpSpMkLst>
        </pc:grpChg>
        <pc:grpChg chg="del">
          <ac:chgData name="Matthew Dodds" userId="80d5a6ea92063750" providerId="LiveId" clId="{614D3421-716A-4CB0-994B-C24DF82A0F6F}" dt="2025-12-14T07:12:53.500" v="8225" actId="478"/>
          <ac:grpSpMkLst>
            <pc:docMk/>
            <pc:sldMk cId="3760332738" sldId="291"/>
            <ac:grpSpMk id="63" creationId="{8296C811-D3AD-4EF1-3152-8307A7610DB8}"/>
          </ac:grpSpMkLst>
        </pc:grpChg>
        <pc:grpChg chg="del">
          <ac:chgData name="Matthew Dodds" userId="80d5a6ea92063750" providerId="LiveId" clId="{614D3421-716A-4CB0-994B-C24DF82A0F6F}" dt="2025-12-14T07:12:56.099" v="8226" actId="478"/>
          <ac:grpSpMkLst>
            <pc:docMk/>
            <pc:sldMk cId="3760332738" sldId="291"/>
            <ac:grpSpMk id="66" creationId="{6AE2F60C-B26F-7B9D-306C-9C3912411D83}"/>
          </ac:grpSpMkLst>
        </pc:grpChg>
        <pc:grpChg chg="add mod">
          <ac:chgData name="Matthew Dodds" userId="80d5a6ea92063750" providerId="LiveId" clId="{614D3421-716A-4CB0-994B-C24DF82A0F6F}" dt="2025-12-13T23:55:58.821" v="6206" actId="164"/>
          <ac:grpSpMkLst>
            <pc:docMk/>
            <pc:sldMk cId="3760332738" sldId="291"/>
            <ac:grpSpMk id="69" creationId="{4FF92542-EFDD-2B8A-8DEF-90E33FA4ECBC}"/>
          </ac:grpSpMkLst>
        </pc:grpChg>
        <pc:grpChg chg="add mod">
          <ac:chgData name="Matthew Dodds" userId="80d5a6ea92063750" providerId="LiveId" clId="{614D3421-716A-4CB0-994B-C24DF82A0F6F}" dt="2025-12-14T00:09:38.202" v="6600" actId="1035"/>
          <ac:grpSpMkLst>
            <pc:docMk/>
            <pc:sldMk cId="3760332738" sldId="291"/>
            <ac:grpSpMk id="86" creationId="{9E0E89AF-94EB-B134-EC3F-26475458A3C8}"/>
          </ac:grpSpMkLst>
        </pc:grpChg>
        <pc:grpChg chg="add mod">
          <ac:chgData name="Matthew Dodds" userId="80d5a6ea92063750" providerId="LiveId" clId="{614D3421-716A-4CB0-994B-C24DF82A0F6F}" dt="2025-12-14T00:09:38.202" v="6600" actId="1035"/>
          <ac:grpSpMkLst>
            <pc:docMk/>
            <pc:sldMk cId="3760332738" sldId="291"/>
            <ac:grpSpMk id="87" creationId="{6CE78FF8-0A37-33A9-FF73-549BECF70529}"/>
          </ac:grpSpMkLst>
        </pc:grpChg>
        <pc:grpChg chg="add del mod">
          <ac:chgData name="Matthew Dodds" userId="80d5a6ea92063750" providerId="LiveId" clId="{614D3421-716A-4CB0-994B-C24DF82A0F6F}" dt="2025-12-14T00:13:19.213" v="6658" actId="478"/>
          <ac:grpSpMkLst>
            <pc:docMk/>
            <pc:sldMk cId="3760332738" sldId="291"/>
            <ac:grpSpMk id="91" creationId="{DC1BC252-E276-8F98-A317-1C27E38933DE}"/>
          </ac:grpSpMkLst>
        </pc:grpChg>
        <pc:grpChg chg="add del mod">
          <ac:chgData name="Matthew Dodds" userId="80d5a6ea92063750" providerId="LiveId" clId="{614D3421-716A-4CB0-994B-C24DF82A0F6F}" dt="2025-12-14T00:13:24.579" v="6659" actId="478"/>
          <ac:grpSpMkLst>
            <pc:docMk/>
            <pc:sldMk cId="3760332738" sldId="291"/>
            <ac:grpSpMk id="92" creationId="{B8901BEE-BF97-EA36-0BF8-06E0C0A374B8}"/>
          </ac:grpSpMkLst>
        </pc:grpChg>
        <pc:grpChg chg="add mod topLvl">
          <ac:chgData name="Matthew Dodds" userId="80d5a6ea92063750" providerId="LiveId" clId="{614D3421-716A-4CB0-994B-C24DF82A0F6F}" dt="2025-12-13T23:48:01.009" v="6128" actId="164"/>
          <ac:grpSpMkLst>
            <pc:docMk/>
            <pc:sldMk cId="3760332738" sldId="291"/>
            <ac:grpSpMk id="98" creationId="{63199BC9-DF96-8BC3-AD6A-8DE752E4CB10}"/>
          </ac:grpSpMkLst>
        </pc:grpChg>
        <pc:grpChg chg="add del mod">
          <ac:chgData name="Matthew Dodds" userId="80d5a6ea92063750" providerId="LiveId" clId="{614D3421-716A-4CB0-994B-C24DF82A0F6F}" dt="2025-12-14T00:33:22.755" v="7170" actId="478"/>
          <ac:grpSpMkLst>
            <pc:docMk/>
            <pc:sldMk cId="3760332738" sldId="291"/>
            <ac:grpSpMk id="111" creationId="{54B31CE3-938B-7530-C868-1EE348FDCF7C}"/>
          </ac:grpSpMkLst>
        </pc:grpChg>
        <pc:grpChg chg="add mod">
          <ac:chgData name="Matthew Dodds" userId="80d5a6ea92063750" providerId="LiveId" clId="{614D3421-716A-4CB0-994B-C24DF82A0F6F}" dt="2025-12-14T06:18:59.426" v="7267" actId="164"/>
          <ac:grpSpMkLst>
            <pc:docMk/>
            <pc:sldMk cId="3760332738" sldId="291"/>
            <ac:grpSpMk id="134" creationId="{7D996611-DF00-D3E4-3939-6B0B0B999EAA}"/>
          </ac:grpSpMkLst>
        </pc:grpChg>
        <pc:grpChg chg="add del mod">
          <ac:chgData name="Matthew Dodds" userId="80d5a6ea92063750" providerId="LiveId" clId="{614D3421-716A-4CB0-994B-C24DF82A0F6F}" dt="2025-12-14T06:47:20.361" v="7880" actId="478"/>
          <ac:grpSpMkLst>
            <pc:docMk/>
            <pc:sldMk cId="3760332738" sldId="291"/>
            <ac:grpSpMk id="135" creationId="{105F4521-7F12-2F51-29D1-DB5C26160459}"/>
          </ac:grpSpMkLst>
        </pc:grpChg>
        <pc:grpChg chg="add del mod">
          <ac:chgData name="Matthew Dodds" userId="80d5a6ea92063750" providerId="LiveId" clId="{614D3421-716A-4CB0-994B-C24DF82A0F6F}" dt="2025-12-14T00:28:16.672" v="6960" actId="478"/>
          <ac:grpSpMkLst>
            <pc:docMk/>
            <pc:sldMk cId="3760332738" sldId="291"/>
            <ac:grpSpMk id="152" creationId="{A1643F9C-7979-B96A-A7DF-C68B4F29E394}"/>
          </ac:grpSpMkLst>
        </pc:grpChg>
        <pc:grpChg chg="add del mod">
          <ac:chgData name="Matthew Dodds" userId="80d5a6ea92063750" providerId="LiveId" clId="{614D3421-716A-4CB0-994B-C24DF82A0F6F}" dt="2025-12-14T00:24:06.477" v="6850" actId="165"/>
          <ac:grpSpMkLst>
            <pc:docMk/>
            <pc:sldMk cId="3760332738" sldId="291"/>
            <ac:grpSpMk id="153" creationId="{4BF8A158-3227-E868-4E95-C66887FBD68C}"/>
          </ac:grpSpMkLst>
        </pc:grpChg>
        <pc:grpChg chg="add del mod">
          <ac:chgData name="Matthew Dodds" userId="80d5a6ea92063750" providerId="LiveId" clId="{614D3421-716A-4CB0-994B-C24DF82A0F6F}" dt="2025-12-14T00:24:21.142" v="6852" actId="165"/>
          <ac:grpSpMkLst>
            <pc:docMk/>
            <pc:sldMk cId="3760332738" sldId="291"/>
            <ac:grpSpMk id="157" creationId="{C1A8DD04-7F10-7334-6A6B-31E03D765381}"/>
          </ac:grpSpMkLst>
        </pc:grpChg>
        <pc:grpChg chg="add del mod topLvl">
          <ac:chgData name="Matthew Dodds" userId="80d5a6ea92063750" providerId="LiveId" clId="{614D3421-716A-4CB0-994B-C24DF82A0F6F}" dt="2025-12-14T00:30:23.474" v="7002" actId="165"/>
          <ac:grpSpMkLst>
            <pc:docMk/>
            <pc:sldMk cId="3760332738" sldId="291"/>
            <ac:grpSpMk id="164" creationId="{8DC1099C-E968-8410-F864-387C5B2408D2}"/>
          </ac:grpSpMkLst>
        </pc:grpChg>
        <pc:grpChg chg="add del mod ord topLvl">
          <ac:chgData name="Matthew Dodds" userId="80d5a6ea92063750" providerId="LiveId" clId="{614D3421-716A-4CB0-994B-C24DF82A0F6F}" dt="2025-12-14T00:30:16.157" v="7001" actId="165"/>
          <ac:grpSpMkLst>
            <pc:docMk/>
            <pc:sldMk cId="3760332738" sldId="291"/>
            <ac:grpSpMk id="165" creationId="{19E6900E-1D51-6651-E3F7-89F059AB841E}"/>
          </ac:grpSpMkLst>
        </pc:grpChg>
        <pc:grpChg chg="add del mod">
          <ac:chgData name="Matthew Dodds" userId="80d5a6ea92063750" providerId="LiveId" clId="{614D3421-716A-4CB0-994B-C24DF82A0F6F}" dt="2025-12-14T00:30:07.198" v="7000" actId="165"/>
          <ac:grpSpMkLst>
            <pc:docMk/>
            <pc:sldMk cId="3760332738" sldId="291"/>
            <ac:grpSpMk id="166" creationId="{7CA90541-5C1D-EB44-B504-165A971A3666}"/>
          </ac:grpSpMkLst>
        </pc:grpChg>
        <pc:grpChg chg="add del mod topLvl">
          <ac:chgData name="Matthew Dodds" userId="80d5a6ea92063750" providerId="LiveId" clId="{614D3421-716A-4CB0-994B-C24DF82A0F6F}" dt="2025-12-14T06:34:09.449" v="7552" actId="165"/>
          <ac:grpSpMkLst>
            <pc:docMk/>
            <pc:sldMk cId="3760332738" sldId="291"/>
            <ac:grpSpMk id="168" creationId="{6730AF92-9898-382F-272A-ADD03873CF57}"/>
          </ac:grpSpMkLst>
        </pc:grpChg>
        <pc:grpChg chg="add del mod">
          <ac:chgData name="Matthew Dodds" userId="80d5a6ea92063750" providerId="LiveId" clId="{614D3421-716A-4CB0-994B-C24DF82A0F6F}" dt="2025-12-14T06:35:17.358" v="7607" actId="478"/>
          <ac:grpSpMkLst>
            <pc:docMk/>
            <pc:sldMk cId="3760332738" sldId="291"/>
            <ac:grpSpMk id="169" creationId="{560448D4-2AF7-3E46-47F4-DA50620B3771}"/>
          </ac:grpSpMkLst>
        </pc:grpChg>
        <pc:grpChg chg="add del mod">
          <ac:chgData name="Matthew Dodds" userId="80d5a6ea92063750" providerId="LiveId" clId="{614D3421-716A-4CB0-994B-C24DF82A0F6F}" dt="2025-12-14T06:33:56.951" v="7551" actId="165"/>
          <ac:grpSpMkLst>
            <pc:docMk/>
            <pc:sldMk cId="3760332738" sldId="291"/>
            <ac:grpSpMk id="170" creationId="{D32018B4-1982-B59B-0B92-CA42A965E762}"/>
          </ac:grpSpMkLst>
        </pc:grpChg>
        <pc:grpChg chg="add mod">
          <ac:chgData name="Matthew Dodds" userId="80d5a6ea92063750" providerId="LiveId" clId="{614D3421-716A-4CB0-994B-C24DF82A0F6F}" dt="2025-12-14T07:58:21.066" v="8922" actId="1037"/>
          <ac:grpSpMkLst>
            <pc:docMk/>
            <pc:sldMk cId="3760332738" sldId="291"/>
            <ac:grpSpMk id="172" creationId="{DF458614-DAE0-638C-8FD4-8378BB104F1B}"/>
          </ac:grpSpMkLst>
        </pc:grpChg>
        <pc:grpChg chg="add mod">
          <ac:chgData name="Matthew Dodds" userId="80d5a6ea92063750" providerId="LiveId" clId="{614D3421-716A-4CB0-994B-C24DF82A0F6F}" dt="2025-12-14T07:56:39.460" v="8877" actId="1036"/>
          <ac:grpSpMkLst>
            <pc:docMk/>
            <pc:sldMk cId="3760332738" sldId="291"/>
            <ac:grpSpMk id="193" creationId="{374DBEB8-4549-F462-9C86-D7E67EF274CE}"/>
          </ac:grpSpMkLst>
        </pc:grpChg>
        <pc:grpChg chg="add del mod">
          <ac:chgData name="Matthew Dodds" userId="80d5a6ea92063750" providerId="LiveId" clId="{614D3421-716A-4CB0-994B-C24DF82A0F6F}" dt="2025-12-14T07:52:15.167" v="8764" actId="165"/>
          <ac:grpSpMkLst>
            <pc:docMk/>
            <pc:sldMk cId="3760332738" sldId="291"/>
            <ac:grpSpMk id="206" creationId="{D33DF7B0-F589-7434-8326-BD9E54F17398}"/>
          </ac:grpSpMkLst>
        </pc:grpChg>
        <pc:grpChg chg="add mod">
          <ac:chgData name="Matthew Dodds" userId="80d5a6ea92063750" providerId="LiveId" clId="{614D3421-716A-4CB0-994B-C24DF82A0F6F}" dt="2025-12-14T07:13:09.122" v="8257" actId="1035"/>
          <ac:grpSpMkLst>
            <pc:docMk/>
            <pc:sldMk cId="3760332738" sldId="291"/>
            <ac:grpSpMk id="208" creationId="{EBE2552E-F10E-CA10-C9D2-E35AC20F2CB3}"/>
          </ac:grpSpMkLst>
        </pc:grpChg>
        <pc:grpChg chg="add mod">
          <ac:chgData name="Matthew Dodds" userId="80d5a6ea92063750" providerId="LiveId" clId="{614D3421-716A-4CB0-994B-C24DF82A0F6F}" dt="2025-12-14T07:13:09.122" v="8257" actId="1035"/>
          <ac:grpSpMkLst>
            <pc:docMk/>
            <pc:sldMk cId="3760332738" sldId="291"/>
            <ac:grpSpMk id="211" creationId="{CA37ACEF-E897-0798-B753-93F1A201507B}"/>
          </ac:grpSpMkLst>
        </pc:grpChg>
        <pc:grpChg chg="add mod">
          <ac:chgData name="Matthew Dodds" userId="80d5a6ea92063750" providerId="LiveId" clId="{614D3421-716A-4CB0-994B-C24DF82A0F6F}" dt="2025-12-14T07:13:09.122" v="8257" actId="1035"/>
          <ac:grpSpMkLst>
            <pc:docMk/>
            <pc:sldMk cId="3760332738" sldId="291"/>
            <ac:grpSpMk id="214" creationId="{7E5055E0-E4D7-30E1-52B4-5C922E2E6233}"/>
          </ac:grpSpMkLst>
        </pc:grpChg>
        <pc:grpChg chg="add del mod">
          <ac:chgData name="Matthew Dodds" userId="80d5a6ea92063750" providerId="LiveId" clId="{614D3421-716A-4CB0-994B-C24DF82A0F6F}" dt="2025-12-14T07:30:05.669" v="8352" actId="478"/>
          <ac:grpSpMkLst>
            <pc:docMk/>
            <pc:sldMk cId="3760332738" sldId="291"/>
            <ac:grpSpMk id="219" creationId="{547FBDE9-B3C1-78EB-8AC0-4ECA548E0DD2}"/>
          </ac:grpSpMkLst>
        </pc:grpChg>
        <pc:grpChg chg="mod">
          <ac:chgData name="Matthew Dodds" userId="80d5a6ea92063750" providerId="LiveId" clId="{614D3421-716A-4CB0-994B-C24DF82A0F6F}" dt="2025-12-14T07:29:39.659" v="8347"/>
          <ac:grpSpMkLst>
            <pc:docMk/>
            <pc:sldMk cId="3760332738" sldId="291"/>
            <ac:grpSpMk id="220" creationId="{0AB848CD-7DB4-429A-759E-E3A0CE38BA91}"/>
          </ac:grpSpMkLst>
        </pc:grpChg>
        <pc:grpChg chg="add mod">
          <ac:chgData name="Matthew Dodds" userId="80d5a6ea92063750" providerId="LiveId" clId="{614D3421-716A-4CB0-994B-C24DF82A0F6F}" dt="2025-12-14T07:44:53.542" v="8618" actId="164"/>
          <ac:grpSpMkLst>
            <pc:docMk/>
            <pc:sldMk cId="3760332738" sldId="291"/>
            <ac:grpSpMk id="224" creationId="{5BE169EF-7692-1E06-3B36-A6B0BF750CD0}"/>
          </ac:grpSpMkLst>
        </pc:grpChg>
        <pc:grpChg chg="mod">
          <ac:chgData name="Matthew Dodds" userId="80d5a6ea92063750" providerId="LiveId" clId="{614D3421-716A-4CB0-994B-C24DF82A0F6F}" dt="2025-12-14T07:30:18.028" v="8362"/>
          <ac:grpSpMkLst>
            <pc:docMk/>
            <pc:sldMk cId="3760332738" sldId="291"/>
            <ac:grpSpMk id="225" creationId="{169CDA9A-226B-A1F3-AAC3-E4951BA559C4}"/>
          </ac:grpSpMkLst>
        </pc:grpChg>
        <pc:grpChg chg="add del mod">
          <ac:chgData name="Matthew Dodds" userId="80d5a6ea92063750" providerId="LiveId" clId="{614D3421-716A-4CB0-994B-C24DF82A0F6F}" dt="2025-12-14T07:39:48.562" v="8480" actId="478"/>
          <ac:grpSpMkLst>
            <pc:docMk/>
            <pc:sldMk cId="3760332738" sldId="291"/>
            <ac:grpSpMk id="229" creationId="{04249A1D-8844-5B62-9335-30D775C976F5}"/>
          </ac:grpSpMkLst>
        </pc:grpChg>
        <pc:grpChg chg="mod">
          <ac:chgData name="Matthew Dodds" userId="80d5a6ea92063750" providerId="LiveId" clId="{614D3421-716A-4CB0-994B-C24DF82A0F6F}" dt="2025-12-14T07:32:07.572" v="8433"/>
          <ac:grpSpMkLst>
            <pc:docMk/>
            <pc:sldMk cId="3760332738" sldId="291"/>
            <ac:grpSpMk id="230" creationId="{493231CE-127B-253E-5035-15239E2FA488}"/>
          </ac:grpSpMkLst>
        </pc:grpChg>
        <pc:grpChg chg="add del mod">
          <ac:chgData name="Matthew Dodds" userId="80d5a6ea92063750" providerId="LiveId" clId="{614D3421-716A-4CB0-994B-C24DF82A0F6F}" dt="2025-12-14T07:39:50.705" v="8481" actId="478"/>
          <ac:grpSpMkLst>
            <pc:docMk/>
            <pc:sldMk cId="3760332738" sldId="291"/>
            <ac:grpSpMk id="234" creationId="{836CAA10-B219-C6CA-BCAD-002907F7C292}"/>
          </ac:grpSpMkLst>
        </pc:grpChg>
        <pc:grpChg chg="mod">
          <ac:chgData name="Matthew Dodds" userId="80d5a6ea92063750" providerId="LiveId" clId="{614D3421-716A-4CB0-994B-C24DF82A0F6F}" dt="2025-12-14T07:32:17.902" v="8435"/>
          <ac:grpSpMkLst>
            <pc:docMk/>
            <pc:sldMk cId="3760332738" sldId="291"/>
            <ac:grpSpMk id="235" creationId="{DD132ECE-F98E-61F6-DA56-7492D55D4BD9}"/>
          </ac:grpSpMkLst>
        </pc:grpChg>
        <pc:grpChg chg="add del mod">
          <ac:chgData name="Matthew Dodds" userId="80d5a6ea92063750" providerId="LiveId" clId="{614D3421-716A-4CB0-994B-C24DF82A0F6F}" dt="2025-12-14T07:39:53.878" v="8482" actId="478"/>
          <ac:grpSpMkLst>
            <pc:docMk/>
            <pc:sldMk cId="3760332738" sldId="291"/>
            <ac:grpSpMk id="239" creationId="{96BBB4CE-7369-81BD-E274-800441EB1625}"/>
          </ac:grpSpMkLst>
        </pc:grpChg>
        <pc:grpChg chg="mod">
          <ac:chgData name="Matthew Dodds" userId="80d5a6ea92063750" providerId="LiveId" clId="{614D3421-716A-4CB0-994B-C24DF82A0F6F}" dt="2025-12-14T07:32:41.543" v="8441"/>
          <ac:grpSpMkLst>
            <pc:docMk/>
            <pc:sldMk cId="3760332738" sldId="291"/>
            <ac:grpSpMk id="240" creationId="{9A0CEEC4-68D7-71AE-C17E-4F8EF166B30A}"/>
          </ac:grpSpMkLst>
        </pc:grpChg>
        <pc:grpChg chg="add del mod">
          <ac:chgData name="Matthew Dodds" userId="80d5a6ea92063750" providerId="LiveId" clId="{614D3421-716A-4CB0-994B-C24DF82A0F6F}" dt="2025-12-14T07:39:55.640" v="8483" actId="478"/>
          <ac:grpSpMkLst>
            <pc:docMk/>
            <pc:sldMk cId="3760332738" sldId="291"/>
            <ac:grpSpMk id="244" creationId="{2C9DC6E7-2964-2FF2-F24A-7B560B2F582C}"/>
          </ac:grpSpMkLst>
        </pc:grpChg>
        <pc:grpChg chg="mod">
          <ac:chgData name="Matthew Dodds" userId="80d5a6ea92063750" providerId="LiveId" clId="{614D3421-716A-4CB0-994B-C24DF82A0F6F}" dt="2025-12-14T07:32:49.617" v="8443"/>
          <ac:grpSpMkLst>
            <pc:docMk/>
            <pc:sldMk cId="3760332738" sldId="291"/>
            <ac:grpSpMk id="245" creationId="{F1151F23-BF4A-876C-F424-036BDCF52CB1}"/>
          </ac:grpSpMkLst>
        </pc:grpChg>
        <pc:grpChg chg="del mod">
          <ac:chgData name="Matthew Dodds" userId="80d5a6ea92063750" providerId="LiveId" clId="{614D3421-716A-4CB0-994B-C24DF82A0F6F}" dt="2025-12-14T07:39:58.325" v="8484" actId="478"/>
          <ac:grpSpMkLst>
            <pc:docMk/>
            <pc:sldMk cId="3760332738" sldId="291"/>
            <ac:grpSpMk id="249" creationId="{0126B218-BF9D-F1C8-9520-15CC5E99A0EB}"/>
          </ac:grpSpMkLst>
        </pc:grpChg>
        <pc:grpChg chg="del mod">
          <ac:chgData name="Matthew Dodds" userId="80d5a6ea92063750" providerId="LiveId" clId="{614D3421-716A-4CB0-994B-C24DF82A0F6F}" dt="2025-12-14T07:40:00.772" v="8485" actId="478"/>
          <ac:grpSpMkLst>
            <pc:docMk/>
            <pc:sldMk cId="3760332738" sldId="291"/>
            <ac:grpSpMk id="254" creationId="{30681032-3064-61D9-E6A0-7BF0B4A01DD7}"/>
          </ac:grpSpMkLst>
        </pc:grpChg>
        <pc:grpChg chg="del mod">
          <ac:chgData name="Matthew Dodds" userId="80d5a6ea92063750" providerId="LiveId" clId="{614D3421-716A-4CB0-994B-C24DF82A0F6F}" dt="2025-12-14T07:40:02.837" v="8486" actId="478"/>
          <ac:grpSpMkLst>
            <pc:docMk/>
            <pc:sldMk cId="3760332738" sldId="291"/>
            <ac:grpSpMk id="259" creationId="{EE41CA0F-AA29-8B4C-A684-FAE93A974DF5}"/>
          </ac:grpSpMkLst>
        </pc:grpChg>
        <pc:grpChg chg="del mod">
          <ac:chgData name="Matthew Dodds" userId="80d5a6ea92063750" providerId="LiveId" clId="{614D3421-716A-4CB0-994B-C24DF82A0F6F}" dt="2025-12-14T07:40:04.834" v="8487" actId="478"/>
          <ac:grpSpMkLst>
            <pc:docMk/>
            <pc:sldMk cId="3760332738" sldId="291"/>
            <ac:grpSpMk id="264" creationId="{AE64D7B7-4812-852D-446A-61367913A70E}"/>
          </ac:grpSpMkLst>
        </pc:grpChg>
        <pc:grpChg chg="add del mod">
          <ac:chgData name="Matthew Dodds" userId="80d5a6ea92063750" providerId="LiveId" clId="{614D3421-716A-4CB0-994B-C24DF82A0F6F}" dt="2025-12-14T07:34:10.579" v="8453" actId="478"/>
          <ac:grpSpMkLst>
            <pc:docMk/>
            <pc:sldMk cId="3760332738" sldId="291"/>
            <ac:grpSpMk id="269" creationId="{AFA7A328-4B2B-EF49-53B0-DAC5BFD61115}"/>
          </ac:grpSpMkLst>
        </pc:grpChg>
        <pc:grpChg chg="add del mod">
          <ac:chgData name="Matthew Dodds" userId="80d5a6ea92063750" providerId="LiveId" clId="{614D3421-716A-4CB0-994B-C24DF82A0F6F}" dt="2025-12-14T07:44:35.075" v="8613" actId="478"/>
          <ac:grpSpMkLst>
            <pc:docMk/>
            <pc:sldMk cId="3760332738" sldId="291"/>
            <ac:grpSpMk id="274" creationId="{331EB7C2-5E87-4164-E576-C2857E4DDAEF}"/>
          </ac:grpSpMkLst>
        </pc:grpChg>
        <pc:grpChg chg="mod">
          <ac:chgData name="Matthew Dodds" userId="80d5a6ea92063750" providerId="LiveId" clId="{614D3421-716A-4CB0-994B-C24DF82A0F6F}" dt="2025-12-14T07:40:17.777" v="8490"/>
          <ac:grpSpMkLst>
            <pc:docMk/>
            <pc:sldMk cId="3760332738" sldId="291"/>
            <ac:grpSpMk id="275" creationId="{21031EB8-1D7A-D4BA-0DBD-57E1ABCEDDA8}"/>
          </ac:grpSpMkLst>
        </pc:grpChg>
        <pc:grpChg chg="add del mod">
          <ac:chgData name="Matthew Dodds" userId="80d5a6ea92063750" providerId="LiveId" clId="{614D3421-716A-4CB0-994B-C24DF82A0F6F}" dt="2025-12-14T07:44:35.075" v="8613" actId="478"/>
          <ac:grpSpMkLst>
            <pc:docMk/>
            <pc:sldMk cId="3760332738" sldId="291"/>
            <ac:grpSpMk id="279" creationId="{0B91C005-3D58-8FFE-5316-4017A2448EE9}"/>
          </ac:grpSpMkLst>
        </pc:grpChg>
        <pc:grpChg chg="mod">
          <ac:chgData name="Matthew Dodds" userId="80d5a6ea92063750" providerId="LiveId" clId="{614D3421-716A-4CB0-994B-C24DF82A0F6F}" dt="2025-12-14T07:40:18.195" v="8491"/>
          <ac:grpSpMkLst>
            <pc:docMk/>
            <pc:sldMk cId="3760332738" sldId="291"/>
            <ac:grpSpMk id="280" creationId="{BA0A6359-5E20-647F-F7A2-2CAA6536E306}"/>
          </ac:grpSpMkLst>
        </pc:grpChg>
        <pc:grpChg chg="add del mod">
          <ac:chgData name="Matthew Dodds" userId="80d5a6ea92063750" providerId="LiveId" clId="{614D3421-716A-4CB0-994B-C24DF82A0F6F}" dt="2025-12-14T07:44:35.075" v="8613" actId="478"/>
          <ac:grpSpMkLst>
            <pc:docMk/>
            <pc:sldMk cId="3760332738" sldId="291"/>
            <ac:grpSpMk id="284" creationId="{715F12C8-F9FB-D30E-5F61-10B824CADF71}"/>
          </ac:grpSpMkLst>
        </pc:grpChg>
        <pc:grpChg chg="mod">
          <ac:chgData name="Matthew Dodds" userId="80d5a6ea92063750" providerId="LiveId" clId="{614D3421-716A-4CB0-994B-C24DF82A0F6F}" dt="2025-12-14T07:40:18.722" v="8492"/>
          <ac:grpSpMkLst>
            <pc:docMk/>
            <pc:sldMk cId="3760332738" sldId="291"/>
            <ac:grpSpMk id="285" creationId="{DE1FDB25-7F73-1206-B774-4FC7A5C8A9E9}"/>
          </ac:grpSpMkLst>
        </pc:grpChg>
        <pc:grpChg chg="add del mod">
          <ac:chgData name="Matthew Dodds" userId="80d5a6ea92063750" providerId="LiveId" clId="{614D3421-716A-4CB0-994B-C24DF82A0F6F}" dt="2025-12-14T07:44:35.075" v="8613" actId="478"/>
          <ac:grpSpMkLst>
            <pc:docMk/>
            <pc:sldMk cId="3760332738" sldId="291"/>
            <ac:grpSpMk id="289" creationId="{C3FCC32F-A0D1-33FD-EC68-37DB98E7B216}"/>
          </ac:grpSpMkLst>
        </pc:grpChg>
        <pc:grpChg chg="mod">
          <ac:chgData name="Matthew Dodds" userId="80d5a6ea92063750" providerId="LiveId" clId="{614D3421-716A-4CB0-994B-C24DF82A0F6F}" dt="2025-12-14T07:40:19.186" v="8493"/>
          <ac:grpSpMkLst>
            <pc:docMk/>
            <pc:sldMk cId="3760332738" sldId="291"/>
            <ac:grpSpMk id="290" creationId="{60F1FE31-D518-2FA1-8E62-F175AF254A31}"/>
          </ac:grpSpMkLst>
        </pc:grpChg>
        <pc:grpChg chg="add mod">
          <ac:chgData name="Matthew Dodds" userId="80d5a6ea92063750" providerId="LiveId" clId="{614D3421-716A-4CB0-994B-C24DF82A0F6F}" dt="2025-12-14T07:44:39.810" v="8614"/>
          <ac:grpSpMkLst>
            <pc:docMk/>
            <pc:sldMk cId="3760332738" sldId="291"/>
            <ac:grpSpMk id="296" creationId="{6767952C-0077-C986-91B9-1614C2F46FFC}"/>
          </ac:grpSpMkLst>
        </pc:grpChg>
        <pc:grpChg chg="mod">
          <ac:chgData name="Matthew Dodds" userId="80d5a6ea92063750" providerId="LiveId" clId="{614D3421-716A-4CB0-994B-C24DF82A0F6F}" dt="2025-12-14T07:44:39.810" v="8614"/>
          <ac:grpSpMkLst>
            <pc:docMk/>
            <pc:sldMk cId="3760332738" sldId="291"/>
            <ac:grpSpMk id="297" creationId="{D71949C2-3B54-AFF5-0E13-CCDE0CFB6D0E}"/>
          </ac:grpSpMkLst>
        </pc:grpChg>
        <pc:grpChg chg="add mod">
          <ac:chgData name="Matthew Dodds" userId="80d5a6ea92063750" providerId="LiveId" clId="{614D3421-716A-4CB0-994B-C24DF82A0F6F}" dt="2025-12-14T07:44:40.353" v="8615"/>
          <ac:grpSpMkLst>
            <pc:docMk/>
            <pc:sldMk cId="3760332738" sldId="291"/>
            <ac:grpSpMk id="301" creationId="{FFEA76F8-C3D9-0D95-CE95-34BC94192932}"/>
          </ac:grpSpMkLst>
        </pc:grpChg>
        <pc:grpChg chg="mod">
          <ac:chgData name="Matthew Dodds" userId="80d5a6ea92063750" providerId="LiveId" clId="{614D3421-716A-4CB0-994B-C24DF82A0F6F}" dt="2025-12-14T07:44:40.353" v="8615"/>
          <ac:grpSpMkLst>
            <pc:docMk/>
            <pc:sldMk cId="3760332738" sldId="291"/>
            <ac:grpSpMk id="302" creationId="{D8EFDA10-6C10-CAF3-41D9-119CC022CFA3}"/>
          </ac:grpSpMkLst>
        </pc:grpChg>
        <pc:grpChg chg="add mod">
          <ac:chgData name="Matthew Dodds" userId="80d5a6ea92063750" providerId="LiveId" clId="{614D3421-716A-4CB0-994B-C24DF82A0F6F}" dt="2025-12-14T07:44:40.745" v="8616"/>
          <ac:grpSpMkLst>
            <pc:docMk/>
            <pc:sldMk cId="3760332738" sldId="291"/>
            <ac:grpSpMk id="306" creationId="{97AE141A-E188-0369-E243-B81D015C55D9}"/>
          </ac:grpSpMkLst>
        </pc:grpChg>
        <pc:grpChg chg="mod">
          <ac:chgData name="Matthew Dodds" userId="80d5a6ea92063750" providerId="LiveId" clId="{614D3421-716A-4CB0-994B-C24DF82A0F6F}" dt="2025-12-14T07:44:40.745" v="8616"/>
          <ac:grpSpMkLst>
            <pc:docMk/>
            <pc:sldMk cId="3760332738" sldId="291"/>
            <ac:grpSpMk id="307" creationId="{77D30DF8-1E03-F480-52F9-4AD4B56C472F}"/>
          </ac:grpSpMkLst>
        </pc:grpChg>
        <pc:grpChg chg="add mod">
          <ac:chgData name="Matthew Dodds" userId="80d5a6ea92063750" providerId="LiveId" clId="{614D3421-716A-4CB0-994B-C24DF82A0F6F}" dt="2025-12-14T07:44:41.056" v="8617"/>
          <ac:grpSpMkLst>
            <pc:docMk/>
            <pc:sldMk cId="3760332738" sldId="291"/>
            <ac:grpSpMk id="311" creationId="{A02653A4-3F10-F583-089B-A9E8CE271299}"/>
          </ac:grpSpMkLst>
        </pc:grpChg>
        <pc:grpChg chg="mod">
          <ac:chgData name="Matthew Dodds" userId="80d5a6ea92063750" providerId="LiveId" clId="{614D3421-716A-4CB0-994B-C24DF82A0F6F}" dt="2025-12-14T07:44:41.056" v="8617"/>
          <ac:grpSpMkLst>
            <pc:docMk/>
            <pc:sldMk cId="3760332738" sldId="291"/>
            <ac:grpSpMk id="312" creationId="{4DDECDEF-FD53-654F-4B4A-42E2236CF29F}"/>
          </ac:grpSpMkLst>
        </pc:grpChg>
        <pc:grpChg chg="add mod">
          <ac:chgData name="Matthew Dodds" userId="80d5a6ea92063750" providerId="LiveId" clId="{614D3421-716A-4CB0-994B-C24DF82A0F6F}" dt="2025-12-14T07:44:53.542" v="8618" actId="164"/>
          <ac:grpSpMkLst>
            <pc:docMk/>
            <pc:sldMk cId="3760332738" sldId="291"/>
            <ac:grpSpMk id="316" creationId="{DB898B50-EA2F-1277-AB0E-1C6144360EDE}"/>
          </ac:grpSpMkLst>
        </pc:grpChg>
        <pc:grpChg chg="add mod">
          <ac:chgData name="Matthew Dodds" userId="80d5a6ea92063750" providerId="LiveId" clId="{614D3421-716A-4CB0-994B-C24DF82A0F6F}" dt="2025-12-14T07:46:28.712" v="8648" actId="1036"/>
          <ac:grpSpMkLst>
            <pc:docMk/>
            <pc:sldMk cId="3760332738" sldId="291"/>
            <ac:grpSpMk id="317" creationId="{DD2F3513-DE87-1688-D5EF-D8B63A37C50F}"/>
          </ac:grpSpMkLst>
        </pc:grpChg>
        <pc:grpChg chg="mod">
          <ac:chgData name="Matthew Dodds" userId="80d5a6ea92063750" providerId="LiveId" clId="{614D3421-716A-4CB0-994B-C24DF82A0F6F}" dt="2025-12-14T07:44:56.677" v="8619"/>
          <ac:grpSpMkLst>
            <pc:docMk/>
            <pc:sldMk cId="3760332738" sldId="291"/>
            <ac:grpSpMk id="318" creationId="{8544E464-FCAC-34B2-3DF4-66FA16058278}"/>
          </ac:grpSpMkLst>
        </pc:grpChg>
        <pc:grpChg chg="mod">
          <ac:chgData name="Matthew Dodds" userId="80d5a6ea92063750" providerId="LiveId" clId="{614D3421-716A-4CB0-994B-C24DF82A0F6F}" dt="2025-12-14T07:44:56.677" v="8619"/>
          <ac:grpSpMkLst>
            <pc:docMk/>
            <pc:sldMk cId="3760332738" sldId="291"/>
            <ac:grpSpMk id="320" creationId="{5791810D-627E-2069-2C70-19A98E74CAEA}"/>
          </ac:grpSpMkLst>
        </pc:grpChg>
        <pc:grpChg chg="add mod">
          <ac:chgData name="Matthew Dodds" userId="80d5a6ea92063750" providerId="LiveId" clId="{614D3421-716A-4CB0-994B-C24DF82A0F6F}" dt="2025-12-14T07:46:33.402" v="8652" actId="1036"/>
          <ac:grpSpMkLst>
            <pc:docMk/>
            <pc:sldMk cId="3760332738" sldId="291"/>
            <ac:grpSpMk id="324" creationId="{E62917EA-CEDA-2CEB-FE43-E76443479565}"/>
          </ac:grpSpMkLst>
        </pc:grpChg>
        <pc:grpChg chg="mod">
          <ac:chgData name="Matthew Dodds" userId="80d5a6ea92063750" providerId="LiveId" clId="{614D3421-716A-4CB0-994B-C24DF82A0F6F}" dt="2025-12-14T07:44:56.821" v="8620"/>
          <ac:grpSpMkLst>
            <pc:docMk/>
            <pc:sldMk cId="3760332738" sldId="291"/>
            <ac:grpSpMk id="325" creationId="{2DA69A07-1EEB-2EB1-4DB0-1EF23D7EC33F}"/>
          </ac:grpSpMkLst>
        </pc:grpChg>
        <pc:grpChg chg="mod">
          <ac:chgData name="Matthew Dodds" userId="80d5a6ea92063750" providerId="LiveId" clId="{614D3421-716A-4CB0-994B-C24DF82A0F6F}" dt="2025-12-14T07:44:56.821" v="8620"/>
          <ac:grpSpMkLst>
            <pc:docMk/>
            <pc:sldMk cId="3760332738" sldId="291"/>
            <ac:grpSpMk id="327" creationId="{A728913F-E359-69D4-685A-6519B754417B}"/>
          </ac:grpSpMkLst>
        </pc:grpChg>
        <pc:grpChg chg="add mod">
          <ac:chgData name="Matthew Dodds" userId="80d5a6ea92063750" providerId="LiveId" clId="{614D3421-716A-4CB0-994B-C24DF82A0F6F}" dt="2025-12-14T07:46:36.548" v="8656" actId="1036"/>
          <ac:grpSpMkLst>
            <pc:docMk/>
            <pc:sldMk cId="3760332738" sldId="291"/>
            <ac:grpSpMk id="331" creationId="{F3347B8E-D008-D3CB-25FD-80089BB1552E}"/>
          </ac:grpSpMkLst>
        </pc:grpChg>
        <pc:grpChg chg="mod">
          <ac:chgData name="Matthew Dodds" userId="80d5a6ea92063750" providerId="LiveId" clId="{614D3421-716A-4CB0-994B-C24DF82A0F6F}" dt="2025-12-14T07:44:56.969" v="8621"/>
          <ac:grpSpMkLst>
            <pc:docMk/>
            <pc:sldMk cId="3760332738" sldId="291"/>
            <ac:grpSpMk id="332" creationId="{789D8B90-CE8C-EE45-E78C-9E1A2A3A8862}"/>
          </ac:grpSpMkLst>
        </pc:grpChg>
        <pc:grpChg chg="mod">
          <ac:chgData name="Matthew Dodds" userId="80d5a6ea92063750" providerId="LiveId" clId="{614D3421-716A-4CB0-994B-C24DF82A0F6F}" dt="2025-12-14T07:44:56.969" v="8621"/>
          <ac:grpSpMkLst>
            <pc:docMk/>
            <pc:sldMk cId="3760332738" sldId="291"/>
            <ac:grpSpMk id="334" creationId="{7B0CD2E6-0893-01EE-B3D4-954BE87AF77A}"/>
          </ac:grpSpMkLst>
        </pc:grpChg>
        <pc:grpChg chg="add mod">
          <ac:chgData name="Matthew Dodds" userId="80d5a6ea92063750" providerId="LiveId" clId="{614D3421-716A-4CB0-994B-C24DF82A0F6F}" dt="2025-12-14T07:46:40.027" v="8659" actId="1036"/>
          <ac:grpSpMkLst>
            <pc:docMk/>
            <pc:sldMk cId="3760332738" sldId="291"/>
            <ac:grpSpMk id="338" creationId="{F7741F8E-A671-5DE0-C7EA-D8FEC31A7ABB}"/>
          </ac:grpSpMkLst>
        </pc:grpChg>
        <pc:grpChg chg="mod">
          <ac:chgData name="Matthew Dodds" userId="80d5a6ea92063750" providerId="LiveId" clId="{614D3421-716A-4CB0-994B-C24DF82A0F6F}" dt="2025-12-14T07:44:57.117" v="8622"/>
          <ac:grpSpMkLst>
            <pc:docMk/>
            <pc:sldMk cId="3760332738" sldId="291"/>
            <ac:grpSpMk id="339" creationId="{B6846EC1-2C9A-DBDE-1AC0-B6D60534A255}"/>
          </ac:grpSpMkLst>
        </pc:grpChg>
        <pc:grpChg chg="mod">
          <ac:chgData name="Matthew Dodds" userId="80d5a6ea92063750" providerId="LiveId" clId="{614D3421-716A-4CB0-994B-C24DF82A0F6F}" dt="2025-12-14T07:44:57.117" v="8622"/>
          <ac:grpSpMkLst>
            <pc:docMk/>
            <pc:sldMk cId="3760332738" sldId="291"/>
            <ac:grpSpMk id="341" creationId="{1F38B562-D170-5CB0-042F-ED497BD40542}"/>
          </ac:grpSpMkLst>
        </pc:grpChg>
        <pc:grpChg chg="mod">
          <ac:chgData name="Matthew Dodds" userId="80d5a6ea92063750" providerId="LiveId" clId="{614D3421-716A-4CB0-994B-C24DF82A0F6F}" dt="2025-12-14T07:46:58.929" v="8723" actId="1035"/>
          <ac:grpSpMkLst>
            <pc:docMk/>
            <pc:sldMk cId="3760332738" sldId="291"/>
            <ac:grpSpMk id="345" creationId="{830DB503-0256-BE41-CD3B-68B12409A0F3}"/>
          </ac:grpSpMkLst>
        </pc:grpChg>
        <pc:grpChg chg="mod">
          <ac:chgData name="Matthew Dodds" userId="80d5a6ea92063750" providerId="LiveId" clId="{614D3421-716A-4CB0-994B-C24DF82A0F6F}" dt="2025-12-14T07:46:58.929" v="8723" actId="1035"/>
          <ac:grpSpMkLst>
            <pc:docMk/>
            <pc:sldMk cId="3760332738" sldId="291"/>
            <ac:grpSpMk id="352" creationId="{62CE1310-B6C3-AA89-28D7-D816472A377C}"/>
          </ac:grpSpMkLst>
        </pc:grpChg>
        <pc:grpChg chg="mod">
          <ac:chgData name="Matthew Dodds" userId="80d5a6ea92063750" providerId="LiveId" clId="{614D3421-716A-4CB0-994B-C24DF82A0F6F}" dt="2025-12-14T07:46:58.929" v="8723" actId="1035"/>
          <ac:grpSpMkLst>
            <pc:docMk/>
            <pc:sldMk cId="3760332738" sldId="291"/>
            <ac:grpSpMk id="359" creationId="{F590CF32-4922-2284-8526-AF286012920A}"/>
          </ac:grpSpMkLst>
        </pc:grpChg>
        <pc:grpChg chg="mod">
          <ac:chgData name="Matthew Dodds" userId="80d5a6ea92063750" providerId="LiveId" clId="{614D3421-716A-4CB0-994B-C24DF82A0F6F}" dt="2025-12-14T07:46:58.929" v="8723" actId="1035"/>
          <ac:grpSpMkLst>
            <pc:docMk/>
            <pc:sldMk cId="3760332738" sldId="291"/>
            <ac:grpSpMk id="366" creationId="{38D2D624-69F7-680E-4C52-F11A1D4006D8}"/>
          </ac:grpSpMkLst>
        </pc:grpChg>
        <pc:grpChg chg="del mod">
          <ac:chgData name="Matthew Dodds" userId="80d5a6ea92063750" providerId="LiveId" clId="{614D3421-716A-4CB0-994B-C24DF82A0F6F}" dt="2025-12-14T07:47:02.042" v="8724" actId="478"/>
          <ac:grpSpMkLst>
            <pc:docMk/>
            <pc:sldMk cId="3760332738" sldId="291"/>
            <ac:grpSpMk id="373" creationId="{181D0EE8-0885-B817-5A0F-67D7AFB97CA0}"/>
          </ac:grpSpMkLst>
        </pc:grpChg>
        <pc:grpChg chg="add mod">
          <ac:chgData name="Matthew Dodds" userId="80d5a6ea92063750" providerId="LiveId" clId="{614D3421-716A-4CB0-994B-C24DF82A0F6F}" dt="2025-12-14T07:48:38.546" v="8735" actId="14100"/>
          <ac:grpSpMkLst>
            <pc:docMk/>
            <pc:sldMk cId="3760332738" sldId="291"/>
            <ac:grpSpMk id="380" creationId="{0D50A284-032B-DF54-BC21-8D1B022EE4D4}"/>
          </ac:grpSpMkLst>
        </pc:grpChg>
        <pc:grpChg chg="del mod">
          <ac:chgData name="Matthew Dodds" userId="80d5a6ea92063750" providerId="LiveId" clId="{614D3421-716A-4CB0-994B-C24DF82A0F6F}" dt="2025-12-14T07:47:56.984" v="8727" actId="478"/>
          <ac:grpSpMkLst>
            <pc:docMk/>
            <pc:sldMk cId="3760332738" sldId="291"/>
            <ac:grpSpMk id="381" creationId="{20F6C5AD-DCD5-956F-2FE8-2CFD383F9D9F}"/>
          </ac:grpSpMkLst>
        </pc:grpChg>
        <pc:grpChg chg="mod">
          <ac:chgData name="Matthew Dodds" userId="80d5a6ea92063750" providerId="LiveId" clId="{614D3421-716A-4CB0-994B-C24DF82A0F6F}" dt="2025-12-14T07:47:22.600" v="8725"/>
          <ac:grpSpMkLst>
            <pc:docMk/>
            <pc:sldMk cId="3760332738" sldId="291"/>
            <ac:grpSpMk id="383" creationId="{69C98B7D-E5B3-0447-7687-CD68BC5F407E}"/>
          </ac:grpSpMkLst>
        </pc:grpChg>
        <pc:graphicFrameChg chg="add mod ord modGraphic">
          <ac:chgData name="Matthew Dodds" userId="80d5a6ea92063750" providerId="LiveId" clId="{614D3421-716A-4CB0-994B-C24DF82A0F6F}" dt="2025-12-14T00:09:53.153" v="6614" actId="1035"/>
          <ac:graphicFrameMkLst>
            <pc:docMk/>
            <pc:sldMk cId="3760332738" sldId="291"/>
            <ac:graphicFrameMk id="24" creationId="{2E8BF469-11E6-9DBA-916E-B1D9F10D6604}"/>
          </ac:graphicFrameMkLst>
        </pc:graphicFrameChg>
        <pc:picChg chg="add mod">
          <ac:chgData name="Matthew Dodds" userId="80d5a6ea92063750" providerId="LiveId" clId="{614D3421-716A-4CB0-994B-C24DF82A0F6F}" dt="2025-12-14T08:03:52.853" v="8991" actId="1036"/>
          <ac:picMkLst>
            <pc:docMk/>
            <pc:sldMk cId="3760332738" sldId="291"/>
            <ac:picMk id="395" creationId="{48EFB0B2-0A38-436E-93EA-B6DD7C900C21}"/>
          </ac:picMkLst>
        </pc:picChg>
        <pc:cxnChg chg="add mod">
          <ac:chgData name="Matthew Dodds" userId="80d5a6ea92063750" providerId="LiveId" clId="{614D3421-716A-4CB0-994B-C24DF82A0F6F}" dt="2025-12-14T00:09:38.202" v="6600" actId="1035"/>
          <ac:cxnSpMkLst>
            <pc:docMk/>
            <pc:sldMk cId="3760332738" sldId="291"/>
            <ac:cxnSpMk id="17" creationId="{CB801471-B986-A4E8-6E26-FB9264A15E43}"/>
          </ac:cxnSpMkLst>
        </pc:cxnChg>
        <pc:cxnChg chg="add mod">
          <ac:chgData name="Matthew Dodds" userId="80d5a6ea92063750" providerId="LiveId" clId="{614D3421-716A-4CB0-994B-C24DF82A0F6F}" dt="2025-12-14T06:17:32.436" v="7254" actId="14100"/>
          <ac:cxnSpMkLst>
            <pc:docMk/>
            <pc:sldMk cId="3760332738" sldId="291"/>
            <ac:cxnSpMk id="21" creationId="{4F57FDEA-F950-71F4-E937-3CD48EADAD2C}"/>
          </ac:cxnSpMkLst>
        </pc:cxnChg>
        <pc:cxnChg chg="del mod">
          <ac:chgData name="Matthew Dodds" userId="80d5a6ea92063750" providerId="LiveId" clId="{614D3421-716A-4CB0-994B-C24DF82A0F6F}" dt="2025-12-13T23:41:14.009" v="5927" actId="478"/>
          <ac:cxnSpMkLst>
            <pc:docMk/>
            <pc:sldMk cId="3760332738" sldId="291"/>
            <ac:cxnSpMk id="22" creationId="{695D3096-FA5B-4681-7499-AF30574B3AC3}"/>
          </ac:cxnSpMkLst>
        </pc:cxnChg>
        <pc:cxnChg chg="add mod">
          <ac:chgData name="Matthew Dodds" userId="80d5a6ea92063750" providerId="LiveId" clId="{614D3421-716A-4CB0-994B-C24DF82A0F6F}" dt="2025-12-14T00:09:38.202" v="6600" actId="1035"/>
          <ac:cxnSpMkLst>
            <pc:docMk/>
            <pc:sldMk cId="3760332738" sldId="291"/>
            <ac:cxnSpMk id="41" creationId="{675D6D0F-6403-B544-4475-1A99575BDD5D}"/>
          </ac:cxnSpMkLst>
        </pc:cxnChg>
        <pc:cxnChg chg="add mod">
          <ac:chgData name="Matthew Dodds" userId="80d5a6ea92063750" providerId="LiveId" clId="{614D3421-716A-4CB0-994B-C24DF82A0F6F}" dt="2025-12-14T00:09:38.202" v="6600" actId="1035"/>
          <ac:cxnSpMkLst>
            <pc:docMk/>
            <pc:sldMk cId="3760332738" sldId="291"/>
            <ac:cxnSpMk id="42" creationId="{8B1965D5-86B2-A88B-BFC2-D18139711937}"/>
          </ac:cxnSpMkLst>
        </pc:cxnChg>
        <pc:cxnChg chg="add mod">
          <ac:chgData name="Matthew Dodds" userId="80d5a6ea92063750" providerId="LiveId" clId="{614D3421-716A-4CB0-994B-C24DF82A0F6F}" dt="2025-12-11T22:21:07.209" v="4971" actId="14100"/>
          <ac:cxnSpMkLst>
            <pc:docMk/>
            <pc:sldMk cId="3760332738" sldId="291"/>
            <ac:cxnSpMk id="44" creationId="{6FF6C43A-2CC0-42AB-8602-D9BAFA036974}"/>
          </ac:cxnSpMkLst>
        </pc:cxnChg>
        <pc:cxnChg chg="add mod">
          <ac:chgData name="Matthew Dodds" userId="80d5a6ea92063750" providerId="LiveId" clId="{614D3421-716A-4CB0-994B-C24DF82A0F6F}" dt="2025-12-14T00:09:38.202" v="6600" actId="1035"/>
          <ac:cxnSpMkLst>
            <pc:docMk/>
            <pc:sldMk cId="3760332738" sldId="291"/>
            <ac:cxnSpMk id="47" creationId="{27924B2B-2A40-5C06-26FB-BE499713E9A6}"/>
          </ac:cxnSpMkLst>
        </pc:cxnChg>
        <pc:cxnChg chg="add mod">
          <ac:chgData name="Matthew Dodds" userId="80d5a6ea92063750" providerId="LiveId" clId="{614D3421-716A-4CB0-994B-C24DF82A0F6F}" dt="2025-12-14T00:09:38.202" v="6600" actId="1035"/>
          <ac:cxnSpMkLst>
            <pc:docMk/>
            <pc:sldMk cId="3760332738" sldId="291"/>
            <ac:cxnSpMk id="48" creationId="{904BF3A1-0630-1DBC-A017-017AA17164A1}"/>
          </ac:cxnSpMkLst>
        </pc:cxnChg>
        <pc:cxnChg chg="add del mod">
          <ac:chgData name="Matthew Dodds" userId="80d5a6ea92063750" providerId="LiveId" clId="{614D3421-716A-4CB0-994B-C24DF82A0F6F}" dt="2025-12-13T23:40:39.585" v="5925" actId="478"/>
          <ac:cxnSpMkLst>
            <pc:docMk/>
            <pc:sldMk cId="3760332738" sldId="291"/>
            <ac:cxnSpMk id="56" creationId="{A1FE6735-9C32-409C-DAB3-B090DAB1BBD1}"/>
          </ac:cxnSpMkLst>
        </pc:cxnChg>
        <pc:cxnChg chg="mod">
          <ac:chgData name="Matthew Dodds" userId="80d5a6ea92063750" providerId="LiveId" clId="{614D3421-716A-4CB0-994B-C24DF82A0F6F}" dt="2025-12-13T23:53:47.132" v="6191"/>
          <ac:cxnSpMkLst>
            <pc:docMk/>
            <pc:sldMk cId="3760332738" sldId="291"/>
            <ac:cxnSpMk id="81" creationId="{8A98C486-BCF4-5F3D-5D0B-36FCE50B3D86}"/>
          </ac:cxnSpMkLst>
        </pc:cxnChg>
        <pc:cxnChg chg="add del mod">
          <ac:chgData name="Matthew Dodds" userId="80d5a6ea92063750" providerId="LiveId" clId="{614D3421-716A-4CB0-994B-C24DF82A0F6F}" dt="2025-12-13T23:41:19.347" v="5928" actId="478"/>
          <ac:cxnSpMkLst>
            <pc:docMk/>
            <pc:sldMk cId="3760332738" sldId="291"/>
            <ac:cxnSpMk id="116" creationId="{7A6E379F-B98D-AD0E-FDDD-065C6C5138AF}"/>
          </ac:cxnSpMkLst>
        </pc:cxnChg>
        <pc:cxnChg chg="add del mod topLvl">
          <ac:chgData name="Matthew Dodds" userId="80d5a6ea92063750" providerId="LiveId" clId="{614D3421-716A-4CB0-994B-C24DF82A0F6F}" dt="2025-12-14T06:35:13.618" v="7606" actId="478"/>
          <ac:cxnSpMkLst>
            <pc:docMk/>
            <pc:sldMk cId="3760332738" sldId="291"/>
            <ac:cxnSpMk id="161" creationId="{6EF28981-56F9-4EC2-A512-592A17AD9943}"/>
          </ac:cxnSpMkLst>
        </pc:cxnChg>
        <pc:cxnChg chg="add mod topLvl">
          <ac:chgData name="Matthew Dodds" userId="80d5a6ea92063750" providerId="LiveId" clId="{614D3421-716A-4CB0-994B-C24DF82A0F6F}" dt="2025-12-14T06:16:03.911" v="7223" actId="164"/>
          <ac:cxnSpMkLst>
            <pc:docMk/>
            <pc:sldMk cId="3760332738" sldId="291"/>
            <ac:cxnSpMk id="163" creationId="{4A7D1F08-DA70-721E-EC9E-42E282B6C5E6}"/>
          </ac:cxnSpMkLst>
        </pc:cxnChg>
        <pc:cxnChg chg="add del mod">
          <ac:chgData name="Matthew Dodds" userId="80d5a6ea92063750" providerId="LiveId" clId="{614D3421-716A-4CB0-994B-C24DF82A0F6F}" dt="2025-12-14T06:30:56.414" v="7520" actId="478"/>
          <ac:cxnSpMkLst>
            <pc:docMk/>
            <pc:sldMk cId="3760332738" sldId="291"/>
            <ac:cxnSpMk id="173" creationId="{9D7BBBBD-13E0-ABA6-ED2F-31F93E52CE72}"/>
          </ac:cxnSpMkLst>
        </pc:cxnChg>
        <pc:cxnChg chg="add mod topLvl">
          <ac:chgData name="Matthew Dodds" userId="80d5a6ea92063750" providerId="LiveId" clId="{614D3421-716A-4CB0-994B-C24DF82A0F6F}" dt="2025-12-14T07:52:59.053" v="8801" actId="1036"/>
          <ac:cxnSpMkLst>
            <pc:docMk/>
            <pc:sldMk cId="3760332738" sldId="291"/>
            <ac:cxnSpMk id="178" creationId="{0F3D3EF6-4748-925C-8D71-FB33CA2DA7E2}"/>
          </ac:cxnSpMkLst>
        </pc:cxnChg>
        <pc:cxnChg chg="add mod">
          <ac:chgData name="Matthew Dodds" userId="80d5a6ea92063750" providerId="LiveId" clId="{614D3421-716A-4CB0-994B-C24DF82A0F6F}" dt="2025-12-14T07:52:59.053" v="8801" actId="1036"/>
          <ac:cxnSpMkLst>
            <pc:docMk/>
            <pc:sldMk cId="3760332738" sldId="291"/>
            <ac:cxnSpMk id="183" creationId="{084ACED6-1F9F-5A40-BD26-90D238316AEE}"/>
          </ac:cxnSpMkLst>
        </pc:cxnChg>
        <pc:cxnChg chg="add mod">
          <ac:chgData name="Matthew Dodds" userId="80d5a6ea92063750" providerId="LiveId" clId="{614D3421-716A-4CB0-994B-C24DF82A0F6F}" dt="2025-12-14T07:20:46.252" v="8287" actId="208"/>
          <ac:cxnSpMkLst>
            <pc:docMk/>
            <pc:sldMk cId="3760332738" sldId="291"/>
            <ac:cxnSpMk id="187" creationId="{D2F187F1-5D02-AFD7-21F2-B11FB3C68FCF}"/>
          </ac:cxnSpMkLst>
        </pc:cxnChg>
        <pc:cxnChg chg="add del mod">
          <ac:chgData name="Matthew Dodds" userId="80d5a6ea92063750" providerId="LiveId" clId="{614D3421-716A-4CB0-994B-C24DF82A0F6F}" dt="2025-12-14T06:53:04.544" v="7903" actId="478"/>
          <ac:cxnSpMkLst>
            <pc:docMk/>
            <pc:sldMk cId="3760332738" sldId="291"/>
            <ac:cxnSpMk id="199" creationId="{DA049B07-F9F2-8A4E-3CA2-75A87789C187}"/>
          </ac:cxnSpMkLst>
        </pc:cxnChg>
        <pc:cxnChg chg="add mod topLvl">
          <ac:chgData name="Matthew Dodds" userId="80d5a6ea92063750" providerId="LiveId" clId="{614D3421-716A-4CB0-994B-C24DF82A0F6F}" dt="2025-12-14T07:52:15.167" v="8764" actId="165"/>
          <ac:cxnSpMkLst>
            <pc:docMk/>
            <pc:sldMk cId="3760332738" sldId="291"/>
            <ac:cxnSpMk id="202" creationId="{5392B5E6-8C56-4AA1-F27B-814A2C84BFAA}"/>
          </ac:cxnSpMkLst>
        </pc:cxnChg>
        <pc:cxnChg chg="add mod">
          <ac:chgData name="Matthew Dodds" userId="80d5a6ea92063750" providerId="LiveId" clId="{614D3421-716A-4CB0-994B-C24DF82A0F6F}" dt="2025-12-14T07:18:42.719" v="8283" actId="1035"/>
          <ac:cxnSpMkLst>
            <pc:docMk/>
            <pc:sldMk cId="3760332738" sldId="291"/>
            <ac:cxnSpMk id="217" creationId="{9C391CA9-0DF4-50AA-7DB0-D2BF5A11FCAA}"/>
          </ac:cxnSpMkLst>
        </pc:cxnChg>
        <pc:cxnChg chg="add mod">
          <ac:chgData name="Matthew Dodds" userId="80d5a6ea92063750" providerId="LiveId" clId="{614D3421-716A-4CB0-994B-C24DF82A0F6F}" dt="2025-12-14T07:44:53.542" v="8618" actId="164"/>
          <ac:cxnSpMkLst>
            <pc:docMk/>
            <pc:sldMk cId="3760332738" sldId="291"/>
            <ac:cxnSpMk id="295" creationId="{446F3D07-0912-29B1-9688-7D6BC5161A6B}"/>
          </ac:cxnSpMkLst>
        </pc:cxnChg>
        <pc:cxnChg chg="mod">
          <ac:chgData name="Matthew Dodds" userId="80d5a6ea92063750" providerId="LiveId" clId="{614D3421-716A-4CB0-994B-C24DF82A0F6F}" dt="2025-12-14T07:44:56.677" v="8619"/>
          <ac:cxnSpMkLst>
            <pc:docMk/>
            <pc:sldMk cId="3760332738" sldId="291"/>
            <ac:cxnSpMk id="319" creationId="{7993EF1B-E8C2-4ABD-86D3-79744EF9D11D}"/>
          </ac:cxnSpMkLst>
        </pc:cxnChg>
        <pc:cxnChg chg="mod">
          <ac:chgData name="Matthew Dodds" userId="80d5a6ea92063750" providerId="LiveId" clId="{614D3421-716A-4CB0-994B-C24DF82A0F6F}" dt="2025-12-14T07:44:56.821" v="8620"/>
          <ac:cxnSpMkLst>
            <pc:docMk/>
            <pc:sldMk cId="3760332738" sldId="291"/>
            <ac:cxnSpMk id="326" creationId="{6DDEB9AF-7057-0004-7C6B-11C58F3B6336}"/>
          </ac:cxnSpMkLst>
        </pc:cxnChg>
        <pc:cxnChg chg="mod">
          <ac:chgData name="Matthew Dodds" userId="80d5a6ea92063750" providerId="LiveId" clId="{614D3421-716A-4CB0-994B-C24DF82A0F6F}" dt="2025-12-14T07:44:56.969" v="8621"/>
          <ac:cxnSpMkLst>
            <pc:docMk/>
            <pc:sldMk cId="3760332738" sldId="291"/>
            <ac:cxnSpMk id="333" creationId="{FD26EE9E-6DA9-2E16-FB2A-6F23D3BCA42E}"/>
          </ac:cxnSpMkLst>
        </pc:cxnChg>
        <pc:cxnChg chg="mod">
          <ac:chgData name="Matthew Dodds" userId="80d5a6ea92063750" providerId="LiveId" clId="{614D3421-716A-4CB0-994B-C24DF82A0F6F}" dt="2025-12-14T07:44:57.117" v="8622"/>
          <ac:cxnSpMkLst>
            <pc:docMk/>
            <pc:sldMk cId="3760332738" sldId="291"/>
            <ac:cxnSpMk id="340" creationId="{0EB74D79-E56B-A0C8-2111-6E00B05CED5C}"/>
          </ac:cxnSpMkLst>
        </pc:cxnChg>
        <pc:cxnChg chg="mod">
          <ac:chgData name="Matthew Dodds" userId="80d5a6ea92063750" providerId="LiveId" clId="{614D3421-716A-4CB0-994B-C24DF82A0F6F}" dt="2025-12-14T07:47:22.600" v="8725"/>
          <ac:cxnSpMkLst>
            <pc:docMk/>
            <pc:sldMk cId="3760332738" sldId="291"/>
            <ac:cxnSpMk id="382" creationId="{BBF79464-03FC-157D-8EA5-2A15F56796F4}"/>
          </ac:cxnSpMkLst>
        </pc:cxnChg>
      </pc:sldChg>
      <pc:sldChg chg="addSp delSp modSp add mod">
        <pc:chgData name="Matthew Dodds" userId="80d5a6ea92063750" providerId="LiveId" clId="{614D3421-716A-4CB0-994B-C24DF82A0F6F}" dt="2025-12-11T23:04:19.677" v="5903" actId="1036"/>
        <pc:sldMkLst>
          <pc:docMk/>
          <pc:sldMk cId="908570863" sldId="292"/>
        </pc:sldMkLst>
        <pc:spChg chg="add 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43" creationId="{20AEAFFD-6534-059C-8193-66A9E1732AA2}"/>
          </ac:spMkLst>
        </pc:spChg>
        <pc:spChg chg="mod ord">
          <ac:chgData name="Matthew Dodds" userId="80d5a6ea92063750" providerId="LiveId" clId="{614D3421-716A-4CB0-994B-C24DF82A0F6F}" dt="2025-12-11T23:03:12.839" v="5885" actId="167"/>
          <ac:spMkLst>
            <pc:docMk/>
            <pc:sldMk cId="908570863" sldId="292"/>
            <ac:spMk id="46" creationId="{7D2B45B6-CE35-DC52-3D11-ED967A21693B}"/>
          </ac:spMkLst>
        </pc:spChg>
        <pc:spChg chg="mod">
          <ac:chgData name="Matthew Dodds" userId="80d5a6ea92063750" providerId="LiveId" clId="{614D3421-716A-4CB0-994B-C24DF82A0F6F}" dt="2025-12-11T23:02:47.692" v="5882" actId="207"/>
          <ac:spMkLst>
            <pc:docMk/>
            <pc:sldMk cId="908570863" sldId="292"/>
            <ac:spMk id="47" creationId="{8412DCA4-FC74-0ACE-1B9A-42E3D645F1E7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49" creationId="{7B2CE7A6-ACF0-134F-27CF-4FBB3EDF45D1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0" creationId="{0E9BC88C-FFEC-9A07-8EA7-F66DF13D7F8C}"/>
          </ac:spMkLst>
        </pc:spChg>
        <pc:spChg chg="add 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1" creationId="{A9053A7A-8848-070D-46C2-37DB5A175098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2" creationId="{85BB7D9B-E429-90A3-0B59-C898791F65FA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59" creationId="{F6515583-E4FD-D6F5-4B4E-6668129E5797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1" creationId="{04412A39-D353-BED3-78D4-2230F6431533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4" creationId="{110648BA-626A-358A-5E6A-8B0A234B6705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9" creationId="{040B57B0-7BAF-7E3E-EE20-1FF305D9A39E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0" creationId="{588054E7-D02F-09BB-61F5-26D3E32B000B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2" creationId="{5E347D1B-4676-CA79-8E9B-F852FDA44DF0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3" creationId="{060117A7-0B0B-FC2E-F4D7-D3018151F1A4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4" creationId="{07434972-3ADD-6F56-926C-076B379ABB48}"/>
          </ac:spMkLst>
        </pc:s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56" creationId="{CB292E7D-14B9-2EFD-03AF-665EEC42AE64}"/>
          </ac:grpSpMkLst>
        </pc:gr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83" creationId="{7626E489-E121-F5C9-ACE7-74877B9CC66D}"/>
          </ac:grpSpMkLst>
        </pc:gr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88" creationId="{BB9D223F-B2C2-0208-8733-D46FAB822188}"/>
          </ac:grpSpMkLst>
        </pc:grpChg>
        <pc:cxnChg chg="mod">
          <ac:chgData name="Matthew Dodds" userId="80d5a6ea92063750" providerId="LiveId" clId="{614D3421-716A-4CB0-994B-C24DF82A0F6F}" dt="2025-12-11T23:03:24.646" v="5887" actId="14100"/>
          <ac:cxnSpMkLst>
            <pc:docMk/>
            <pc:sldMk cId="908570863" sldId="292"/>
            <ac:cxnSpMk id="48" creationId="{6ECF0F70-3D17-7D6A-2C51-6D2805754698}"/>
          </ac:cxnSpMkLst>
        </pc:cxnChg>
        <pc:cxnChg chg="mod">
          <ac:chgData name="Matthew Dodds" userId="80d5a6ea92063750" providerId="LiveId" clId="{614D3421-716A-4CB0-994B-C24DF82A0F6F}" dt="2025-12-11T23:04:19.677" v="5903" actId="1036"/>
          <ac:cxnSpMkLst>
            <pc:docMk/>
            <pc:sldMk cId="908570863" sldId="292"/>
            <ac:cxnSpMk id="53" creationId="{ECAE1538-B211-3915-4885-FB39CC8BD4E6}"/>
          </ac:cxnSpMkLst>
        </pc:cxnChg>
        <pc:cxnChg chg="mod">
          <ac:chgData name="Matthew Dodds" userId="80d5a6ea92063750" providerId="LiveId" clId="{614D3421-716A-4CB0-994B-C24DF82A0F6F}" dt="2025-12-11T23:04:19.677" v="5903" actId="1036"/>
          <ac:cxnSpMkLst>
            <pc:docMk/>
            <pc:sldMk cId="908570863" sldId="292"/>
            <ac:cxnSpMk id="54" creationId="{CCDF7270-87E9-AA81-7E35-49E413CF9352}"/>
          </ac:cxnSpMkLst>
        </pc:cxnChg>
      </pc:sldChg>
      <pc:sldChg chg="addSp delSp modSp new mod">
        <pc:chgData name="Matthew Dodds" userId="80d5a6ea92063750" providerId="LiveId" clId="{614D3421-716A-4CB0-994B-C24DF82A0F6F}" dt="2025-12-14T15:06:17.284" v="9101" actId="164"/>
        <pc:sldMkLst>
          <pc:docMk/>
          <pc:sldMk cId="3306101185" sldId="293"/>
        </pc:sldMkLst>
        <pc:spChg chg="add mod">
          <ac:chgData name="Matthew Dodds" userId="80d5a6ea92063750" providerId="LiveId" clId="{614D3421-716A-4CB0-994B-C24DF82A0F6F}" dt="2025-12-14T11:55:05.002" v="9063" actId="1076"/>
          <ac:spMkLst>
            <pc:docMk/>
            <pc:sldMk cId="3306101185" sldId="293"/>
            <ac:spMk id="7" creationId="{34B678C6-8D84-0E6F-B89A-2606C084A264}"/>
          </ac:spMkLst>
        </pc:spChg>
        <pc:spChg chg="add mod">
          <ac:chgData name="Matthew Dodds" userId="80d5a6ea92063750" providerId="LiveId" clId="{614D3421-716A-4CB0-994B-C24DF82A0F6F}" dt="2025-12-14T11:53:46.839" v="9025"/>
          <ac:spMkLst>
            <pc:docMk/>
            <pc:sldMk cId="3306101185" sldId="293"/>
            <ac:spMk id="10" creationId="{59077AAE-E523-A649-3FDF-C61FFBDA9F2E}"/>
          </ac:spMkLst>
        </pc:spChg>
        <pc:spChg chg="add mod">
          <ac:chgData name="Matthew Dodds" userId="80d5a6ea92063750" providerId="LiveId" clId="{614D3421-716A-4CB0-994B-C24DF82A0F6F}" dt="2025-12-14T15:06:17.284" v="9101" actId="164"/>
          <ac:spMkLst>
            <pc:docMk/>
            <pc:sldMk cId="3306101185" sldId="293"/>
            <ac:spMk id="22" creationId="{4F43BF94-C479-31B3-DF32-EC09785C7E0C}"/>
          </ac:spMkLst>
        </pc:spChg>
        <pc:spChg chg="add mod">
          <ac:chgData name="Matthew Dodds" userId="80d5a6ea92063750" providerId="LiveId" clId="{614D3421-716A-4CB0-994B-C24DF82A0F6F}" dt="2025-12-14T11:58:48.288" v="9100" actId="2085"/>
          <ac:spMkLst>
            <pc:docMk/>
            <pc:sldMk cId="3306101185" sldId="293"/>
            <ac:spMk id="23" creationId="{5CF04641-3217-F6A0-0B53-E43DBC8085C7}"/>
          </ac:spMkLst>
        </pc:spChg>
        <pc:grpChg chg="add mod">
          <ac:chgData name="Matthew Dodds" userId="80d5a6ea92063750" providerId="LiveId" clId="{614D3421-716A-4CB0-994B-C24DF82A0F6F}" dt="2025-12-14T15:06:17.284" v="9101" actId="164"/>
          <ac:grpSpMkLst>
            <pc:docMk/>
            <pc:sldMk cId="3306101185" sldId="293"/>
            <ac:grpSpMk id="24" creationId="{5334A8F8-2715-DFE7-68E8-4C70D02FA9D9}"/>
          </ac:grpSpMkLst>
        </pc:grpChg>
        <pc:picChg chg="add mod">
          <ac:chgData name="Matthew Dodds" userId="80d5a6ea92063750" providerId="LiveId" clId="{614D3421-716A-4CB0-994B-C24DF82A0F6F}" dt="2025-12-14T15:06:17.284" v="9101" actId="164"/>
          <ac:picMkLst>
            <pc:docMk/>
            <pc:sldMk cId="3306101185" sldId="293"/>
            <ac:picMk id="21" creationId="{C338B916-70CC-EC58-1B11-60B945ED802B}"/>
          </ac:picMkLst>
        </pc:picChg>
        <pc:cxnChg chg="add mod">
          <ac:chgData name="Matthew Dodds" userId="80d5a6ea92063750" providerId="LiveId" clId="{614D3421-716A-4CB0-994B-C24DF82A0F6F}" dt="2025-12-14T11:54:29.072" v="9047" actId="1076"/>
          <ac:cxnSpMkLst>
            <pc:docMk/>
            <pc:sldMk cId="3306101185" sldId="293"/>
            <ac:cxnSpMk id="3" creationId="{B517DC11-DB09-81C6-EAB6-BFC4DBC443EB}"/>
          </ac:cxnSpMkLst>
        </pc:cxnChg>
        <pc:cxnChg chg="add del mod">
          <ac:chgData name="Matthew Dodds" userId="80d5a6ea92063750" providerId="LiveId" clId="{614D3421-716A-4CB0-994B-C24DF82A0F6F}" dt="2025-12-14T11:55:54.139" v="9078" actId="478"/>
          <ac:cxnSpMkLst>
            <pc:docMk/>
            <pc:sldMk cId="3306101185" sldId="293"/>
            <ac:cxnSpMk id="9" creationId="{9BF0E5F5-4BA1-E72D-1729-FB3866B4C160}"/>
          </ac:cxnSpMkLst>
        </pc:cxnChg>
        <pc:cxnChg chg="add mod">
          <ac:chgData name="Matthew Dodds" userId="80d5a6ea92063750" providerId="LiveId" clId="{614D3421-716A-4CB0-994B-C24DF82A0F6F}" dt="2025-12-14T11:55:45.504" v="9074" actId="1076"/>
          <ac:cxnSpMkLst>
            <pc:docMk/>
            <pc:sldMk cId="3306101185" sldId="293"/>
            <ac:cxnSpMk id="11" creationId="{D416BCEF-144F-1983-20CC-6C4AD07CA47B}"/>
          </ac:cxnSpMkLst>
        </pc:cxnChg>
        <pc:cxnChg chg="add mod">
          <ac:chgData name="Matthew Dodds" userId="80d5a6ea92063750" providerId="LiveId" clId="{614D3421-716A-4CB0-994B-C24DF82A0F6F}" dt="2025-12-14T11:55:45.195" v="9073" actId="1076"/>
          <ac:cxnSpMkLst>
            <pc:docMk/>
            <pc:sldMk cId="3306101185" sldId="293"/>
            <ac:cxnSpMk id="12" creationId="{12C892D2-BFEE-CB84-1D27-3E9E0F2A7A34}"/>
          </ac:cxnSpMkLst>
        </pc:cxnChg>
        <pc:cxnChg chg="add del mod">
          <ac:chgData name="Matthew Dodds" userId="80d5a6ea92063750" providerId="LiveId" clId="{614D3421-716A-4CB0-994B-C24DF82A0F6F}" dt="2025-12-14T11:56:33.159" v="9084" actId="478"/>
          <ac:cxnSpMkLst>
            <pc:docMk/>
            <pc:sldMk cId="3306101185" sldId="293"/>
            <ac:cxnSpMk id="15" creationId="{040DC2F1-DC82-069C-30BF-BC34093C2A3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65F73-B955-40D2-92DF-82FFF6800FF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62B1B-8ACF-4076-9214-A8D53603C1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4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59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7D86-966F-0BC9-894B-4CDFDEAD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EB492-F73F-EDE7-9384-9D4BB0A51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73821-1091-B4DA-5517-5820BFA50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29F47-4667-C339-D23A-A5651F02C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41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4DE6-A257-C8AC-F7B7-FF0E64F5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820DE-DE88-87FA-C5F6-64107318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8696E-7F0E-6E5E-4209-B3547C0C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E3FD1-ABE0-4C0B-7C16-7E1889A3B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68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727B-08AB-1506-7760-86AD4791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272B9-5BFC-6AE0-A87F-582E26162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2B5B2-38AD-BC36-DAA8-52AE48755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7DD4-7D80-970D-F043-AD56952B2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64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D198-263E-A409-23D5-F161D992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24B07-524B-69B7-2987-B0C8627D7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CA630-46D0-8B51-A3A8-3B96E026A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4CC28-33DA-5CF6-0660-5EEC29742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64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0D0D"/>
            </a:gs>
            <a:gs pos="14000">
              <a:srgbClr val="2D2626"/>
            </a:gs>
            <a:gs pos="0">
              <a:schemeClr val="bg2">
                <a:lumMod val="25000"/>
              </a:schemeClr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1AF3-ECE7-F0F4-FE56-2686FA03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206F0-5F02-2C6F-DDF9-128422AF103E}"/>
              </a:ext>
            </a:extLst>
          </p:cNvPr>
          <p:cNvSpPr txBox="1"/>
          <p:nvPr/>
        </p:nvSpPr>
        <p:spPr>
          <a:xfrm>
            <a:off x="1776213" y="705060"/>
            <a:ext cx="86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3552B-A6D9-3B0F-F627-807919FEF43F}"/>
              </a:ext>
            </a:extLst>
          </p:cNvPr>
          <p:cNvSpPr txBox="1"/>
          <p:nvPr/>
        </p:nvSpPr>
        <p:spPr>
          <a:xfrm>
            <a:off x="4484213" y="4435370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29432B-73DE-8B7B-BA7C-85989DFE63E4}"/>
              </a:ext>
            </a:extLst>
          </p:cNvPr>
          <p:cNvCxnSpPr>
            <a:cxnSpLocks/>
          </p:cNvCxnSpPr>
          <p:nvPr/>
        </p:nvCxnSpPr>
        <p:spPr>
          <a:xfrm>
            <a:off x="0" y="127872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6F7237-F824-2944-CD6B-9B742A875645}"/>
              </a:ext>
            </a:extLst>
          </p:cNvPr>
          <p:cNvSpPr txBox="1"/>
          <p:nvPr/>
        </p:nvSpPr>
        <p:spPr>
          <a:xfrm>
            <a:off x="5659499" y="537810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0101D-392D-7DA2-3818-3023B24AE1F2}"/>
              </a:ext>
            </a:extLst>
          </p:cNvPr>
          <p:cNvSpPr txBox="1"/>
          <p:nvPr/>
        </p:nvSpPr>
        <p:spPr>
          <a:xfrm>
            <a:off x="5659497" y="6154238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8DDFB-872F-24E4-4CF1-43B71F7D6004}"/>
              </a:ext>
            </a:extLst>
          </p:cNvPr>
          <p:cNvSpPr txBox="1"/>
          <p:nvPr/>
        </p:nvSpPr>
        <p:spPr>
          <a:xfrm>
            <a:off x="5466482" y="6312796"/>
            <a:ext cx="1302375" cy="1692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Forgot Password?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6B9698-5081-8C69-BD5F-F6E1EB0A2DD3}"/>
              </a:ext>
            </a:extLst>
          </p:cNvPr>
          <p:cNvSpPr txBox="1"/>
          <p:nvPr/>
        </p:nvSpPr>
        <p:spPr>
          <a:xfrm>
            <a:off x="5694644" y="5559926"/>
            <a:ext cx="802717" cy="169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Remember Me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DC6602-A70B-B871-F8A1-987CADDD80B8}"/>
              </a:ext>
            </a:extLst>
          </p:cNvPr>
          <p:cNvGrpSpPr/>
          <p:nvPr/>
        </p:nvGrpSpPr>
        <p:grpSpPr>
          <a:xfrm>
            <a:off x="5327919" y="2690358"/>
            <a:ext cx="1536159" cy="1477283"/>
            <a:chOff x="3923641" y="1771650"/>
            <a:chExt cx="3072140" cy="312090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6D1BAC-3B13-9ABC-851C-15BAFD141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645E46-C797-BA30-17BB-C64C5CA0D18D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ACA712-6FE9-7287-449B-0E4E78020D62}"/>
              </a:ext>
            </a:extLst>
          </p:cNvPr>
          <p:cNvCxnSpPr>
            <a:cxnSpLocks/>
          </p:cNvCxnSpPr>
          <p:nvPr/>
        </p:nvCxnSpPr>
        <p:spPr>
          <a:xfrm>
            <a:off x="4519444" y="5332778"/>
            <a:ext cx="3153113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bg2">
                    <a:lumMod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3B35D5D-20C1-689F-C14A-88B4C63A75E7}"/>
              </a:ext>
            </a:extLst>
          </p:cNvPr>
          <p:cNvCxnSpPr>
            <a:cxnSpLocks/>
          </p:cNvCxnSpPr>
          <p:nvPr/>
        </p:nvCxnSpPr>
        <p:spPr>
          <a:xfrm>
            <a:off x="4484213" y="6149367"/>
            <a:ext cx="3153113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bg2">
                    <a:lumMod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2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2515-6162-3FF9-537A-7B8D4D1A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52AD8C-936B-268E-CF01-D59F53074710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0F588-4AFA-6C93-2BA1-7966A47F8F7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ACCA35-F1AC-B368-30BB-47468CB2AC61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8113C23-7941-8738-9C28-8AD93494A2A9}"/>
              </a:ext>
            </a:extLst>
          </p:cNvPr>
          <p:cNvGrpSpPr/>
          <p:nvPr/>
        </p:nvGrpSpPr>
        <p:grpSpPr>
          <a:xfrm>
            <a:off x="124618" y="6571284"/>
            <a:ext cx="7567772" cy="215444"/>
            <a:chOff x="124618" y="6591919"/>
            <a:chExt cx="7567772" cy="2154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D812B9-D0DB-42ED-58DD-46215DDC0DE8}"/>
                </a:ext>
              </a:extLst>
            </p:cNvPr>
            <p:cNvSpPr txBox="1"/>
            <p:nvPr/>
          </p:nvSpPr>
          <p:spPr>
            <a:xfrm>
              <a:off x="124618" y="6591919"/>
              <a:ext cx="7567772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		 </a:t>
              </a:r>
              <a:r>
                <a:rPr lang="en-GB" sz="8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12/12/25 19:15:43</a:t>
              </a:r>
              <a:endPara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C3668CD-0BAA-F7E1-86E8-E79C82B28D3D}"/>
                </a:ext>
              </a:extLst>
            </p:cNvPr>
            <p:cNvGrpSpPr/>
            <p:nvPr/>
          </p:nvGrpSpPr>
          <p:grpSpPr>
            <a:xfrm>
              <a:off x="4385911" y="6704843"/>
              <a:ext cx="602024" cy="2379"/>
              <a:chOff x="5931409" y="6704843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380FDF0-555B-B8D4-3905-C62FF9D45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707222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0A97979-A908-7E1D-6EB4-76C2D8765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0767" y="6704843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E340E4-7448-3689-75FC-CA3815E34F31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F5DA251-C80A-C5B9-3CB0-39B3B8DBA7C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3AC1B75-E493-71B4-4F92-42BEB1C537E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FB83BD-11EB-670D-E5F4-06358B095E8C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5EA9FB5-C55B-F067-968B-B955EAE1CE8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BDBFA1-6FD7-73AA-FFDA-93AE97B32922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9813B22-165A-27D6-F677-87A6CA190D83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71A35E1-B364-2BC0-4FEF-48E5B8B60D85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8A44D7-B276-3950-A19B-BF73DFEDDE56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71F660-3A22-FCF4-FF28-FF8FC9584EEC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B564BF8-196E-090E-573E-CC7E9F734F39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A41E93B-4492-BA4A-4096-E2BC87D19FCE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641B932-B608-4132-315C-E1051A3A3B5C}"/>
              </a:ext>
            </a:extLst>
          </p:cNvPr>
          <p:cNvSpPr/>
          <p:nvPr/>
        </p:nvSpPr>
        <p:spPr>
          <a:xfrm>
            <a:off x="3450907" y="5979830"/>
            <a:ext cx="5261320" cy="488231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3B319F-A085-4C00-8965-756DD5C30B8D}"/>
              </a:ext>
            </a:extLst>
          </p:cNvPr>
          <p:cNvSpPr txBox="1"/>
          <p:nvPr/>
        </p:nvSpPr>
        <p:spPr>
          <a:xfrm>
            <a:off x="4762826" y="564127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A65DE-2125-7E2A-3A37-C80B57D38D4A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EE514D-538A-130F-8158-786F3D44DCF3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4AA4DD-CF51-9128-2322-BF438183648A}"/>
              </a:ext>
            </a:extLst>
          </p:cNvPr>
          <p:cNvGrpSpPr/>
          <p:nvPr/>
        </p:nvGrpSpPr>
        <p:grpSpPr>
          <a:xfrm>
            <a:off x="3788036" y="1419470"/>
            <a:ext cx="4580014" cy="4019060"/>
            <a:chOff x="3430511" y="1067290"/>
            <a:chExt cx="5466513" cy="4990025"/>
          </a:xfrm>
        </p:grpSpPr>
        <p:sp>
          <p:nvSpPr>
            <p:cNvPr id="23" name="Circle: Hollow 22">
              <a:extLst>
                <a:ext uri="{FF2B5EF4-FFF2-40B4-BE49-F238E27FC236}">
                  <a16:creationId xmlns:a16="http://schemas.microsoft.com/office/drawing/2014/main" id="{676050FD-96D7-BD38-7510-98DCFC416032}"/>
                </a:ext>
              </a:extLst>
            </p:cNvPr>
            <p:cNvSpPr/>
            <p:nvPr/>
          </p:nvSpPr>
          <p:spPr>
            <a:xfrm>
              <a:off x="3943082" y="1512700"/>
              <a:ext cx="4441371" cy="4085929"/>
            </a:xfrm>
            <a:prstGeom prst="donut">
              <a:avLst>
                <a:gd name="adj" fmla="val 3672"/>
              </a:avLst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69000">
                  <a:srgbClr val="D65700"/>
                </a:gs>
                <a:gs pos="13000">
                  <a:srgbClr val="957D3B"/>
                </a:gs>
                <a:gs pos="31000">
                  <a:schemeClr val="bg1">
                    <a:lumMod val="85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86AD214C-BED7-C456-A2F5-35434FE493B6}"/>
                </a:ext>
              </a:extLst>
            </p:cNvPr>
            <p:cNvSpPr/>
            <p:nvPr/>
          </p:nvSpPr>
          <p:spPr>
            <a:xfrm>
              <a:off x="6070046" y="1067290"/>
              <a:ext cx="209549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876A8B6-134A-2953-C5E2-2D8771335846}"/>
                </a:ext>
              </a:extLst>
            </p:cNvPr>
            <p:cNvSpPr/>
            <p:nvPr/>
          </p:nvSpPr>
          <p:spPr>
            <a:xfrm rot="16200000">
              <a:off x="3520999" y="3307692"/>
              <a:ext cx="209550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5C63B15F-3740-4671-1F29-253F9EE2D1F1}"/>
                </a:ext>
              </a:extLst>
            </p:cNvPr>
            <p:cNvSpPr/>
            <p:nvPr/>
          </p:nvSpPr>
          <p:spPr>
            <a:xfrm rot="10800000">
              <a:off x="6070046" y="5666790"/>
              <a:ext cx="209549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2E114A1-524B-492E-BD5B-A5FD93E1FCF9}"/>
                </a:ext>
              </a:extLst>
            </p:cNvPr>
            <p:cNvSpPr/>
            <p:nvPr/>
          </p:nvSpPr>
          <p:spPr>
            <a:xfrm rot="5400000" flipH="1">
              <a:off x="8596987" y="3309546"/>
              <a:ext cx="209550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AC9B525-6846-2EA8-E593-74A836FA6A06}"/>
              </a:ext>
            </a:extLst>
          </p:cNvPr>
          <p:cNvSpPr txBox="1"/>
          <p:nvPr/>
        </p:nvSpPr>
        <p:spPr>
          <a:xfrm>
            <a:off x="5702572" y="1201680"/>
            <a:ext cx="764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389553-0537-6AA4-B843-FDE82DF0D843}"/>
              </a:ext>
            </a:extLst>
          </p:cNvPr>
          <p:cNvSpPr txBox="1"/>
          <p:nvPr/>
        </p:nvSpPr>
        <p:spPr>
          <a:xfrm>
            <a:off x="8368051" y="3253958"/>
            <a:ext cx="775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E6BC12-40F7-0C1D-C24D-C079BDE29461}"/>
              </a:ext>
            </a:extLst>
          </p:cNvPr>
          <p:cNvSpPr txBox="1"/>
          <p:nvPr/>
        </p:nvSpPr>
        <p:spPr>
          <a:xfrm>
            <a:off x="5722321" y="5445165"/>
            <a:ext cx="775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BUILD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9F6C1F-2DBB-C5D9-A18D-E8BE6614867A}"/>
              </a:ext>
            </a:extLst>
          </p:cNvPr>
          <p:cNvSpPr txBox="1"/>
          <p:nvPr/>
        </p:nvSpPr>
        <p:spPr>
          <a:xfrm>
            <a:off x="2876550" y="3253958"/>
            <a:ext cx="946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7E8E84-E07C-5279-4162-69AC741954A9}"/>
              </a:ext>
            </a:extLst>
          </p:cNvPr>
          <p:cNvSpPr txBox="1"/>
          <p:nvPr/>
        </p:nvSpPr>
        <p:spPr>
          <a:xfrm>
            <a:off x="5532395" y="3262947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BCB0EBE-3510-BB7E-7F27-4E852330B8B4}"/>
              </a:ext>
            </a:extLst>
          </p:cNvPr>
          <p:cNvGrpSpPr/>
          <p:nvPr/>
        </p:nvGrpSpPr>
        <p:grpSpPr>
          <a:xfrm>
            <a:off x="6059498" y="2002372"/>
            <a:ext cx="42282" cy="1260053"/>
            <a:chOff x="6151571" y="2061636"/>
            <a:chExt cx="42282" cy="1260053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3CB48E1-264A-39A5-7BC9-D8ACB54BDD76}"/>
                </a:ext>
              </a:extLst>
            </p:cNvPr>
            <p:cNvCxnSpPr>
              <a:cxnSpLocks/>
            </p:cNvCxnSpPr>
            <p:nvPr/>
          </p:nvCxnSpPr>
          <p:spPr>
            <a:xfrm>
              <a:off x="6193853" y="2061636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B2678E-D5DE-2C86-1D64-5DAB068A5E5E}"/>
                </a:ext>
              </a:extLst>
            </p:cNvPr>
            <p:cNvCxnSpPr/>
            <p:nvPr/>
          </p:nvCxnSpPr>
          <p:spPr>
            <a:xfrm>
              <a:off x="6151571" y="2120378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3252AE-B203-ED8C-D1AA-56ACA7304F14}"/>
              </a:ext>
            </a:extLst>
          </p:cNvPr>
          <p:cNvGrpSpPr/>
          <p:nvPr/>
        </p:nvGrpSpPr>
        <p:grpSpPr>
          <a:xfrm rot="5400000">
            <a:off x="7153193" y="2848753"/>
            <a:ext cx="33798" cy="1109945"/>
            <a:chOff x="6143827" y="2052647"/>
            <a:chExt cx="28909" cy="124416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F9409EC-3301-717C-5FE7-C98814085EAC}"/>
                </a:ext>
              </a:extLst>
            </p:cNvPr>
            <p:cNvCxnSpPr/>
            <p:nvPr/>
          </p:nvCxnSpPr>
          <p:spPr>
            <a:xfrm>
              <a:off x="6143827" y="2095501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3C7E81F-04F8-6E9E-1A26-0DF113F8469C}"/>
                </a:ext>
              </a:extLst>
            </p:cNvPr>
            <p:cNvCxnSpPr/>
            <p:nvPr/>
          </p:nvCxnSpPr>
          <p:spPr>
            <a:xfrm>
              <a:off x="6172736" y="2052647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3D4DA47-3776-C40B-DE26-E9AC86E959C8}"/>
              </a:ext>
            </a:extLst>
          </p:cNvPr>
          <p:cNvGrpSpPr/>
          <p:nvPr/>
        </p:nvGrpSpPr>
        <p:grpSpPr>
          <a:xfrm rot="5400000" flipH="1" flipV="1">
            <a:off x="4916777" y="2831853"/>
            <a:ext cx="33798" cy="1109945"/>
            <a:chOff x="6143827" y="2052647"/>
            <a:chExt cx="28909" cy="1244165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1D4699D-2BFB-6D80-FC73-EDE927E299C8}"/>
                </a:ext>
              </a:extLst>
            </p:cNvPr>
            <p:cNvCxnSpPr/>
            <p:nvPr/>
          </p:nvCxnSpPr>
          <p:spPr>
            <a:xfrm>
              <a:off x="6143827" y="2095501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C65239E-346A-A0F2-ACD4-8B099974DCA2}"/>
                </a:ext>
              </a:extLst>
            </p:cNvPr>
            <p:cNvCxnSpPr/>
            <p:nvPr/>
          </p:nvCxnSpPr>
          <p:spPr>
            <a:xfrm>
              <a:off x="6172736" y="2052647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1D770C-DD0E-F72E-BAAF-42DAFFE56180}"/>
              </a:ext>
            </a:extLst>
          </p:cNvPr>
          <p:cNvGrpSpPr/>
          <p:nvPr/>
        </p:nvGrpSpPr>
        <p:grpSpPr>
          <a:xfrm flipH="1" flipV="1">
            <a:off x="6053148" y="3583522"/>
            <a:ext cx="42282" cy="1260053"/>
            <a:chOff x="6151571" y="2061636"/>
            <a:chExt cx="42282" cy="1260053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9133A8A-EBB5-4585-B6F1-8D573E34908C}"/>
                </a:ext>
              </a:extLst>
            </p:cNvPr>
            <p:cNvCxnSpPr>
              <a:cxnSpLocks/>
            </p:cNvCxnSpPr>
            <p:nvPr/>
          </p:nvCxnSpPr>
          <p:spPr>
            <a:xfrm>
              <a:off x="6193853" y="2061636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3C56DE5-7D20-5C44-02FB-D50D2E0AB09D}"/>
                </a:ext>
              </a:extLst>
            </p:cNvPr>
            <p:cNvCxnSpPr/>
            <p:nvPr/>
          </p:nvCxnSpPr>
          <p:spPr>
            <a:xfrm>
              <a:off x="6151571" y="2120378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B7AA33D-32EB-7644-4D4A-D3CE797266B5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21589F-8C95-68B8-059A-49E6FAD70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79B82DD-70AB-9C87-BAFE-59309E6CC29F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9B7CCF-C06C-C7D0-5668-7017319070FD}"/>
              </a:ext>
            </a:extLst>
          </p:cNvPr>
          <p:cNvSpPr txBox="1"/>
          <p:nvPr/>
        </p:nvSpPr>
        <p:spPr>
          <a:xfrm>
            <a:off x="56409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NAVIGATE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3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CDD1-246F-AED7-C996-CF40766C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62EFC5-014E-3255-5C6C-388F77A009C1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5B423-5760-3B83-A0C0-8DF60B97B1FB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E75CD-6DE5-BF43-C03C-06340AC78B0B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7FE9DD-6196-E929-38AF-A8B3408AC94E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14C675C-3CB1-8377-8D9D-07E5513CDAE3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37CB9-17A4-0F33-A345-CC941AF2079E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 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8D93FD2-C326-5FBB-8694-C88F9043A78E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28753D0-7198-C1AB-3F38-7003E4A6AF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E29DFD4-E713-7966-E9C3-39FF5CAAA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627113-8D18-7A1A-C5B4-6DD389464732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  <a:noFill/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9314453-20AC-58EB-24D3-962615C33BE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208FAC-29FF-EEA4-B80B-D0D685184FFA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2036B22-709E-D1E8-6140-90B875571680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  <a:noFill/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ED18EDB-5B23-4F41-FCE3-FE53989823E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F72FD8A-6505-1D79-E8BA-4E9F95A84CE1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DC9849E-0117-39DA-2057-31C66C4B9935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  <a:noFill/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DB8ED3F-07DA-B1F4-B2ED-7A1B9EE6E9D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1C4172D-FDF0-8C78-63EC-44E81AE4884A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4B42071-35E9-EF68-1F73-2053CA3CF18A}"/>
              </a:ext>
            </a:extLst>
          </p:cNvPr>
          <p:cNvSpPr/>
          <p:nvPr/>
        </p:nvSpPr>
        <p:spPr>
          <a:xfrm>
            <a:off x="3469957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1074DF5-19EE-7CAA-4250-61C1A23C98C4}"/>
              </a:ext>
            </a:extLst>
          </p:cNvPr>
          <p:cNvSpPr txBox="1"/>
          <p:nvPr/>
        </p:nvSpPr>
        <p:spPr>
          <a:xfrm>
            <a:off x="4799021" y="57746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E13D7-D664-3C86-E68E-8E3FEE49751B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A3E427-531F-2AC3-CD67-9CBF5CD1B56D}"/>
              </a:ext>
            </a:extLst>
          </p:cNvPr>
          <p:cNvCxnSpPr/>
          <p:nvPr/>
        </p:nvCxnSpPr>
        <p:spPr>
          <a:xfrm>
            <a:off x="243232" y="92939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2C3AA1F-0713-ECB3-CE66-34919873D5EC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49FFCC4-796F-0AA6-8281-12A5D85E2F03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CE516C1C-82B1-B0E0-9BDF-C7C38662EF7C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21B248FA-8600-6B40-476D-015DBD94C5D8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9A22CF23-4107-F299-678D-F14D0AA0579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2309ADCC-5BFA-554B-7C20-084C4892EC0F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E977099A-C422-8BE6-A3B5-48FD42328C15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89FF620-4DC5-E450-760B-40416E7A1CAC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2948436-A8AF-E194-17B6-00D4FFE4B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22B0D74-87AA-E04E-53A6-31036FEB5B1F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5945B83-CFE7-CA15-0428-896A7AD2F341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4E4629-7E21-5939-734C-223DC6D624F0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2675F59-1C87-4C9B-849B-D35A864CC68E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187892B-F3EA-86F6-BF59-FA49C40AFBE4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43424BD-58DE-D553-334F-304837238333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F9327C2-7815-95F2-DF99-FD8269FF7321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E2421DB-B639-8A67-03B7-D6FA5810EB06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DE39D62-AD89-55F7-DB73-357CD2E15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8819D32-30F1-F581-3387-ED28BD888C23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4008BE8-041B-4222-BB65-57C76930B75D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2E6A61-3FA1-97BB-8757-67340EA71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DD2768-FE75-C3A2-C69C-8564A8E6315F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35087F-8BDD-104B-A891-50DE9913863A}"/>
              </a:ext>
            </a:extLst>
          </p:cNvPr>
          <p:cNvGrpSpPr/>
          <p:nvPr/>
        </p:nvGrpSpPr>
        <p:grpSpPr>
          <a:xfrm>
            <a:off x="76100" y="6060761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B2B310-67C3-2DA7-A472-3881D40AF9A0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50F4F0-4BEA-C8FC-CB81-6562D93B318B}"/>
                </a:ext>
              </a:extLst>
            </p:cNvPr>
            <p:cNvSpPr txBox="1"/>
            <p:nvPr/>
          </p:nvSpPr>
          <p:spPr>
            <a:xfrm>
              <a:off x="267137" y="6090963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EF03422-3558-BAA4-BB71-A163635E7957}"/>
              </a:ext>
            </a:extLst>
          </p:cNvPr>
          <p:cNvSpPr txBox="1"/>
          <p:nvPr/>
        </p:nvSpPr>
        <p:spPr>
          <a:xfrm>
            <a:off x="562186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9117AC-9C31-6B70-3E5F-2520D107D396}"/>
              </a:ext>
            </a:extLst>
          </p:cNvPr>
          <p:cNvSpPr txBox="1"/>
          <p:nvPr/>
        </p:nvSpPr>
        <p:spPr>
          <a:xfrm>
            <a:off x="4646431" y="1211026"/>
            <a:ext cx="2885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INFORMATION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C3BE-39D4-9770-C35B-E000966F3802}"/>
              </a:ext>
            </a:extLst>
          </p:cNvPr>
          <p:cNvSpPr txBox="1"/>
          <p:nvPr/>
        </p:nvSpPr>
        <p:spPr>
          <a:xfrm>
            <a:off x="256564" y="292469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E9DB9-CCC3-19F4-7982-0B6F9F3AB4D5}"/>
              </a:ext>
            </a:extLst>
          </p:cNvPr>
          <p:cNvSpPr txBox="1"/>
          <p:nvPr/>
        </p:nvSpPr>
        <p:spPr>
          <a:xfrm>
            <a:off x="5710316" y="4933628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Delivery: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BC33C-0024-61B0-E55C-D2CAA8B02096}"/>
              </a:ext>
            </a:extLst>
          </p:cNvPr>
          <p:cNvSpPr txBox="1"/>
          <p:nvPr/>
        </p:nvSpPr>
        <p:spPr>
          <a:xfrm>
            <a:off x="256563" y="3284491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0DC505-A934-8555-79C4-33ADEB022E6E}"/>
              </a:ext>
            </a:extLst>
          </p:cNvPr>
          <p:cNvSpPr txBox="1"/>
          <p:nvPr/>
        </p:nvSpPr>
        <p:spPr>
          <a:xfrm>
            <a:off x="254236" y="4019558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548EDA-A05D-F93F-14C0-A7CC935994C6}"/>
              </a:ext>
            </a:extLst>
          </p:cNvPr>
          <p:cNvSpPr/>
          <p:nvPr/>
        </p:nvSpPr>
        <p:spPr>
          <a:xfrm>
            <a:off x="1129569" y="2911736"/>
            <a:ext cx="3039308" cy="261609"/>
          </a:xfrm>
          <a:prstGeom prst="roundRect">
            <a:avLst>
              <a:gd name="adj" fmla="val 4931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8D6187-3792-A099-F8ED-78E030719AA1}"/>
              </a:ext>
            </a:extLst>
          </p:cNvPr>
          <p:cNvSpPr/>
          <p:nvPr/>
        </p:nvSpPr>
        <p:spPr>
          <a:xfrm>
            <a:off x="1129569" y="3280609"/>
            <a:ext cx="3039308" cy="261609"/>
          </a:xfrm>
          <a:prstGeom prst="roundRect">
            <a:avLst>
              <a:gd name="adj" fmla="val 4828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8055A3F-EC9F-1527-AD80-15B566544AE2}"/>
              </a:ext>
            </a:extLst>
          </p:cNvPr>
          <p:cNvGrpSpPr/>
          <p:nvPr/>
        </p:nvGrpSpPr>
        <p:grpSpPr>
          <a:xfrm>
            <a:off x="1801670" y="3645298"/>
            <a:ext cx="2349108" cy="273180"/>
            <a:chOff x="6501588" y="4497079"/>
            <a:chExt cx="2349108" cy="27318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E9D569-2B17-9EC2-CB8B-19E0B4341539}"/>
                </a:ext>
              </a:extLst>
            </p:cNvPr>
            <p:cNvSpPr txBox="1"/>
            <p:nvPr/>
          </p:nvSpPr>
          <p:spPr>
            <a:xfrm>
              <a:off x="6501588" y="4535336"/>
              <a:ext cx="8730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Code: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87E9F76-FAA6-F147-EF18-FF1790899F9A}"/>
                </a:ext>
              </a:extLst>
            </p:cNvPr>
            <p:cNvSpPr/>
            <p:nvPr/>
          </p:nvSpPr>
          <p:spPr>
            <a:xfrm>
              <a:off x="7196185" y="4497079"/>
              <a:ext cx="1654511" cy="273180"/>
            </a:xfrm>
            <a:prstGeom prst="roundRect">
              <a:avLst>
                <a:gd name="adj" fmla="val 48735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8D3110D-B699-E046-E044-21A37BB756F5}"/>
              </a:ext>
            </a:extLst>
          </p:cNvPr>
          <p:cNvGrpSpPr/>
          <p:nvPr/>
        </p:nvGrpSpPr>
        <p:grpSpPr>
          <a:xfrm>
            <a:off x="3450905" y="1602769"/>
            <a:ext cx="4493069" cy="338554"/>
            <a:chOff x="3877130" y="3861524"/>
            <a:chExt cx="3815258" cy="33855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C6532BD-C8ED-CCC5-9931-0A41EF6EC5FA}"/>
                </a:ext>
              </a:extLst>
            </p:cNvPr>
            <p:cNvSpPr txBox="1"/>
            <p:nvPr/>
          </p:nvSpPr>
          <p:spPr>
            <a:xfrm>
              <a:off x="3877130" y="3861524"/>
              <a:ext cx="846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Select Course: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ADCD5C8-B824-97B1-BB55-1ADA289D3E56}"/>
                </a:ext>
              </a:extLst>
            </p:cNvPr>
            <p:cNvSpPr/>
            <p:nvPr/>
          </p:nvSpPr>
          <p:spPr>
            <a:xfrm>
              <a:off x="4653080" y="3905680"/>
              <a:ext cx="3039308" cy="261609"/>
            </a:xfrm>
            <a:prstGeom prst="roundRect">
              <a:avLst>
                <a:gd name="adj" fmla="val 44202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53C8476-F997-A908-D66E-CB95124F309C}"/>
                </a:ext>
              </a:extLst>
            </p:cNvPr>
            <p:cNvSpPr/>
            <p:nvPr/>
          </p:nvSpPr>
          <p:spPr>
            <a:xfrm rot="17976276">
              <a:off x="7575133" y="3996978"/>
              <a:ext cx="80048" cy="7081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A2CE72-AC14-CA62-D08B-5A69EDEC3CB8}"/>
              </a:ext>
            </a:extLst>
          </p:cNvPr>
          <p:cNvGrpSpPr/>
          <p:nvPr/>
        </p:nvGrpSpPr>
        <p:grpSpPr>
          <a:xfrm>
            <a:off x="4359175" y="2634767"/>
            <a:ext cx="3606636" cy="1892476"/>
            <a:chOff x="4483000" y="1582231"/>
            <a:chExt cx="3476305" cy="179459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88C2F9-FB9E-29E2-C562-F94D0E76D444}"/>
                </a:ext>
              </a:extLst>
            </p:cNvPr>
            <p:cNvSpPr txBox="1"/>
            <p:nvPr/>
          </p:nvSpPr>
          <p:spPr>
            <a:xfrm>
              <a:off x="5570615" y="1582231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DESCRIPTION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6599603-27C5-F612-01E6-E68CBB403F5B}"/>
                </a:ext>
              </a:extLst>
            </p:cNvPr>
            <p:cNvGrpSpPr/>
            <p:nvPr/>
          </p:nvGrpSpPr>
          <p:grpSpPr>
            <a:xfrm>
              <a:off x="4483000" y="1851730"/>
              <a:ext cx="3476305" cy="1525099"/>
              <a:chOff x="6587519" y="1926047"/>
              <a:chExt cx="3039308" cy="1525099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3246EC12-885A-41A6-0477-2B7BB6C215E6}"/>
                  </a:ext>
                </a:extLst>
              </p:cNvPr>
              <p:cNvSpPr/>
              <p:nvPr/>
            </p:nvSpPr>
            <p:spPr>
              <a:xfrm>
                <a:off x="6587519" y="1926047"/>
                <a:ext cx="3039308" cy="1525099"/>
              </a:xfrm>
              <a:prstGeom prst="roundRect">
                <a:avLst>
                  <a:gd name="adj" fmla="val 633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8A98532-37D3-93D0-A306-A51B0F64F305}"/>
                  </a:ext>
                </a:extLst>
              </p:cNvPr>
              <p:cNvSpPr/>
              <p:nvPr/>
            </p:nvSpPr>
            <p:spPr>
              <a:xfrm>
                <a:off x="9507966" y="2896880"/>
                <a:ext cx="76200" cy="41995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861619BB-486A-48B5-F53E-2E5496B52F06}"/>
                  </a:ext>
                </a:extLst>
              </p:cNvPr>
              <p:cNvSpPr/>
              <p:nvPr/>
            </p:nvSpPr>
            <p:spPr>
              <a:xfrm rot="10800000">
                <a:off x="9507966" y="335522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E1914995-131D-88EC-6664-68643EB1AABC}"/>
                  </a:ext>
                </a:extLst>
              </p:cNvPr>
              <p:cNvSpPr/>
              <p:nvPr/>
            </p:nvSpPr>
            <p:spPr>
              <a:xfrm rot="14465891">
                <a:off x="9506042" y="1982939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A1AF3C-B808-5145-0469-68E9A8D354D4}"/>
              </a:ext>
            </a:extLst>
          </p:cNvPr>
          <p:cNvGrpSpPr/>
          <p:nvPr/>
        </p:nvGrpSpPr>
        <p:grpSpPr>
          <a:xfrm>
            <a:off x="8111010" y="1668809"/>
            <a:ext cx="662697" cy="206688"/>
            <a:chOff x="4451258" y="4629033"/>
            <a:chExt cx="662697" cy="275797"/>
          </a:xfrm>
          <a:noFill/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39258C6-E2E7-88C0-6EC8-E977838DFCB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2C42D2E-E9FA-0B2E-4A6B-BCF26920822E}"/>
                </a:ext>
              </a:extLst>
            </p:cNvPr>
            <p:cNvSpPr txBox="1"/>
            <p:nvPr/>
          </p:nvSpPr>
          <p:spPr>
            <a:xfrm>
              <a:off x="4536013" y="4629033"/>
              <a:ext cx="577942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sp>
        <p:nvSpPr>
          <p:cNvPr id="81" name="Oval 80">
            <a:extLst>
              <a:ext uri="{FF2B5EF4-FFF2-40B4-BE49-F238E27FC236}">
                <a16:creationId xmlns:a16="http://schemas.microsoft.com/office/drawing/2014/main" id="{B1380CE4-DEE4-AD40-0022-605A8CAD4AF7}"/>
              </a:ext>
            </a:extLst>
          </p:cNvPr>
          <p:cNvSpPr/>
          <p:nvPr/>
        </p:nvSpPr>
        <p:spPr>
          <a:xfrm>
            <a:off x="5930725" y="217047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23569B-A0A0-3447-786D-64726CF1B2EA}"/>
              </a:ext>
            </a:extLst>
          </p:cNvPr>
          <p:cNvSpPr txBox="1"/>
          <p:nvPr/>
        </p:nvSpPr>
        <p:spPr>
          <a:xfrm>
            <a:off x="7965811" y="2911736"/>
            <a:ext cx="558330" cy="342774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algn="ctr"/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94718C6-47C2-3C9A-5632-1E0A9B69C995}"/>
              </a:ext>
            </a:extLst>
          </p:cNvPr>
          <p:cNvSpPr/>
          <p:nvPr/>
        </p:nvSpPr>
        <p:spPr>
          <a:xfrm>
            <a:off x="8401376" y="2916665"/>
            <a:ext cx="3421760" cy="310681"/>
          </a:xfrm>
          <a:prstGeom prst="roundRect">
            <a:avLst>
              <a:gd name="adj" fmla="val 42249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5189BDA-507A-2334-0B60-AE2DE997B54D}"/>
              </a:ext>
            </a:extLst>
          </p:cNvPr>
          <p:cNvSpPr txBox="1"/>
          <p:nvPr/>
        </p:nvSpPr>
        <p:spPr>
          <a:xfrm>
            <a:off x="11589308" y="2937862"/>
            <a:ext cx="233828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DF4BC1-0AB2-BDB2-F653-167ED8380248}"/>
              </a:ext>
            </a:extLst>
          </p:cNvPr>
          <p:cNvSpPr txBox="1"/>
          <p:nvPr/>
        </p:nvSpPr>
        <p:spPr>
          <a:xfrm>
            <a:off x="1998686" y="2614913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DETAILS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2AC84BF-A20B-CBAB-6814-55C544449592}"/>
              </a:ext>
            </a:extLst>
          </p:cNvPr>
          <p:cNvSpPr txBox="1"/>
          <p:nvPr/>
        </p:nvSpPr>
        <p:spPr>
          <a:xfrm>
            <a:off x="9069519" y="2681206"/>
            <a:ext cx="2170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859BFB6-0AC5-66C3-97E8-B896AD59A9AE}"/>
              </a:ext>
            </a:extLst>
          </p:cNvPr>
          <p:cNvSpPr txBox="1"/>
          <p:nvPr/>
        </p:nvSpPr>
        <p:spPr>
          <a:xfrm>
            <a:off x="8442359" y="2993422"/>
            <a:ext cx="2370836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00FF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EXPLAIN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something…..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B33908D-5E92-6430-3183-45251DE93406}"/>
              </a:ext>
            </a:extLst>
          </p:cNvPr>
          <p:cNvSpPr txBox="1"/>
          <p:nvPr/>
        </p:nvSpPr>
        <p:spPr>
          <a:xfrm>
            <a:off x="265122" y="3663817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5EF25CAE-DC7B-B358-6707-9157AB4D3358}"/>
              </a:ext>
            </a:extLst>
          </p:cNvPr>
          <p:cNvSpPr/>
          <p:nvPr/>
        </p:nvSpPr>
        <p:spPr>
          <a:xfrm>
            <a:off x="1127241" y="3645606"/>
            <a:ext cx="593287" cy="280333"/>
          </a:xfrm>
          <a:prstGeom prst="roundRect">
            <a:avLst>
              <a:gd name="adj" fmla="val 4315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4C1C3D58-CAF8-82F8-7EA1-E826E6FFD204}"/>
              </a:ext>
            </a:extLst>
          </p:cNvPr>
          <p:cNvSpPr/>
          <p:nvPr/>
        </p:nvSpPr>
        <p:spPr>
          <a:xfrm rot="17976276">
            <a:off x="4023866" y="3371822"/>
            <a:ext cx="80048" cy="7081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197BF03-A98D-6F60-EDC6-B6DC5964F3D9}"/>
              </a:ext>
            </a:extLst>
          </p:cNvPr>
          <p:cNvCxnSpPr>
            <a:cxnSpLocks/>
          </p:cNvCxnSpPr>
          <p:nvPr/>
        </p:nvCxnSpPr>
        <p:spPr>
          <a:xfrm>
            <a:off x="1127241" y="4149052"/>
            <a:ext cx="2279988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EEC41F0-6D34-365B-A40D-41DE6D5AD4C1}"/>
              </a:ext>
            </a:extLst>
          </p:cNvPr>
          <p:cNvSpPr/>
          <p:nvPr/>
        </p:nvSpPr>
        <p:spPr>
          <a:xfrm>
            <a:off x="1138128" y="4028163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7EC70E-5762-69FA-0731-853723F76CB1}"/>
              </a:ext>
            </a:extLst>
          </p:cNvPr>
          <p:cNvSpPr txBox="1"/>
          <p:nvPr/>
        </p:nvSpPr>
        <p:spPr>
          <a:xfrm>
            <a:off x="254236" y="4389802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AEDDD97-97E5-7A16-0D7D-E3C2DB827030}"/>
              </a:ext>
            </a:extLst>
          </p:cNvPr>
          <p:cNvCxnSpPr>
            <a:cxnSpLocks/>
          </p:cNvCxnSpPr>
          <p:nvPr/>
        </p:nvCxnSpPr>
        <p:spPr>
          <a:xfrm flipV="1">
            <a:off x="1127241" y="4517791"/>
            <a:ext cx="2279988" cy="150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55DF5F15-129B-122F-AF84-895A93F2CE46}"/>
              </a:ext>
            </a:extLst>
          </p:cNvPr>
          <p:cNvSpPr/>
          <p:nvPr/>
        </p:nvSpPr>
        <p:spPr>
          <a:xfrm>
            <a:off x="1138128" y="4398407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0FAE24D-4424-7CC2-AE9D-B69D6BBD82C1}"/>
              </a:ext>
            </a:extLst>
          </p:cNvPr>
          <p:cNvCxnSpPr>
            <a:cxnSpLocks/>
          </p:cNvCxnSpPr>
          <p:nvPr/>
        </p:nvCxnSpPr>
        <p:spPr>
          <a:xfrm>
            <a:off x="2194305" y="2788928"/>
            <a:ext cx="81002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7171829C-42B5-BB9E-6220-016C50DB9930}"/>
              </a:ext>
            </a:extLst>
          </p:cNvPr>
          <p:cNvSpPr txBox="1"/>
          <p:nvPr/>
        </p:nvSpPr>
        <p:spPr>
          <a:xfrm>
            <a:off x="1725928" y="3639206"/>
            <a:ext cx="233828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AFD7F31-2461-114B-258C-9772EC1DCCE8}"/>
              </a:ext>
            </a:extLst>
          </p:cNvPr>
          <p:cNvSpPr txBox="1"/>
          <p:nvPr/>
        </p:nvSpPr>
        <p:spPr>
          <a:xfrm>
            <a:off x="4157406" y="5407884"/>
            <a:ext cx="1483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Qualification: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CF4A169-1172-1DD1-B7D6-130C60866D4B}"/>
              </a:ext>
            </a:extLst>
          </p:cNvPr>
          <p:cNvGrpSpPr/>
          <p:nvPr/>
        </p:nvGrpSpPr>
        <p:grpSpPr>
          <a:xfrm>
            <a:off x="4233512" y="5156047"/>
            <a:ext cx="1001876" cy="225955"/>
            <a:chOff x="4354161" y="4805527"/>
            <a:chExt cx="873005" cy="225955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2DEE096-EDC7-CC2D-8D28-C96C8A8A9C25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ONLINE</a:t>
              </a: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C876D32-543B-4F46-5D47-7B4D0FE44979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0D61A3D-3ADF-501A-B4C6-CC87F314EA32}"/>
              </a:ext>
            </a:extLst>
          </p:cNvPr>
          <p:cNvGrpSpPr/>
          <p:nvPr/>
        </p:nvGrpSpPr>
        <p:grpSpPr>
          <a:xfrm>
            <a:off x="4959189" y="5156047"/>
            <a:ext cx="1001876" cy="225955"/>
            <a:chOff x="4354161" y="4805527"/>
            <a:chExt cx="873005" cy="225955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B78D5AC-7BFA-8143-125C-A93D0EBF16CA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CLASSROOM</a:t>
              </a: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C04F0D69-A19E-ECEB-8A91-ABC5A27441B4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7FC9B2F-60FD-5FE1-2969-FD90273CC03D}"/>
              </a:ext>
            </a:extLst>
          </p:cNvPr>
          <p:cNvGrpSpPr/>
          <p:nvPr/>
        </p:nvGrpSpPr>
        <p:grpSpPr>
          <a:xfrm>
            <a:off x="5667403" y="5156717"/>
            <a:ext cx="1001876" cy="225955"/>
            <a:chOff x="4354161" y="4805527"/>
            <a:chExt cx="873005" cy="225955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BB06F4F-0BFE-951A-DBB3-DF652C9B61AE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SEMINAR</a:t>
              </a: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46253D83-FE8B-A601-FEFC-67CC603DB2A4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5437F4C-7D62-04DC-8058-68E35FAA9220}"/>
              </a:ext>
            </a:extLst>
          </p:cNvPr>
          <p:cNvGrpSpPr/>
          <p:nvPr/>
        </p:nvGrpSpPr>
        <p:grpSpPr>
          <a:xfrm>
            <a:off x="6366683" y="5157353"/>
            <a:ext cx="1001876" cy="225955"/>
            <a:chOff x="4354161" y="4805527"/>
            <a:chExt cx="873005" cy="225955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9B7C552-711B-E4C5-B478-344786514E25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HYBRID</a:t>
              </a:r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74C8A966-DBCD-79FF-8DAB-283469178101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ECE07D3-E3C2-B4C1-2F0D-17293D48B4F8}"/>
              </a:ext>
            </a:extLst>
          </p:cNvPr>
          <p:cNvGrpSpPr/>
          <p:nvPr/>
        </p:nvGrpSpPr>
        <p:grpSpPr>
          <a:xfrm>
            <a:off x="7058380" y="5157353"/>
            <a:ext cx="1001876" cy="225955"/>
            <a:chOff x="4354161" y="4805527"/>
            <a:chExt cx="873005" cy="225955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C47ED5E-2364-2B58-621B-CA22A46D83EF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SELF STUDY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4058362F-1213-E1A5-CF0A-4F71D4282029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F2B10ED3-BA31-2A35-2BD2-6C8C4F5CD2B6}"/>
              </a:ext>
            </a:extLst>
          </p:cNvPr>
          <p:cNvSpPr/>
          <p:nvPr/>
        </p:nvSpPr>
        <p:spPr>
          <a:xfrm rot="5400000">
            <a:off x="4831403" y="5577927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3EBF6D5-2427-8021-437D-0AAE04354E2E}"/>
              </a:ext>
            </a:extLst>
          </p:cNvPr>
          <p:cNvSpPr/>
          <p:nvPr/>
        </p:nvSpPr>
        <p:spPr>
          <a:xfrm rot="5400000">
            <a:off x="6057748" y="5577927"/>
            <a:ext cx="107946" cy="263798"/>
          </a:xfrm>
          <a:prstGeom prst="roundRect">
            <a:avLst>
              <a:gd name="adj" fmla="val 4873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87723603-CF70-F451-5D3A-575999215B5A}"/>
              </a:ext>
            </a:extLst>
          </p:cNvPr>
          <p:cNvSpPr/>
          <p:nvPr/>
        </p:nvSpPr>
        <p:spPr>
          <a:xfrm rot="5400000">
            <a:off x="7282356" y="5577927"/>
            <a:ext cx="107946" cy="263798"/>
          </a:xfrm>
          <a:prstGeom prst="roundRect">
            <a:avLst>
              <a:gd name="adj" fmla="val 4873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F08CC3-C51B-E115-3F92-072170F600B0}"/>
              </a:ext>
            </a:extLst>
          </p:cNvPr>
          <p:cNvSpPr txBox="1"/>
          <p:nvPr/>
        </p:nvSpPr>
        <p:spPr>
          <a:xfrm>
            <a:off x="5381438" y="5408255"/>
            <a:ext cx="148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Accredited: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A08CB36-B596-332C-59E2-DB98914EE201}"/>
              </a:ext>
            </a:extLst>
          </p:cNvPr>
          <p:cNvSpPr txBox="1"/>
          <p:nvPr/>
        </p:nvSpPr>
        <p:spPr>
          <a:xfrm>
            <a:off x="6802096" y="5414276"/>
            <a:ext cx="10684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Certified: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97DC10A-0074-076D-C007-2FA500DDAA1C}"/>
              </a:ext>
            </a:extLst>
          </p:cNvPr>
          <p:cNvGrpSpPr/>
          <p:nvPr/>
        </p:nvGrpSpPr>
        <p:grpSpPr>
          <a:xfrm>
            <a:off x="3371296" y="4409655"/>
            <a:ext cx="1001876" cy="225955"/>
            <a:chOff x="4354161" y="4805527"/>
            <a:chExt cx="873005" cy="225955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3B9EEF6-967E-2A42-C7E5-11E9D6E41481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AWARENESS</a:t>
              </a:r>
            </a:p>
          </p:txBody>
        </p:sp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A56AEA20-AF02-5455-E736-583BB27468D6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8BD11A2D-751F-E2B6-7478-A41034A95ED0}"/>
              </a:ext>
            </a:extLst>
          </p:cNvPr>
          <p:cNvSpPr txBox="1"/>
          <p:nvPr/>
        </p:nvSpPr>
        <p:spPr>
          <a:xfrm>
            <a:off x="254236" y="4755510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Seniority: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514288F-332F-3B98-E20D-2DA924D32DB3}"/>
              </a:ext>
            </a:extLst>
          </p:cNvPr>
          <p:cNvGrpSpPr/>
          <p:nvPr/>
        </p:nvGrpSpPr>
        <p:grpSpPr>
          <a:xfrm>
            <a:off x="3371296" y="4775363"/>
            <a:ext cx="1001876" cy="225955"/>
            <a:chOff x="4354161" y="4805527"/>
            <a:chExt cx="873005" cy="225955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FF3F9F6-4B8F-92BB-5549-06DBA7CF0FB3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JUNIOR</a:t>
              </a:r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556670ED-ADA6-E4EB-8A39-F39A082992AA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C77519C-B0AC-1ECC-090A-25F390D90A6E}"/>
              </a:ext>
            </a:extLst>
          </p:cNvPr>
          <p:cNvGrpSpPr/>
          <p:nvPr/>
        </p:nvGrpSpPr>
        <p:grpSpPr>
          <a:xfrm>
            <a:off x="1127241" y="4883499"/>
            <a:ext cx="2279988" cy="1505"/>
            <a:chOff x="1127241" y="4860639"/>
            <a:chExt cx="2279988" cy="1505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78AE643-ED51-472C-0121-2CA045619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241" y="4860639"/>
              <a:ext cx="2279988" cy="1505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971FC4DA-F7E0-00C3-5948-8F542285A02E}"/>
                </a:ext>
              </a:extLst>
            </p:cNvPr>
            <p:cNvCxnSpPr>
              <a:cxnSpLocks/>
            </p:cNvCxnSpPr>
            <p:nvPr/>
          </p:nvCxnSpPr>
          <p:spPr>
            <a:xfrm>
              <a:off x="3152160" y="4860639"/>
              <a:ext cx="255069" cy="0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E798AAA3-7159-E27B-42CB-CB0B4613A3D5}"/>
              </a:ext>
            </a:extLst>
          </p:cNvPr>
          <p:cNvSpPr/>
          <p:nvPr/>
        </p:nvSpPr>
        <p:spPr>
          <a:xfrm>
            <a:off x="1138128" y="4764115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937F7EE-6888-E77F-13BC-7656F382F508}"/>
              </a:ext>
            </a:extLst>
          </p:cNvPr>
          <p:cNvGrpSpPr/>
          <p:nvPr/>
        </p:nvGrpSpPr>
        <p:grpSpPr>
          <a:xfrm>
            <a:off x="3339397" y="4042305"/>
            <a:ext cx="1001876" cy="225955"/>
            <a:chOff x="4326366" y="4805527"/>
            <a:chExt cx="873005" cy="225955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1297A39-6741-102A-F88A-AA7197B24BE3}"/>
                </a:ext>
              </a:extLst>
            </p:cNvPr>
            <p:cNvSpPr txBox="1"/>
            <p:nvPr/>
          </p:nvSpPr>
          <p:spPr>
            <a:xfrm>
              <a:off x="4326366" y="4826057"/>
              <a:ext cx="8730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 DAYS</a:t>
              </a:r>
            </a:p>
          </p:txBody>
        </p: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73B83D8C-0487-95BF-90B1-CE6382B500A5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6E45C0B-7691-C323-671C-76AC66B79E9F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7DB529B-6A00-4291-E4F4-C4B22C2F36E3}"/>
              </a:ext>
            </a:extLst>
          </p:cNvPr>
          <p:cNvSpPr/>
          <p:nvPr/>
        </p:nvSpPr>
        <p:spPr>
          <a:xfrm rot="17976276">
            <a:off x="4023866" y="4103014"/>
            <a:ext cx="80048" cy="7081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1032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E437-38CC-F07D-A094-A1E739BB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E8BF469-11E6-9DBA-916E-B1D9F10D6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63606"/>
              </p:ext>
            </p:extLst>
          </p:nvPr>
        </p:nvGraphicFramePr>
        <p:xfrm>
          <a:off x="213931" y="1684454"/>
          <a:ext cx="11144286" cy="2262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54">
                  <a:extLst>
                    <a:ext uri="{9D8B030D-6E8A-4147-A177-3AD203B41FA5}">
                      <a16:colId xmlns:a16="http://schemas.microsoft.com/office/drawing/2014/main" val="2728711912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1634978481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2008797705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568053034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2485769531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3579198950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4206887817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2239665577"/>
                    </a:ext>
                  </a:extLst>
                </a:gridCol>
                <a:gridCol w="1238254">
                  <a:extLst>
                    <a:ext uri="{9D8B030D-6E8A-4147-A177-3AD203B41FA5}">
                      <a16:colId xmlns:a16="http://schemas.microsoft.com/office/drawing/2014/main" val="2687167814"/>
                    </a:ext>
                  </a:extLst>
                </a:gridCol>
              </a:tblGrid>
              <a:tr h="305892">
                <a:tc>
                  <a:txBody>
                    <a:bodyPr/>
                    <a:lstStyle/>
                    <a:p>
                      <a:pPr algn="r"/>
                      <a:endParaRPr lang="en-GB" sz="10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784604"/>
                  </a:ext>
                </a:extLst>
              </a:tr>
              <a:tr h="391227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113607"/>
                  </a:ext>
                </a:extLst>
              </a:tr>
              <a:tr h="391227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92526"/>
                  </a:ext>
                </a:extLst>
              </a:tr>
              <a:tr h="391227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088870"/>
                  </a:ext>
                </a:extLst>
              </a:tr>
              <a:tr h="391227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195439"/>
                  </a:ext>
                </a:extLst>
              </a:tr>
              <a:tr h="391227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386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A24453-4F96-0F93-7C41-56ECB3102857}"/>
              </a:ext>
            </a:extLst>
          </p:cNvPr>
          <p:cNvSpPr txBox="1"/>
          <p:nvPr/>
        </p:nvSpPr>
        <p:spPr>
          <a:xfrm>
            <a:off x="4391250" y="945571"/>
            <a:ext cx="3397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OUTLINE PLANNER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1C797-99F9-BFD0-AC34-EA5829F12466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3D416-62F1-D422-2FD1-341ACCB18862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FD37F-ACC3-4C27-796C-EF98E3A28F33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CD13ED-C52D-BEDE-D288-B76569B5871E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1EB3D65-BD6E-F619-4CB2-6A5F9D0F22BC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B8859E-1F49-865C-FB21-1AFF837939C9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 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C1916AC-A1C5-211C-DDED-6BF32B25B5E2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0576915-E7A0-CFF2-BCB0-64A6C9CE8E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4EE48EC-8D64-8F72-535C-0F09A06EC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91F716-6317-DBD6-238C-25C4063BD0E6}"/>
              </a:ext>
            </a:extLst>
          </p:cNvPr>
          <p:cNvSpPr/>
          <p:nvPr/>
        </p:nvSpPr>
        <p:spPr>
          <a:xfrm>
            <a:off x="3469957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94D98A-D865-39BB-2827-1649275D3BE2}"/>
              </a:ext>
            </a:extLst>
          </p:cNvPr>
          <p:cNvSpPr txBox="1"/>
          <p:nvPr/>
        </p:nvSpPr>
        <p:spPr>
          <a:xfrm>
            <a:off x="4799021" y="57746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1D10B3-26D1-4990-FE77-E5AFBB19E731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A18FFA-E745-86A5-7BEA-9D870BF40FD5}"/>
              </a:ext>
            </a:extLst>
          </p:cNvPr>
          <p:cNvCxnSpPr/>
          <p:nvPr/>
        </p:nvCxnSpPr>
        <p:spPr>
          <a:xfrm>
            <a:off x="243232" y="92939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5BA3604-4970-9934-5697-62F45545681C}"/>
              </a:ext>
            </a:extLst>
          </p:cNvPr>
          <p:cNvGrpSpPr/>
          <p:nvPr/>
        </p:nvGrpSpPr>
        <p:grpSpPr>
          <a:xfrm>
            <a:off x="191920" y="5987701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0228980-3894-96CF-448C-55AC967640D4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13A2D45F-4850-F25C-A1E9-3535604BA9A6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20185204-543A-6CD0-7C46-56AA7C6B2FF9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3C570EF4-7CE1-B1F5-6A13-1D6F00EB40F2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9445BBB8-4EDF-751C-8CE0-657C75975AF8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56FB0F21-4E7E-0A0B-0B89-83BB4E93C9D2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1387F15-1204-7F37-5C8F-7E132FF72D4F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C9C0CE9-49F1-E039-5DE4-2B00F173F6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DF38DA2-5FB3-DD63-B64A-0597572E288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EA44A76-C18F-AC88-5BC2-D304AF81654F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3DDCF3C-E254-DB27-BEB3-7D51F3600B1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A76EEEC-E50F-BAF8-DF5A-86BF4DEFF4E5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AAF322B-BB1F-D6A8-6D42-A4187F87111F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CFBDAA2-96A1-73D0-2BF9-FEEB72672535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B9EBE59-9A58-F133-4890-CFED9A907D72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255832C-1B9E-66B8-CB63-6ACEA2D43B5B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44A4BF8-B7CF-33F9-8377-72110C331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BC11A4C-1715-52F6-6E40-40A37A61E038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A8732F-F7E9-ED64-5C51-7D0A80D4D145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8454B9-BDEE-38E0-4B62-BA32E9B2F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8921C5-94DB-0EFE-8505-3E7B3EF57101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957E99-71D9-4436-376C-8BAFAC2C535C}"/>
              </a:ext>
            </a:extLst>
          </p:cNvPr>
          <p:cNvGrpSpPr/>
          <p:nvPr/>
        </p:nvGrpSpPr>
        <p:grpSpPr>
          <a:xfrm>
            <a:off x="774432" y="6080039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7C7D8B-DD3F-912A-7F6D-9957828EF23F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BD98C3-5B11-2527-7F8A-A1C5D269017D}"/>
                </a:ext>
              </a:extLst>
            </p:cNvPr>
            <p:cNvSpPr txBox="1"/>
            <p:nvPr/>
          </p:nvSpPr>
          <p:spPr>
            <a:xfrm>
              <a:off x="267137" y="6090963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767856-6993-0649-FFA3-FD2305DE7434}"/>
              </a:ext>
            </a:extLst>
          </p:cNvPr>
          <p:cNvSpPr txBox="1"/>
          <p:nvPr/>
        </p:nvSpPr>
        <p:spPr>
          <a:xfrm>
            <a:off x="562186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430254FA-4634-AE19-A0CA-3AC1CF25E06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D4ECFC-57C6-7A04-9A4B-AD5D77F1152C}"/>
              </a:ext>
            </a:extLst>
          </p:cNvPr>
          <p:cNvSpPr txBox="1"/>
          <p:nvPr/>
        </p:nvSpPr>
        <p:spPr>
          <a:xfrm>
            <a:off x="5479859" y="1131520"/>
            <a:ext cx="1301073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800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  <a:p>
            <a:pPr algn="ctr">
              <a:lnSpc>
                <a:spcPct val="150000"/>
              </a:lnSpc>
            </a:pPr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WEEK 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93E190-9C81-4EA6-AC9A-E3731BF7AB38}"/>
              </a:ext>
            </a:extLst>
          </p:cNvPr>
          <p:cNvSpPr/>
          <p:nvPr/>
        </p:nvSpPr>
        <p:spPr>
          <a:xfrm>
            <a:off x="5987348" y="5631900"/>
            <a:ext cx="242905" cy="204988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F458614-DAE0-638C-8FD4-8378BB104F1B}"/>
              </a:ext>
            </a:extLst>
          </p:cNvPr>
          <p:cNvGrpSpPr/>
          <p:nvPr/>
        </p:nvGrpSpPr>
        <p:grpSpPr>
          <a:xfrm>
            <a:off x="3792733" y="4365461"/>
            <a:ext cx="1172164" cy="321638"/>
            <a:chOff x="2419130" y="4662304"/>
            <a:chExt cx="1172164" cy="321638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6121435-A999-B5D2-77D7-035BE752B4BA}"/>
                </a:ext>
              </a:extLst>
            </p:cNvPr>
            <p:cNvSpPr txBox="1"/>
            <p:nvPr/>
          </p:nvSpPr>
          <p:spPr>
            <a:xfrm>
              <a:off x="2419130" y="4662304"/>
              <a:ext cx="11721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200" dirty="0">
                  <a:solidFill>
                    <a:schemeClr val="bg2">
                      <a:lumMod val="50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7D996611-DF00-D3E4-3939-6B0B0B999EAA}"/>
                </a:ext>
              </a:extLst>
            </p:cNvPr>
            <p:cNvGrpSpPr/>
            <p:nvPr/>
          </p:nvGrpSpPr>
          <p:grpSpPr>
            <a:xfrm>
              <a:off x="2505358" y="4878438"/>
              <a:ext cx="761285" cy="105504"/>
              <a:chOff x="9986141" y="3579811"/>
              <a:chExt cx="761285" cy="105504"/>
            </a:xfrm>
          </p:grpSpPr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E6785C1C-1578-AECD-40BC-3485963DD453}"/>
                  </a:ext>
                </a:extLst>
              </p:cNvPr>
              <p:cNvSpPr/>
              <p:nvPr/>
            </p:nvSpPr>
            <p:spPr>
              <a:xfrm>
                <a:off x="9986141" y="3579811"/>
                <a:ext cx="149705" cy="105504"/>
              </a:xfrm>
              <a:prstGeom prst="roundRect">
                <a:avLst>
                  <a:gd name="adj" fmla="val 48177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44000">
                    <a:srgbClr val="B85410"/>
                  </a:gs>
                  <a:gs pos="97000">
                    <a:srgbClr val="74350A"/>
                  </a:gs>
                </a:gsLst>
                <a:path path="circle">
                  <a:fillToRect l="50000" t="50000" r="50000" b="50000"/>
                </a:path>
                <a:tileRect/>
              </a:gradFill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66D4532A-E3AA-53E6-7BD9-747491196E97}"/>
                  </a:ext>
                </a:extLst>
              </p:cNvPr>
              <p:cNvSpPr/>
              <p:nvPr/>
            </p:nvSpPr>
            <p:spPr>
              <a:xfrm>
                <a:off x="10193225" y="3579811"/>
                <a:ext cx="149705" cy="105504"/>
              </a:xfrm>
              <a:prstGeom prst="roundRect">
                <a:avLst>
                  <a:gd name="adj" fmla="val 48177"/>
                </a:avLst>
              </a:prstGeom>
              <a:noFill/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492C7C8F-1F5F-3458-E6DC-3C7096FFD12D}"/>
                  </a:ext>
                </a:extLst>
              </p:cNvPr>
              <p:cNvSpPr/>
              <p:nvPr/>
            </p:nvSpPr>
            <p:spPr>
              <a:xfrm>
                <a:off x="10395265" y="3579811"/>
                <a:ext cx="149705" cy="105504"/>
              </a:xfrm>
              <a:prstGeom prst="roundRect">
                <a:avLst>
                  <a:gd name="adj" fmla="val 48177"/>
                </a:avLst>
              </a:prstGeom>
              <a:noFill/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D5760CDD-DC77-7E58-4341-46D5C47D4A66}"/>
                  </a:ext>
                </a:extLst>
              </p:cNvPr>
              <p:cNvSpPr/>
              <p:nvPr/>
            </p:nvSpPr>
            <p:spPr>
              <a:xfrm>
                <a:off x="10597721" y="3579811"/>
                <a:ext cx="149705" cy="105504"/>
              </a:xfrm>
              <a:prstGeom prst="roundRect">
                <a:avLst>
                  <a:gd name="adj" fmla="val 48177"/>
                </a:avLst>
              </a:prstGeom>
              <a:noFill/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</p:grp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83EE4FA0-E3DC-AEE3-F565-7FC1D576F994}"/>
              </a:ext>
            </a:extLst>
          </p:cNvPr>
          <p:cNvSpPr txBox="1"/>
          <p:nvPr/>
        </p:nvSpPr>
        <p:spPr>
          <a:xfrm>
            <a:off x="980175" y="5201401"/>
            <a:ext cx="5361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Topic Title 1		     </a:t>
            </a:r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1.1.1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Issue Name Badges		          </a:t>
            </a:r>
          </a:p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				     </a:t>
            </a:r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1.1.2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Issue Workbooks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801471-B986-A4E8-6E26-FB9264A15E43}"/>
              </a:ext>
            </a:extLst>
          </p:cNvPr>
          <p:cNvCxnSpPr>
            <a:cxnSpLocks/>
          </p:cNvCxnSpPr>
          <p:nvPr/>
        </p:nvCxnSpPr>
        <p:spPr>
          <a:xfrm>
            <a:off x="907754" y="2010163"/>
            <a:ext cx="10261065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57FDEA-F950-71F4-E937-3CD48EADAD2C}"/>
              </a:ext>
            </a:extLst>
          </p:cNvPr>
          <p:cNvCxnSpPr>
            <a:cxnSpLocks/>
          </p:cNvCxnSpPr>
          <p:nvPr/>
        </p:nvCxnSpPr>
        <p:spPr>
          <a:xfrm flipV="1">
            <a:off x="1412893" y="1734913"/>
            <a:ext cx="0" cy="2114073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5D6D0F-6403-B544-4475-1A99575BDD5D}"/>
              </a:ext>
            </a:extLst>
          </p:cNvPr>
          <p:cNvCxnSpPr>
            <a:cxnSpLocks/>
          </p:cNvCxnSpPr>
          <p:nvPr/>
        </p:nvCxnSpPr>
        <p:spPr>
          <a:xfrm>
            <a:off x="952227" y="2365524"/>
            <a:ext cx="1026106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B1965D5-86B2-A88B-BFC2-D18139711937}"/>
              </a:ext>
            </a:extLst>
          </p:cNvPr>
          <p:cNvCxnSpPr>
            <a:cxnSpLocks/>
          </p:cNvCxnSpPr>
          <p:nvPr/>
        </p:nvCxnSpPr>
        <p:spPr>
          <a:xfrm>
            <a:off x="952227" y="2758865"/>
            <a:ext cx="1026106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924B2B-2A40-5C06-26FB-BE499713E9A6}"/>
              </a:ext>
            </a:extLst>
          </p:cNvPr>
          <p:cNvCxnSpPr>
            <a:cxnSpLocks/>
          </p:cNvCxnSpPr>
          <p:nvPr/>
        </p:nvCxnSpPr>
        <p:spPr>
          <a:xfrm>
            <a:off x="943192" y="3144300"/>
            <a:ext cx="1026106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04BF3A1-0630-1DBC-A017-017AA17164A1}"/>
              </a:ext>
            </a:extLst>
          </p:cNvPr>
          <p:cNvCxnSpPr>
            <a:cxnSpLocks/>
          </p:cNvCxnSpPr>
          <p:nvPr/>
        </p:nvCxnSpPr>
        <p:spPr>
          <a:xfrm>
            <a:off x="961606" y="3548342"/>
            <a:ext cx="1026106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C36046F-4668-A005-259B-0996BB7D952D}"/>
              </a:ext>
            </a:extLst>
          </p:cNvPr>
          <p:cNvGrpSpPr/>
          <p:nvPr/>
        </p:nvGrpSpPr>
        <p:grpSpPr>
          <a:xfrm>
            <a:off x="2009888" y="2031293"/>
            <a:ext cx="1265850" cy="272836"/>
            <a:chOff x="2351202" y="2649453"/>
            <a:chExt cx="1451452" cy="383141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3199BC9-DF96-8BC3-AD6A-8DE752E4CB10}"/>
                </a:ext>
              </a:extLst>
            </p:cNvPr>
            <p:cNvGrpSpPr/>
            <p:nvPr/>
          </p:nvGrpSpPr>
          <p:grpSpPr>
            <a:xfrm>
              <a:off x="2351202" y="2729475"/>
              <a:ext cx="1441508" cy="303119"/>
              <a:chOff x="4404636" y="4642198"/>
              <a:chExt cx="710705" cy="273180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ECAB761C-6ED0-D4F7-11FD-C55C228802DA}"/>
                  </a:ext>
                </a:extLst>
              </p:cNvPr>
              <p:cNvSpPr/>
              <p:nvPr/>
            </p:nvSpPr>
            <p:spPr>
              <a:xfrm>
                <a:off x="4452644" y="4642198"/>
                <a:ext cx="662697" cy="273180"/>
              </a:xfrm>
              <a:prstGeom prst="roundRect">
                <a:avLst>
                  <a:gd name="adj" fmla="val 48177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44000">
                    <a:srgbClr val="B85410"/>
                  </a:gs>
                  <a:gs pos="97000">
                    <a:srgbClr val="74350A"/>
                  </a:gs>
                </a:gsLst>
                <a:path path="circle">
                  <a:fillToRect l="50000" t="50000" r="50000" b="50000"/>
                </a:path>
                <a:tileRect/>
              </a:gradFill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1143C86-EAA8-A223-BB5F-BB982DA6A408}"/>
                  </a:ext>
                </a:extLst>
              </p:cNvPr>
              <p:cNvSpPr txBox="1"/>
              <p:nvPr/>
            </p:nvSpPr>
            <p:spPr>
              <a:xfrm>
                <a:off x="4404636" y="4673912"/>
                <a:ext cx="662697" cy="18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600" spc="200" dirty="0">
                    <a:solidFill>
                      <a:schemeClr val="bg1">
                        <a:lumMod val="9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INTRODUCTION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BB8616B-D74C-92CF-0CA3-993D4799874B}"/>
                </a:ext>
              </a:extLst>
            </p:cNvPr>
            <p:cNvSpPr txBox="1"/>
            <p:nvPr/>
          </p:nvSpPr>
          <p:spPr>
            <a:xfrm>
              <a:off x="3582130" y="2649453"/>
              <a:ext cx="220524" cy="31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  <a:endParaRPr lang="en-GB" sz="14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CE78FF8-0A37-33A9-FF73-549BECF70529}"/>
              </a:ext>
            </a:extLst>
          </p:cNvPr>
          <p:cNvGrpSpPr/>
          <p:nvPr/>
        </p:nvGrpSpPr>
        <p:grpSpPr>
          <a:xfrm>
            <a:off x="1535023" y="1543509"/>
            <a:ext cx="1581228" cy="184666"/>
            <a:chOff x="1373773" y="1944585"/>
            <a:chExt cx="1473002" cy="18466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9449AC2-3830-1FB9-E692-0A790A562D00}"/>
                </a:ext>
              </a:extLst>
            </p:cNvPr>
            <p:cNvGrpSpPr/>
            <p:nvPr/>
          </p:nvGrpSpPr>
          <p:grpSpPr>
            <a:xfrm>
              <a:off x="1800545" y="1963564"/>
              <a:ext cx="1046230" cy="156483"/>
              <a:chOff x="1127241" y="4455625"/>
              <a:chExt cx="2827314" cy="127342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FF6C43A-2CC0-42AB-8602-D9BAFA0369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7241" y="4519296"/>
                <a:ext cx="2827314" cy="3971"/>
              </a:xfrm>
              <a:prstGeom prst="line">
                <a:avLst/>
              </a:prstGeom>
              <a:ln w="12700">
                <a:gradFill flip="none" rotWithShape="1">
                  <a:gsLst>
                    <a:gs pos="0">
                      <a:schemeClr val="accent3">
                        <a:lumMod val="89000"/>
                      </a:schemeClr>
                    </a:gs>
                    <a:gs pos="23000">
                      <a:schemeClr val="accent3">
                        <a:lumMod val="89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6331C03-EF17-335E-2E89-7A16BCC76AAC}"/>
                  </a:ext>
                </a:extLst>
              </p:cNvPr>
              <p:cNvSpPr/>
              <p:nvPr/>
            </p:nvSpPr>
            <p:spPr>
              <a:xfrm>
                <a:off x="1975033" y="4455625"/>
                <a:ext cx="449152" cy="127342"/>
              </a:xfrm>
              <a:prstGeom prst="roundRect">
                <a:avLst>
                  <a:gd name="adj" fmla="val 48735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50000"/>
                    </a:schemeClr>
                  </a:gs>
                  <a:gs pos="97000">
                    <a:schemeClr val="accent2">
                      <a:lumMod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E6DAB8-8530-B19B-58AE-F9716B4D9D63}"/>
                </a:ext>
              </a:extLst>
            </p:cNvPr>
            <p:cNvSpPr txBox="1"/>
            <p:nvPr/>
          </p:nvSpPr>
          <p:spPr>
            <a:xfrm>
              <a:off x="1373773" y="1944585"/>
              <a:ext cx="521603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E0E89AF-94EB-B134-EC3F-26475458A3C8}"/>
              </a:ext>
            </a:extLst>
          </p:cNvPr>
          <p:cNvGrpSpPr/>
          <p:nvPr/>
        </p:nvGrpSpPr>
        <p:grpSpPr>
          <a:xfrm>
            <a:off x="9651326" y="1556985"/>
            <a:ext cx="1652179" cy="184666"/>
            <a:chOff x="9854163" y="1956682"/>
            <a:chExt cx="1539097" cy="18466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FF92542-EFDD-2B8A-8DEF-90E33FA4ECBC}"/>
                </a:ext>
              </a:extLst>
            </p:cNvPr>
            <p:cNvGrpSpPr/>
            <p:nvPr/>
          </p:nvGrpSpPr>
          <p:grpSpPr>
            <a:xfrm>
              <a:off x="9854163" y="1963564"/>
              <a:ext cx="1046230" cy="156483"/>
              <a:chOff x="1127241" y="4445679"/>
              <a:chExt cx="2827314" cy="12734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A98C486-BCF4-5F3D-5D0B-36FCE50B3D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7241" y="4519296"/>
                <a:ext cx="2827314" cy="3971"/>
              </a:xfrm>
              <a:prstGeom prst="line">
                <a:avLst/>
              </a:prstGeom>
              <a:ln w="12700">
                <a:gradFill flip="none" rotWithShape="1">
                  <a:gsLst>
                    <a:gs pos="0">
                      <a:schemeClr val="accent3">
                        <a:lumMod val="89000"/>
                      </a:schemeClr>
                    </a:gs>
                    <a:gs pos="23000">
                      <a:schemeClr val="accent3">
                        <a:lumMod val="89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F8EBF86B-FF14-85AC-7F28-5104D35506D6}"/>
                  </a:ext>
                </a:extLst>
              </p:cNvPr>
              <p:cNvSpPr/>
              <p:nvPr/>
            </p:nvSpPr>
            <p:spPr>
              <a:xfrm>
                <a:off x="1672925" y="4445679"/>
                <a:ext cx="449152" cy="127342"/>
              </a:xfrm>
              <a:prstGeom prst="roundRect">
                <a:avLst>
                  <a:gd name="adj" fmla="val 48735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50000"/>
                    </a:schemeClr>
                  </a:gs>
                  <a:gs pos="97000">
                    <a:schemeClr val="accent2">
                      <a:lumMod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FFAE77F-FD67-F11D-C32A-499F41697E5B}"/>
                </a:ext>
              </a:extLst>
            </p:cNvPr>
            <p:cNvSpPr txBox="1"/>
            <p:nvPr/>
          </p:nvSpPr>
          <p:spPr>
            <a:xfrm>
              <a:off x="10871657" y="1956682"/>
              <a:ext cx="521603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1500</a:t>
              </a:r>
            </a:p>
          </p:txBody>
        </p:sp>
      </p:grp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84ACED6-1F9F-5A40-BD26-90D238316AEE}"/>
              </a:ext>
            </a:extLst>
          </p:cNvPr>
          <p:cNvCxnSpPr>
            <a:cxnSpLocks/>
          </p:cNvCxnSpPr>
          <p:nvPr/>
        </p:nvCxnSpPr>
        <p:spPr>
          <a:xfrm>
            <a:off x="1055723" y="5172150"/>
            <a:ext cx="1721282" cy="0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74DBEB8-4549-F462-9C86-D7E67EF274CE}"/>
              </a:ext>
            </a:extLst>
          </p:cNvPr>
          <p:cNvGrpSpPr/>
          <p:nvPr/>
        </p:nvGrpSpPr>
        <p:grpSpPr>
          <a:xfrm>
            <a:off x="980175" y="4912494"/>
            <a:ext cx="4190463" cy="317189"/>
            <a:chOff x="2802585" y="4335763"/>
            <a:chExt cx="4190463" cy="317189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40C0DE2-940D-4038-0E15-C4F4F99E3A3B}"/>
                </a:ext>
              </a:extLst>
            </p:cNvPr>
            <p:cNvSpPr txBox="1"/>
            <p:nvPr/>
          </p:nvSpPr>
          <p:spPr>
            <a:xfrm>
              <a:off x="4198294" y="4335763"/>
              <a:ext cx="721326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3B2A325-9A3B-49CA-1C79-FFA78D1BE962}"/>
                </a:ext>
              </a:extLst>
            </p:cNvPr>
            <p:cNvSpPr txBox="1"/>
            <p:nvPr/>
          </p:nvSpPr>
          <p:spPr>
            <a:xfrm>
              <a:off x="2802585" y="4390884"/>
              <a:ext cx="132016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Insert Topic Title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F68FBAF-4337-790C-3133-3167AB76E0C7}"/>
                </a:ext>
              </a:extLst>
            </p:cNvPr>
            <p:cNvSpPr txBox="1"/>
            <p:nvPr/>
          </p:nvSpPr>
          <p:spPr>
            <a:xfrm>
              <a:off x="6245632" y="4345175"/>
              <a:ext cx="747416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4E23A99-798A-863F-F2FA-71DA5FC69C3C}"/>
                </a:ext>
              </a:extLst>
            </p:cNvPr>
            <p:cNvSpPr txBox="1"/>
            <p:nvPr/>
          </p:nvSpPr>
          <p:spPr>
            <a:xfrm>
              <a:off x="4859029" y="4396624"/>
              <a:ext cx="15703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200" dirty="0">
                  <a:solidFill>
                    <a:schemeClr val="bg2">
                      <a:lumMod val="50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Insert </a:t>
              </a:r>
              <a:r>
                <a:rPr lang="en-GB" sz="700" spc="200" dirty="0">
                  <a:solidFill>
                    <a:srgbClr val="64606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Subtopic</a:t>
              </a:r>
              <a:r>
                <a:rPr lang="en-GB" sz="700" spc="200" dirty="0">
                  <a:solidFill>
                    <a:schemeClr val="bg2">
                      <a:lumMod val="50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700" spc="200" dirty="0">
                  <a:solidFill>
                    <a:srgbClr val="A9A5A5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Title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2F187F1-5D02-AFD7-21F2-B11FB3C68FCF}"/>
                </a:ext>
              </a:extLst>
            </p:cNvPr>
            <p:cNvCxnSpPr>
              <a:cxnSpLocks/>
            </p:cNvCxnSpPr>
            <p:nvPr/>
          </p:nvCxnSpPr>
          <p:spPr>
            <a:xfrm>
              <a:off x="4926212" y="4596416"/>
              <a:ext cx="1721282" cy="0"/>
            </a:xfrm>
            <a:prstGeom prst="line">
              <a:avLst/>
            </a:prstGeom>
            <a:ln w="952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9E3AB5C1-0590-C1CA-2275-4229D9057E41}"/>
              </a:ext>
            </a:extLst>
          </p:cNvPr>
          <p:cNvSpPr txBox="1"/>
          <p:nvPr/>
        </p:nvSpPr>
        <p:spPr>
          <a:xfrm>
            <a:off x="964850" y="4756452"/>
            <a:ext cx="8842284" cy="25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TOPICS:</a:t>
            </a:r>
            <a:r>
              <a:rPr lang="en-GB" sz="8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			     SUBTOPICS:				 </a:t>
            </a:r>
            <a:endParaRPr lang="en-GB" sz="800" spc="2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0F3D3EF6-4748-925C-8D71-FB33CA2DA7E2}"/>
              </a:ext>
            </a:extLst>
          </p:cNvPr>
          <p:cNvCxnSpPr>
            <a:cxnSpLocks/>
          </p:cNvCxnSpPr>
          <p:nvPr/>
        </p:nvCxnSpPr>
        <p:spPr>
          <a:xfrm>
            <a:off x="1074254" y="4734380"/>
            <a:ext cx="6618136" cy="0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F16D4011-7C63-4CA6-CA0F-A1AC228F5C21}"/>
              </a:ext>
            </a:extLst>
          </p:cNvPr>
          <p:cNvSpPr txBox="1"/>
          <p:nvPr/>
        </p:nvSpPr>
        <p:spPr>
          <a:xfrm>
            <a:off x="867621" y="4535752"/>
            <a:ext cx="1584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1. </a:t>
            </a:r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</a:t>
            </a: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5392B5E6-8C56-4AA1-F27B-814A2C84BFAA}"/>
              </a:ext>
            </a:extLst>
          </p:cNvPr>
          <p:cNvCxnSpPr>
            <a:cxnSpLocks/>
          </p:cNvCxnSpPr>
          <p:nvPr/>
        </p:nvCxnSpPr>
        <p:spPr>
          <a:xfrm flipV="1">
            <a:off x="8731277" y="4257883"/>
            <a:ext cx="2424303" cy="3586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1322BF27-8DFD-50E8-1438-CF5CE571EC69}"/>
              </a:ext>
            </a:extLst>
          </p:cNvPr>
          <p:cNvSpPr txBox="1"/>
          <p:nvPr/>
        </p:nvSpPr>
        <p:spPr>
          <a:xfrm>
            <a:off x="8654683" y="4018856"/>
            <a:ext cx="2119743" cy="25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OBJECTIVES: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B17DFCE-BF38-F789-0758-BA2D07D15A8A}"/>
              </a:ext>
            </a:extLst>
          </p:cNvPr>
          <p:cNvSpPr txBox="1"/>
          <p:nvPr/>
        </p:nvSpPr>
        <p:spPr>
          <a:xfrm>
            <a:off x="8643159" y="4525776"/>
            <a:ext cx="2345914" cy="883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 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EXPLAIN the course details</a:t>
            </a:r>
          </a:p>
          <a:p>
            <a:pPr>
              <a:lnSpc>
                <a:spcPct val="150000"/>
              </a:lnSpc>
            </a:pPr>
            <a:r>
              <a:rPr lang="en-GB" sz="7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2. ANALYSE the subject</a:t>
            </a:r>
          </a:p>
          <a:p>
            <a:pPr>
              <a:lnSpc>
                <a:spcPct val="150000"/>
              </a:lnSpc>
            </a:pPr>
            <a:r>
              <a:rPr lang="en-GB" sz="7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3. OPERATE the system</a:t>
            </a:r>
          </a:p>
          <a:p>
            <a:pPr>
              <a:lnSpc>
                <a:spcPct val="150000"/>
              </a:lnSpc>
            </a:pPr>
            <a:r>
              <a:rPr lang="en-GB" sz="7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4. SUPERVISE the personnel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GB" sz="700" spc="2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9717ACB-F536-915A-4694-02AB27F25C19}"/>
              </a:ext>
            </a:extLst>
          </p:cNvPr>
          <p:cNvSpPr txBox="1"/>
          <p:nvPr/>
        </p:nvSpPr>
        <p:spPr>
          <a:xfrm>
            <a:off x="5344892" y="4561235"/>
            <a:ext cx="24439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0800-0900 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(60 mins)          </a:t>
            </a:r>
            <a:r>
              <a:rPr lang="en-GB" sz="700" spc="2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(1 hr)</a:t>
            </a: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BE2552E-F10E-CA10-C9D2-E35AC20F2CB3}"/>
              </a:ext>
            </a:extLst>
          </p:cNvPr>
          <p:cNvGrpSpPr/>
          <p:nvPr/>
        </p:nvGrpSpPr>
        <p:grpSpPr>
          <a:xfrm>
            <a:off x="11360271" y="6149091"/>
            <a:ext cx="662697" cy="205404"/>
            <a:chOff x="4451258" y="4630747"/>
            <a:chExt cx="662697" cy="274083"/>
          </a:xfrm>
        </p:grpSpPr>
        <p:sp>
          <p:nvSpPr>
            <p:cNvPr id="209" name="Rectangle: Rounded Corners 208">
              <a:extLst>
                <a:ext uri="{FF2B5EF4-FFF2-40B4-BE49-F238E27FC236}">
                  <a16:creationId xmlns:a16="http://schemas.microsoft.com/office/drawing/2014/main" id="{44CECB43-22BC-033C-35C0-522F3404BB8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solidFill>
              <a:srgbClr val="FF6600"/>
            </a:soli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DBD62434-603E-C77B-83FE-56EC3EB364CB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A37ACEF-E897-0798-B753-93F1A201507B}"/>
              </a:ext>
            </a:extLst>
          </p:cNvPr>
          <p:cNvGrpSpPr/>
          <p:nvPr/>
        </p:nvGrpSpPr>
        <p:grpSpPr>
          <a:xfrm>
            <a:off x="9825999" y="6149086"/>
            <a:ext cx="706140" cy="204727"/>
            <a:chOff x="4451258" y="4631650"/>
            <a:chExt cx="706140" cy="273180"/>
          </a:xfrm>
        </p:grpSpPr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1B84774-924E-9980-3484-DC7CA6BC2986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B38892B-BE8C-8BDD-9EB6-608A7D2B33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E5055E0-E4D7-30E1-52B4-5C922E2E6233}"/>
              </a:ext>
            </a:extLst>
          </p:cNvPr>
          <p:cNvGrpSpPr/>
          <p:nvPr/>
        </p:nvGrpSpPr>
        <p:grpSpPr>
          <a:xfrm>
            <a:off x="10598477" y="6149086"/>
            <a:ext cx="691564" cy="204727"/>
            <a:chOff x="4451258" y="4631650"/>
            <a:chExt cx="691564" cy="273180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2D58E3C7-AE20-8D9B-E0E7-6EA42BDDC71E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CEF9AFF6-4491-8D82-DA1A-30F9132C3FC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C391CA9-0DF4-50AA-7DB0-D2BF5A11FCAA}"/>
              </a:ext>
            </a:extLst>
          </p:cNvPr>
          <p:cNvCxnSpPr>
            <a:cxnSpLocks/>
          </p:cNvCxnSpPr>
          <p:nvPr/>
        </p:nvCxnSpPr>
        <p:spPr>
          <a:xfrm flipV="1">
            <a:off x="8731276" y="4718454"/>
            <a:ext cx="2424303" cy="3586"/>
          </a:xfrm>
          <a:prstGeom prst="line">
            <a:avLst/>
          </a:prstGeom>
          <a:ln w="63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DB898B50-EA2F-1277-AB0E-1C6144360EDE}"/>
              </a:ext>
            </a:extLst>
          </p:cNvPr>
          <p:cNvGrpSpPr/>
          <p:nvPr/>
        </p:nvGrpSpPr>
        <p:grpSpPr>
          <a:xfrm>
            <a:off x="4499866" y="2072518"/>
            <a:ext cx="701187" cy="261610"/>
            <a:chOff x="4499866" y="2072518"/>
            <a:chExt cx="701187" cy="261610"/>
          </a:xfrm>
        </p:grpSpPr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5BE169EF-7692-1E06-3B36-A6B0BF750CD0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169CDA9A-226B-A1F3-AAC3-E4951BA559C4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02F2E832-6F1B-E350-02E7-C77D0F6B421B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2A9D841B-B1C9-BF2E-7985-F14FC8195B20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5EF3131A-9D40-49ED-7120-9E29B04E5174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446F3D07-0912-29B1-9688-7D6BC5161A6B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DD2F3513-DE87-1688-D5EF-D8B63A37C50F}"/>
              </a:ext>
            </a:extLst>
          </p:cNvPr>
          <p:cNvGrpSpPr/>
          <p:nvPr/>
        </p:nvGrpSpPr>
        <p:grpSpPr>
          <a:xfrm>
            <a:off x="4499866" y="2443869"/>
            <a:ext cx="701187" cy="261610"/>
            <a:chOff x="4499866" y="2072518"/>
            <a:chExt cx="701187" cy="261610"/>
          </a:xfrm>
        </p:grpSpPr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8544E464-FCAC-34B2-3DF4-66FA16058278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5791810D-627E-2069-2C70-19A98E74CAEA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22" name="Rectangle: Rounded Corners 321">
                  <a:extLst>
                    <a:ext uri="{FF2B5EF4-FFF2-40B4-BE49-F238E27FC236}">
                      <a16:creationId xmlns:a16="http://schemas.microsoft.com/office/drawing/2014/main" id="{4366B159-B474-0358-546B-3EAE669A7DA3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ACBADF1A-F367-8DE6-B0E3-C5B4784CF5D7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13E85396-8829-0811-E51B-B300A8364F26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7993EF1B-E8C2-4ABD-86D3-79744EF9D11D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62917EA-CEDA-2CEB-FE43-E76443479565}"/>
              </a:ext>
            </a:extLst>
          </p:cNvPr>
          <p:cNvGrpSpPr/>
          <p:nvPr/>
        </p:nvGrpSpPr>
        <p:grpSpPr>
          <a:xfrm>
            <a:off x="4501649" y="2843927"/>
            <a:ext cx="701187" cy="261610"/>
            <a:chOff x="4499866" y="2072518"/>
            <a:chExt cx="701187" cy="26161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2DA69A07-1EEB-2EB1-4DB0-1EF23D7EC33F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728913F-E359-69D4-685A-6519B754417B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29" name="Rectangle: Rounded Corners 328">
                  <a:extLst>
                    <a:ext uri="{FF2B5EF4-FFF2-40B4-BE49-F238E27FC236}">
                      <a16:creationId xmlns:a16="http://schemas.microsoft.com/office/drawing/2014/main" id="{39D8E261-263E-4D71-C3D2-5B2F8D137713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DFD7F2F6-143E-8CB9-E3D7-7DB6BB1250F0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2EB1D6ED-0094-D14A-EAC2-AA2F846EB397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26" name="Straight Arrow Connector 325">
              <a:extLst>
                <a:ext uri="{FF2B5EF4-FFF2-40B4-BE49-F238E27FC236}">
                  <a16:creationId xmlns:a16="http://schemas.microsoft.com/office/drawing/2014/main" id="{6DDEB9AF-7057-0004-7C6B-11C58F3B6336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3347B8E-D008-D3CB-25FD-80089BB1552E}"/>
              </a:ext>
            </a:extLst>
          </p:cNvPr>
          <p:cNvGrpSpPr/>
          <p:nvPr/>
        </p:nvGrpSpPr>
        <p:grpSpPr>
          <a:xfrm>
            <a:off x="4515326" y="3235337"/>
            <a:ext cx="701187" cy="261610"/>
            <a:chOff x="4499866" y="2072518"/>
            <a:chExt cx="701187" cy="261610"/>
          </a:xfrm>
        </p:grpSpPr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789D8B90-CE8C-EE45-E78C-9E1A2A3A8862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7B0CD2E6-0893-01EE-B3D4-954BE87AF77A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36" name="Rectangle: Rounded Corners 335">
                  <a:extLst>
                    <a:ext uri="{FF2B5EF4-FFF2-40B4-BE49-F238E27FC236}">
                      <a16:creationId xmlns:a16="http://schemas.microsoft.com/office/drawing/2014/main" id="{CF08FCDA-6C56-8EC2-80D0-5940C9E5F4C7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37" name="TextBox 336">
                  <a:extLst>
                    <a:ext uri="{FF2B5EF4-FFF2-40B4-BE49-F238E27FC236}">
                      <a16:creationId xmlns:a16="http://schemas.microsoft.com/office/drawing/2014/main" id="{4F178045-DBB7-D627-2CCA-82C641E387C6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F052F379-56BB-C9FD-D97F-55DE0A7AC657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FD26EE9E-6DA9-2E16-FB2A-6F23D3BCA42E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7741F8E-A671-5DE0-C7EA-D8FEC31A7ABB}"/>
              </a:ext>
            </a:extLst>
          </p:cNvPr>
          <p:cNvGrpSpPr/>
          <p:nvPr/>
        </p:nvGrpSpPr>
        <p:grpSpPr>
          <a:xfrm>
            <a:off x="4524851" y="3617165"/>
            <a:ext cx="701187" cy="261610"/>
            <a:chOff x="4499866" y="2072518"/>
            <a:chExt cx="701187" cy="261610"/>
          </a:xfrm>
        </p:grpSpPr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B6846EC1-2C9A-DBDE-1AC0-B6D60534A255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1F38B562-D170-5CB0-042F-ED497BD40542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43" name="Rectangle: Rounded Corners 342">
                  <a:extLst>
                    <a:ext uri="{FF2B5EF4-FFF2-40B4-BE49-F238E27FC236}">
                      <a16:creationId xmlns:a16="http://schemas.microsoft.com/office/drawing/2014/main" id="{2806DBD0-0AD4-4363-98E2-370CBCAF5A0C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4" name="TextBox 343">
                  <a:extLst>
                    <a:ext uri="{FF2B5EF4-FFF2-40B4-BE49-F238E27FC236}">
                      <a16:creationId xmlns:a16="http://schemas.microsoft.com/office/drawing/2014/main" id="{066EC95B-1BEC-3BED-551C-489F9D3E62D9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9CC4475-1C00-20DB-636D-A2120EAB5934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0EB74D79-E56B-A0C8-2111-6E00B05CED5C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830DB503-0256-BE41-CD3B-68B12409A0F3}"/>
              </a:ext>
            </a:extLst>
          </p:cNvPr>
          <p:cNvGrpSpPr/>
          <p:nvPr/>
        </p:nvGrpSpPr>
        <p:grpSpPr>
          <a:xfrm>
            <a:off x="6995416" y="2072518"/>
            <a:ext cx="701187" cy="261610"/>
            <a:chOff x="4499866" y="2072518"/>
            <a:chExt cx="701187" cy="261610"/>
          </a:xfrm>
        </p:grpSpPr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762F2A87-100C-C23C-B84E-102E59CBEABC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146A8FCF-8810-7F6E-C6C2-46277C66F226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50" name="Rectangle: Rounded Corners 349">
                  <a:extLst>
                    <a:ext uri="{FF2B5EF4-FFF2-40B4-BE49-F238E27FC236}">
                      <a16:creationId xmlns:a16="http://schemas.microsoft.com/office/drawing/2014/main" id="{E41D3B09-C11A-1945-D841-B5FA2FF58578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08BA2198-0797-C95D-E515-40A8D3FD24CB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759978AA-E36F-40F6-50C8-45D3A8A182E9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47" name="Straight Arrow Connector 346">
              <a:extLst>
                <a:ext uri="{FF2B5EF4-FFF2-40B4-BE49-F238E27FC236}">
                  <a16:creationId xmlns:a16="http://schemas.microsoft.com/office/drawing/2014/main" id="{E1D170C9-63CF-C79B-AE7A-4A809D2F6424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62CE1310-B6C3-AA89-28D7-D816472A377C}"/>
              </a:ext>
            </a:extLst>
          </p:cNvPr>
          <p:cNvGrpSpPr/>
          <p:nvPr/>
        </p:nvGrpSpPr>
        <p:grpSpPr>
          <a:xfrm>
            <a:off x="6995416" y="2443869"/>
            <a:ext cx="701187" cy="261610"/>
            <a:chOff x="4499866" y="2072518"/>
            <a:chExt cx="701187" cy="261610"/>
          </a:xfrm>
        </p:grpSpPr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8927C106-C0BA-6CED-03D1-6A51A1A63EB5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0C994B5D-8914-0D32-C20A-1E34E78ACBAD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57" name="Rectangle: Rounded Corners 356">
                  <a:extLst>
                    <a:ext uri="{FF2B5EF4-FFF2-40B4-BE49-F238E27FC236}">
                      <a16:creationId xmlns:a16="http://schemas.microsoft.com/office/drawing/2014/main" id="{FEBAEFD2-5606-5903-15C1-EA1BAEC8D123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7A979281-9DCE-A331-EDA1-5E2D3C2CF781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4D3B973C-1858-5775-F651-E5B8085DDA70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0F3F5ECF-C9FE-7094-2E8B-7E8BF5AC5719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F590CF32-4922-2284-8526-AF286012920A}"/>
              </a:ext>
            </a:extLst>
          </p:cNvPr>
          <p:cNvGrpSpPr/>
          <p:nvPr/>
        </p:nvGrpSpPr>
        <p:grpSpPr>
          <a:xfrm>
            <a:off x="6997199" y="2843927"/>
            <a:ext cx="701187" cy="261610"/>
            <a:chOff x="4499866" y="2072518"/>
            <a:chExt cx="701187" cy="261610"/>
          </a:xfrm>
        </p:grpSpPr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66A5B42E-2371-D9BD-0867-E2B8011E41D1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017D91A3-3366-DBDB-3077-6DF490272AE3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64" name="Rectangle: Rounded Corners 363">
                  <a:extLst>
                    <a:ext uri="{FF2B5EF4-FFF2-40B4-BE49-F238E27FC236}">
                      <a16:creationId xmlns:a16="http://schemas.microsoft.com/office/drawing/2014/main" id="{AC8833CC-1C29-0C65-93F4-C9A1BFF142C3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67D25E09-1627-634C-C3ED-E17931A245D0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52F6859B-493D-A8B3-CB28-31CB4FFD9A65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0BAB696A-D088-ED4E-CD5A-82C048C965AD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8D2D624-69F7-680E-4C52-F11A1D4006D8}"/>
              </a:ext>
            </a:extLst>
          </p:cNvPr>
          <p:cNvGrpSpPr/>
          <p:nvPr/>
        </p:nvGrpSpPr>
        <p:grpSpPr>
          <a:xfrm>
            <a:off x="7010876" y="3235337"/>
            <a:ext cx="701187" cy="261610"/>
            <a:chOff x="4499866" y="2072518"/>
            <a:chExt cx="701187" cy="261610"/>
          </a:xfrm>
        </p:grpSpPr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30BF628-43D0-13E6-07BB-AF62688799DC}"/>
                </a:ext>
              </a:extLst>
            </p:cNvPr>
            <p:cNvGrpSpPr/>
            <p:nvPr/>
          </p:nvGrpSpPr>
          <p:grpSpPr>
            <a:xfrm>
              <a:off x="4499866" y="2072518"/>
              <a:ext cx="701187" cy="261610"/>
              <a:chOff x="2448577" y="2707227"/>
              <a:chExt cx="1412084" cy="367376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BF8548FE-3FFC-62C1-1B8B-637B5603B5EC}"/>
                  </a:ext>
                </a:extLst>
              </p:cNvPr>
              <p:cNvGrpSpPr/>
              <p:nvPr/>
            </p:nvGrpSpPr>
            <p:grpSpPr>
              <a:xfrm>
                <a:off x="2448577" y="2729475"/>
                <a:ext cx="1412084" cy="303119"/>
                <a:chOff x="4452644" y="4642198"/>
                <a:chExt cx="696198" cy="273180"/>
              </a:xfrm>
            </p:grpSpPr>
            <p:sp>
              <p:nvSpPr>
                <p:cNvPr id="371" name="Rectangle: Rounded Corners 370">
                  <a:extLst>
                    <a:ext uri="{FF2B5EF4-FFF2-40B4-BE49-F238E27FC236}">
                      <a16:creationId xmlns:a16="http://schemas.microsoft.com/office/drawing/2014/main" id="{96BC4335-5228-BF3E-31CE-3E0AB47047E9}"/>
                    </a:ext>
                  </a:extLst>
                </p:cNvPr>
                <p:cNvSpPr/>
                <p:nvPr/>
              </p:nvSpPr>
              <p:spPr>
                <a:xfrm>
                  <a:off x="4452644" y="4642198"/>
                  <a:ext cx="662697" cy="273180"/>
                </a:xfrm>
                <a:prstGeom prst="roundRect">
                  <a:avLst>
                    <a:gd name="adj" fmla="val 48177"/>
                  </a:avLst>
                </a:prstGeom>
                <a:noFill/>
                <a:ln w="6350" cap="sq" cmpd="dbl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21000">
                        <a:schemeClr val="accent5">
                          <a:lumMod val="0"/>
                          <a:lumOff val="100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FE66DD3B-F10B-F291-3242-1A99055A6C9D}"/>
                    </a:ext>
                  </a:extLst>
                </p:cNvPr>
                <p:cNvSpPr txBox="1"/>
                <p:nvPr/>
              </p:nvSpPr>
              <p:spPr>
                <a:xfrm>
                  <a:off x="4486145" y="4676096"/>
                  <a:ext cx="662697" cy="233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GB" sz="6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AC70E57B-194B-10F0-1C49-7D0DA2AD86E5}"/>
                  </a:ext>
                </a:extLst>
              </p:cNvPr>
              <p:cNvSpPr txBox="1"/>
              <p:nvPr/>
            </p:nvSpPr>
            <p:spPr>
              <a:xfrm>
                <a:off x="3503271" y="2707227"/>
                <a:ext cx="220524" cy="36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+</a:t>
                </a:r>
              </a:p>
            </p:txBody>
          </p:sp>
        </p:grp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0534C78B-EC74-E83D-99F5-998D026FA84B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0D50A284-032B-DF54-BC21-8D1B022EE4D4}"/>
              </a:ext>
            </a:extLst>
          </p:cNvPr>
          <p:cNvGrpSpPr/>
          <p:nvPr/>
        </p:nvGrpSpPr>
        <p:grpSpPr>
          <a:xfrm>
            <a:off x="3416042" y="1513903"/>
            <a:ext cx="559923" cy="190332"/>
            <a:chOff x="4499866" y="2088361"/>
            <a:chExt cx="701187" cy="215852"/>
          </a:xfrm>
        </p:grpSpPr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69C98B7D-E5B3-0447-7687-CD68BC5F407E}"/>
                </a:ext>
              </a:extLst>
            </p:cNvPr>
            <p:cNvGrpSpPr/>
            <p:nvPr/>
          </p:nvGrpSpPr>
          <p:grpSpPr>
            <a:xfrm>
              <a:off x="4499866" y="2088361"/>
              <a:ext cx="701187" cy="215852"/>
              <a:chOff x="4452644" y="4642198"/>
              <a:chExt cx="696198" cy="273180"/>
            </a:xfrm>
          </p:grpSpPr>
          <p:sp>
            <p:nvSpPr>
              <p:cNvPr id="385" name="Rectangle: Rounded Corners 384">
                <a:extLst>
                  <a:ext uri="{FF2B5EF4-FFF2-40B4-BE49-F238E27FC236}">
                    <a16:creationId xmlns:a16="http://schemas.microsoft.com/office/drawing/2014/main" id="{E5C7A7EB-00BC-9620-FD74-D351025FCAD4}"/>
                  </a:ext>
                </a:extLst>
              </p:cNvPr>
              <p:cNvSpPr/>
              <p:nvPr/>
            </p:nvSpPr>
            <p:spPr>
              <a:xfrm>
                <a:off x="4452644" y="4642198"/>
                <a:ext cx="662697" cy="273180"/>
              </a:xfrm>
              <a:prstGeom prst="roundRect">
                <a:avLst>
                  <a:gd name="adj" fmla="val 48177"/>
                </a:avLst>
              </a:prstGeom>
              <a:noFill/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9F4DA73B-9E60-96AC-12AD-B7D195AB5878}"/>
                  </a:ext>
                </a:extLst>
              </p:cNvPr>
              <p:cNvSpPr txBox="1"/>
              <p:nvPr/>
            </p:nvSpPr>
            <p:spPr>
              <a:xfrm>
                <a:off x="4486145" y="4676096"/>
                <a:ext cx="662697" cy="233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6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BBF79464-03FC-157D-8EA5-2A15F56796F4}"/>
                </a:ext>
              </a:extLst>
            </p:cNvPr>
            <p:cNvCxnSpPr/>
            <p:nvPr/>
          </p:nvCxnSpPr>
          <p:spPr>
            <a:xfrm>
              <a:off x="4760020" y="2203323"/>
              <a:ext cx="144000" cy="0"/>
            </a:xfrm>
            <a:prstGeom prst="straightConnector1">
              <a:avLst/>
            </a:prstGeom>
            <a:ln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71000">
                    <a:schemeClr val="bg1">
                      <a:lumMod val="50000"/>
                    </a:schemeClr>
                  </a:gs>
                  <a:gs pos="97000">
                    <a:schemeClr val="bg2">
                      <a:lumMod val="25000"/>
                    </a:schemeClr>
                  </a:gs>
                </a:gsLst>
                <a:lin ang="2700000" scaled="1"/>
                <a:tileRect/>
              </a:gra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7" name="TextBox 386">
            <a:extLst>
              <a:ext uri="{FF2B5EF4-FFF2-40B4-BE49-F238E27FC236}">
                <a16:creationId xmlns:a16="http://schemas.microsoft.com/office/drawing/2014/main" id="{FCB16DDC-666D-8B7C-EA76-DCE9E21A86DD}"/>
              </a:ext>
            </a:extLst>
          </p:cNvPr>
          <p:cNvSpPr txBox="1"/>
          <p:nvPr/>
        </p:nvSpPr>
        <p:spPr>
          <a:xfrm>
            <a:off x="1201971" y="4107570"/>
            <a:ext cx="966316" cy="25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LESSON: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B511C8E2-AF77-B411-47A7-4C39DC8560FD}"/>
              </a:ext>
            </a:extLst>
          </p:cNvPr>
          <p:cNvSpPr txBox="1"/>
          <p:nvPr/>
        </p:nvSpPr>
        <p:spPr>
          <a:xfrm>
            <a:off x="5260745" y="1291546"/>
            <a:ext cx="734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56D403F4-192E-C3B9-7404-EC481AA310A9}"/>
              </a:ext>
            </a:extLst>
          </p:cNvPr>
          <p:cNvSpPr txBox="1"/>
          <p:nvPr/>
        </p:nvSpPr>
        <p:spPr>
          <a:xfrm rot="10800000">
            <a:off x="6196352" y="1335457"/>
            <a:ext cx="734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AF3D8C6B-6AFF-031C-5D33-4744ED51AC4B}"/>
              </a:ext>
            </a:extLst>
          </p:cNvPr>
          <p:cNvSpPr txBox="1"/>
          <p:nvPr/>
        </p:nvSpPr>
        <p:spPr>
          <a:xfrm>
            <a:off x="5303381" y="1107451"/>
            <a:ext cx="734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-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F56DEE1A-EFF1-E97C-FA38-54EEF92A98D0}"/>
              </a:ext>
            </a:extLst>
          </p:cNvPr>
          <p:cNvSpPr txBox="1"/>
          <p:nvPr/>
        </p:nvSpPr>
        <p:spPr>
          <a:xfrm>
            <a:off x="6238988" y="1139049"/>
            <a:ext cx="734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pic>
        <p:nvPicPr>
          <p:cNvPr id="395" name="Picture 394" descr="A white arrows in a black background&#10;&#10;AI-generated content may be incorrect.">
            <a:extLst>
              <a:ext uri="{FF2B5EF4-FFF2-40B4-BE49-F238E27FC236}">
                <a16:creationId xmlns:a16="http://schemas.microsoft.com/office/drawing/2014/main" id="{48EFB0B2-0A38-436E-93EA-B6DD7C900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06" y="4109475"/>
            <a:ext cx="337859" cy="24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3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6C14-E3FA-CFDE-D00F-1F860901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EE4C8A-73AE-D880-3C83-7C35F1919124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48B6D-5D02-94A7-04B8-D0B0242278B5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113AC-DFED-3705-868B-C40EA69062CE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4A992C-1AE0-7EBF-E2AC-F0E27B68AE80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14C1BB-D1D9-CA07-32E3-DC9873788B6E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2539A6-05DE-92C7-7375-9FCF2B143387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496BE83-8E1F-AC57-085F-08C94C3BE648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EF30659-BFF5-84BB-9A90-BEE53A600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E56BBF5-6F5D-C970-D0EF-C74FE2BE3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6CADFC1-93B8-2188-AD0D-FDF09B58AA20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3A12EE4A-DE6B-597D-9087-521A0070337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solidFill>
              <a:srgbClr val="FF6600"/>
            </a:soli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6040F82-4833-37BC-77DB-75560EFE936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216214-1C60-4BBA-CC81-DD153D102DEC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2D4969-F92E-89DB-ED57-33B21E81098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D3724AB-F540-9E44-F423-F8AE7A4592D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9117ADF-A573-8952-0F55-F2E0B54E47FD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E47E31-9D62-FF2F-6123-3A7736EA8664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78928C0-990A-50C5-E149-01D6020B8A5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BF7244B-A97D-89FB-54FA-577A03314956}"/>
              </a:ext>
            </a:extLst>
          </p:cNvPr>
          <p:cNvSpPr/>
          <p:nvPr/>
        </p:nvSpPr>
        <p:spPr>
          <a:xfrm>
            <a:off x="3430302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DFAA2D1-89E0-BC50-4690-570187A85C3F}"/>
              </a:ext>
            </a:extLst>
          </p:cNvPr>
          <p:cNvSpPr txBox="1"/>
          <p:nvPr/>
        </p:nvSpPr>
        <p:spPr>
          <a:xfrm>
            <a:off x="4757647" y="5728609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82DC8-5862-1394-F07F-077F5520AC89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2F2629E-A23F-330B-AABE-11639DCDBC68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0224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2018C09-82D7-DD1E-2D0B-7DA1BE42E257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0D3F746-180A-B547-20EF-F9B3D8DC2D45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FD59ECEB-A3AE-358A-FCCF-80D5BBD07B78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D7F21536-224B-C6E1-BFB9-B715CAF14EDC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C0886295-238E-9D2C-C78B-BF291144471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0839C60F-F7CF-A998-34D0-BD582E79758D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84698107-5398-B595-1F23-282C12FF4A76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DE745A6-33DC-3286-1517-802DC3270D30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4F54825-B05F-2092-8198-1902C59671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57F8413-FD4A-9256-72FC-C7DD60D516DE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453D2F3-9759-BA75-F15D-C7F184802F25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7370844-6AA5-57E3-CA58-4D757D5EF534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7ABFC4F-48FE-B338-1B84-6066DC3D3639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91E4F65-1623-C2C2-F5F9-7AB3C69FEC0C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DFE0654-DA96-263D-89FC-625105AD27E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B2E3BBE-E4B6-4DCC-6B6B-BB817DF2C1D1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F09030D-D49D-138F-4CFA-F4062FC7C88E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B3C2D30-C753-2CD8-BBEE-C0838A52C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CF75104-E067-5C7C-C947-4C000026838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6DC47C-56AC-4650-4D1A-EA2A0A8B75D1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FACAAA-4A56-2139-3B2C-4D8D9BFF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C63B80-8C14-DD6E-8F62-768847067F5A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66DCC3-4105-8C8D-4BDA-0C5A2FA1900B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89FB65-75CD-C9B2-5C32-5334317821F4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66DD3C-C746-EEFC-A966-87C5B9CBBA05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0B469E6-50D8-8399-AA6B-5C3A10E51134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560D15-529F-E524-2FBA-4DF17B0E05D1}"/>
              </a:ext>
            </a:extLst>
          </p:cNvPr>
          <p:cNvSpPr txBox="1"/>
          <p:nvPr/>
        </p:nvSpPr>
        <p:spPr>
          <a:xfrm>
            <a:off x="4557719" y="1153876"/>
            <a:ext cx="307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SCALAR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0975DD-DBEB-2312-B019-CFEEC9655781}"/>
              </a:ext>
            </a:extLst>
          </p:cNvPr>
          <p:cNvSpPr txBox="1"/>
          <p:nvPr/>
        </p:nvSpPr>
        <p:spPr>
          <a:xfrm>
            <a:off x="5445463" y="1381574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2A60B5-3AEE-39D0-8E57-03D26E31B174}"/>
              </a:ext>
            </a:extLst>
          </p:cNvPr>
          <p:cNvSpPr txBox="1"/>
          <p:nvPr/>
        </p:nvSpPr>
        <p:spPr>
          <a:xfrm>
            <a:off x="5478809" y="1554221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D75F4C6-34A8-D3D8-EA66-353EB2D617E5}"/>
              </a:ext>
            </a:extLst>
          </p:cNvPr>
          <p:cNvSpPr txBox="1"/>
          <p:nvPr/>
        </p:nvSpPr>
        <p:spPr>
          <a:xfrm>
            <a:off x="9639681" y="2184996"/>
            <a:ext cx="109205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 TOPICS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100824B-69E2-255E-E9AC-E5BA28B06306}"/>
              </a:ext>
            </a:extLst>
          </p:cNvPr>
          <p:cNvGrpSpPr/>
          <p:nvPr/>
        </p:nvGrpSpPr>
        <p:grpSpPr>
          <a:xfrm>
            <a:off x="37013" y="2455719"/>
            <a:ext cx="3347034" cy="348025"/>
            <a:chOff x="59847" y="2704217"/>
            <a:chExt cx="2494431" cy="276999"/>
          </a:xfrm>
          <a:effectLst/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37B194-31BD-2375-F6B2-79C3909A3BFD}"/>
                </a:ext>
              </a:extLst>
            </p:cNvPr>
            <p:cNvSpPr txBox="1"/>
            <p:nvPr/>
          </p:nvSpPr>
          <p:spPr>
            <a:xfrm>
              <a:off x="59847" y="2733108"/>
              <a:ext cx="251998" cy="17147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94DCA28D-089E-015E-C392-416957260144}"/>
                </a:ext>
              </a:extLst>
            </p:cNvPr>
            <p:cNvSpPr/>
            <p:nvPr/>
          </p:nvSpPr>
          <p:spPr>
            <a:xfrm>
              <a:off x="250913" y="2704217"/>
              <a:ext cx="2303365" cy="276999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2808325-4BD0-FFA6-A78B-DD7EE6F1C4A0}"/>
                </a:ext>
              </a:extLst>
            </p:cNvPr>
            <p:cNvSpPr txBox="1"/>
            <p:nvPr/>
          </p:nvSpPr>
          <p:spPr>
            <a:xfrm>
              <a:off x="243309" y="2755673"/>
              <a:ext cx="2015451" cy="17147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</a:t>
              </a:r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something…..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335333-CA67-2A01-9360-9CFBC40A2C91}"/>
              </a:ext>
            </a:extLst>
          </p:cNvPr>
          <p:cNvGrpSpPr/>
          <p:nvPr/>
        </p:nvGrpSpPr>
        <p:grpSpPr>
          <a:xfrm>
            <a:off x="28692" y="3030191"/>
            <a:ext cx="3355355" cy="348025"/>
            <a:chOff x="51625" y="3359278"/>
            <a:chExt cx="3355355" cy="34802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987CC01E-7AFF-C50E-5DA7-8D8726B59671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F3301D0-50E8-C368-5C5E-256B82586B56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F3B015F-8E8B-5047-C492-BF402A55C389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09E3E2F-1C34-40C6-9122-93C6D1DC51FF}"/>
              </a:ext>
            </a:extLst>
          </p:cNvPr>
          <p:cNvGrpSpPr/>
          <p:nvPr/>
        </p:nvGrpSpPr>
        <p:grpSpPr>
          <a:xfrm>
            <a:off x="4150527" y="3135769"/>
            <a:ext cx="3716209" cy="348025"/>
            <a:chOff x="3073706" y="3906468"/>
            <a:chExt cx="3033744" cy="348025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A7DE068-44FE-96D1-B919-50BD51AF3B1B}"/>
                </a:ext>
              </a:extLst>
            </p:cNvPr>
            <p:cNvSpPr/>
            <p:nvPr/>
          </p:nvSpPr>
          <p:spPr>
            <a:xfrm>
              <a:off x="3397932" y="3906468"/>
              <a:ext cx="2709518" cy="348025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>
              <a:glow rad="254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C94E992-43E4-6533-65F6-E00B1CB0F4EB}"/>
                </a:ext>
              </a:extLst>
            </p:cNvPr>
            <p:cNvSpPr txBox="1"/>
            <p:nvPr/>
          </p:nvSpPr>
          <p:spPr>
            <a:xfrm>
              <a:off x="3073706" y="3959880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FBB8891-15A8-7088-8FE1-0478364BAB75}"/>
                </a:ext>
              </a:extLst>
            </p:cNvPr>
            <p:cNvSpPr txBox="1"/>
            <p:nvPr/>
          </p:nvSpPr>
          <p:spPr>
            <a:xfrm>
              <a:off x="3394346" y="3981304"/>
              <a:ext cx="237083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Enter text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CC0777C-A908-E72D-3D75-DD0FA5CA017D}"/>
                </a:ext>
              </a:extLst>
            </p:cNvPr>
            <p:cNvSpPr txBox="1"/>
            <p:nvPr/>
          </p:nvSpPr>
          <p:spPr>
            <a:xfrm>
              <a:off x="5867408" y="3919344"/>
              <a:ext cx="233828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2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08AAEF9-4BAD-08CD-A0F5-E971C28F03C4}"/>
              </a:ext>
            </a:extLst>
          </p:cNvPr>
          <p:cNvGrpSpPr/>
          <p:nvPr/>
        </p:nvGrpSpPr>
        <p:grpSpPr>
          <a:xfrm>
            <a:off x="4146359" y="2467123"/>
            <a:ext cx="3725404" cy="513618"/>
            <a:chOff x="3806114" y="2467123"/>
            <a:chExt cx="3725404" cy="513618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C6726292-186B-C0FE-E1C6-0164026DB761}"/>
                </a:ext>
              </a:extLst>
            </p:cNvPr>
            <p:cNvGrpSpPr/>
            <p:nvPr/>
          </p:nvGrpSpPr>
          <p:grpSpPr>
            <a:xfrm>
              <a:off x="3810412" y="2632716"/>
              <a:ext cx="3721106" cy="348025"/>
              <a:chOff x="3063494" y="2661291"/>
              <a:chExt cx="3037742" cy="348025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503A0884-7342-9961-A820-0E86310B774D}"/>
                  </a:ext>
                </a:extLst>
              </p:cNvPr>
              <p:cNvSpPr/>
              <p:nvPr/>
            </p:nvSpPr>
            <p:spPr>
              <a:xfrm>
                <a:off x="3391718" y="2661291"/>
                <a:ext cx="2709518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9464004B-A1D1-0D3C-4FCC-9A3534CB5A75}"/>
                  </a:ext>
                </a:extLst>
              </p:cNvPr>
              <p:cNvGrpSpPr/>
              <p:nvPr/>
            </p:nvGrpSpPr>
            <p:grpSpPr>
              <a:xfrm>
                <a:off x="3063494" y="2703369"/>
                <a:ext cx="2719119" cy="246220"/>
                <a:chOff x="3063494" y="2703369"/>
                <a:chExt cx="2719119" cy="246220"/>
              </a:xfrm>
            </p:grpSpPr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4C26F23-E208-09E8-BB60-26026613C225}"/>
                    </a:ext>
                  </a:extLst>
                </p:cNvPr>
                <p:cNvSpPr txBox="1"/>
                <p:nvPr/>
              </p:nvSpPr>
              <p:spPr>
                <a:xfrm>
                  <a:off x="3063494" y="2703369"/>
                  <a:ext cx="449959" cy="24622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000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1.2</a:t>
                  </a: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28CC534-9FCF-48E1-AD0A-E32A43D8B688}"/>
                    </a:ext>
                  </a:extLst>
                </p:cNvPr>
                <p:cNvSpPr txBox="1"/>
                <p:nvPr/>
              </p:nvSpPr>
              <p:spPr>
                <a:xfrm>
                  <a:off x="3411777" y="2745574"/>
                  <a:ext cx="2370836" cy="184666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i="1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Components of something</a:t>
                  </a:r>
                </a:p>
              </p:txBody>
            </p:sp>
          </p:grpSp>
        </p:grp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2A8A9353-CD3E-0AA1-3817-76B2A5EB780D}"/>
                </a:ext>
              </a:extLst>
            </p:cNvPr>
            <p:cNvSpPr/>
            <p:nvPr/>
          </p:nvSpPr>
          <p:spPr>
            <a:xfrm>
              <a:off x="4211728" y="2467123"/>
              <a:ext cx="3319046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2">
                    <a:lumMod val="25000"/>
                  </a:schemeClr>
                </a:gs>
                <a:gs pos="30000">
                  <a:schemeClr val="bg2">
                    <a:lumMod val="10000"/>
                  </a:schemeClr>
                </a:gs>
                <a:gs pos="14000">
                  <a:schemeClr val="bg2">
                    <a:lumMod val="10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8B21A6D-84F9-F037-89E9-0DD45A6B6247}"/>
                </a:ext>
              </a:extLst>
            </p:cNvPr>
            <p:cNvSpPr txBox="1"/>
            <p:nvPr/>
          </p:nvSpPr>
          <p:spPr>
            <a:xfrm>
              <a:off x="4250891" y="2542570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Fundamentals of something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21F8164-1B69-C61C-E04A-67900B1DE8FF}"/>
                </a:ext>
              </a:extLst>
            </p:cNvPr>
            <p:cNvSpPr txBox="1"/>
            <p:nvPr/>
          </p:nvSpPr>
          <p:spPr>
            <a:xfrm>
              <a:off x="3806114" y="2504871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</a:t>
              </a:r>
            </a:p>
          </p:txBody>
        </p: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4181CD4-4CE6-04F5-33F3-14372AD6AF70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5C962C6-3027-04C7-00F2-3397A9D2B61E}"/>
              </a:ext>
            </a:extLst>
          </p:cNvPr>
          <p:cNvGrpSpPr/>
          <p:nvPr/>
        </p:nvGrpSpPr>
        <p:grpSpPr>
          <a:xfrm>
            <a:off x="8164544" y="2474905"/>
            <a:ext cx="3725404" cy="554456"/>
            <a:chOff x="8005053" y="2474905"/>
            <a:chExt cx="3725404" cy="554456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CD54C9AE-803F-3D5F-08B9-66A93D1D1F38}"/>
                </a:ext>
              </a:extLst>
            </p:cNvPr>
            <p:cNvGrpSpPr/>
            <p:nvPr/>
          </p:nvGrpSpPr>
          <p:grpSpPr>
            <a:xfrm>
              <a:off x="8009167" y="2681336"/>
              <a:ext cx="3721106" cy="348025"/>
              <a:chOff x="8002240" y="3537487"/>
              <a:chExt cx="3721106" cy="348025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4281F8C6-1112-8687-FB80-D75DDBA0F551}"/>
                  </a:ext>
                </a:extLst>
              </p:cNvPr>
              <p:cNvSpPr/>
              <p:nvPr/>
            </p:nvSpPr>
            <p:spPr>
              <a:xfrm>
                <a:off x="8404301" y="3537487"/>
                <a:ext cx="3319045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C09593E7-8B55-0760-D208-9B2AEA320E15}"/>
                  </a:ext>
                </a:extLst>
              </p:cNvPr>
              <p:cNvSpPr txBox="1"/>
              <p:nvPr/>
            </p:nvSpPr>
            <p:spPr>
              <a:xfrm>
                <a:off x="8002240" y="3579565"/>
                <a:ext cx="551181" cy="2462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1.1.3</a:t>
                </a: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FB79878-0A2F-EA5B-AA8E-80FF2B1ED715}"/>
                </a:ext>
              </a:extLst>
            </p:cNvPr>
            <p:cNvGrpSpPr/>
            <p:nvPr/>
          </p:nvGrpSpPr>
          <p:grpSpPr>
            <a:xfrm>
              <a:off x="8005053" y="2474905"/>
              <a:ext cx="3725404" cy="450288"/>
              <a:chOff x="3806114" y="2467123"/>
              <a:chExt cx="3725404" cy="450288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3209DEC2-B887-AD15-8724-62E2038A435F}"/>
                  </a:ext>
                </a:extLst>
              </p:cNvPr>
              <p:cNvGrpSpPr/>
              <p:nvPr/>
            </p:nvGrpSpPr>
            <p:grpSpPr>
              <a:xfrm>
                <a:off x="3810412" y="2569386"/>
                <a:ext cx="3721106" cy="348025"/>
                <a:chOff x="3063494" y="2597961"/>
                <a:chExt cx="3037742" cy="348025"/>
              </a:xfrm>
            </p:grpSpPr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EB7B190B-8049-85F0-7402-1E8076417292}"/>
                    </a:ext>
                  </a:extLst>
                </p:cNvPr>
                <p:cNvSpPr/>
                <p:nvPr/>
              </p:nvSpPr>
              <p:spPr>
                <a:xfrm>
                  <a:off x="3391718" y="2597961"/>
                  <a:ext cx="2709518" cy="348025"/>
                </a:xfrm>
                <a:prstGeom prst="roundRect">
                  <a:avLst>
                    <a:gd name="adj" fmla="val 50000"/>
                  </a:avLst>
                </a:prstGeom>
                <a:noFill/>
                <a:ln w="6350" cap="sq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46000">
                        <a:schemeClr val="bg2">
                          <a:lumMod val="75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>
                    <a:latin typeface="Candara" panose="020E0502030303020204" pitchFamily="34" charset="0"/>
                  </a:endParaRPr>
                </a:p>
              </p:txBody>
            </p: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1F7C11-1B8A-EC1D-7313-3FD9318910E2}"/>
                    </a:ext>
                  </a:extLst>
                </p:cNvPr>
                <p:cNvGrpSpPr/>
                <p:nvPr/>
              </p:nvGrpSpPr>
              <p:grpSpPr>
                <a:xfrm>
                  <a:off x="3063494" y="2640039"/>
                  <a:ext cx="2736084" cy="246220"/>
                  <a:chOff x="3063494" y="2640039"/>
                  <a:chExt cx="2736084" cy="246220"/>
                </a:xfrm>
              </p:grpSpPr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3C38B0D1-03C8-EA0A-04F3-2E6ED30EBEF9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494" y="2640039"/>
                    <a:ext cx="449959" cy="24622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1.1.2</a:t>
                    </a: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E0C2C6D-1284-503D-8FD1-3C0343EC85BD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742" y="2675317"/>
                    <a:ext cx="2370836" cy="18466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600" i="1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Parts of something</a:t>
                    </a:r>
                  </a:p>
                </p:txBody>
              </p:sp>
            </p:grpSp>
          </p:grp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E5E4BFE0-BBCD-7E24-8E5C-6255760DDABB}"/>
                  </a:ext>
                </a:extLst>
              </p:cNvPr>
              <p:cNvSpPr/>
              <p:nvPr/>
            </p:nvSpPr>
            <p:spPr>
              <a:xfrm>
                <a:off x="4211728" y="2467123"/>
                <a:ext cx="3319046" cy="348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2">
                      <a:lumMod val="25000"/>
                    </a:schemeClr>
                  </a:gs>
                  <a:gs pos="30000">
                    <a:schemeClr val="bg2">
                      <a:lumMod val="10000"/>
                    </a:schemeClr>
                  </a:gs>
                  <a:gs pos="14000">
                    <a:schemeClr val="bg2">
                      <a:lumMod val="10000"/>
                    </a:schemeClr>
                  </a:gs>
                  <a:gs pos="0">
                    <a:schemeClr val="bg2">
                      <a:lumMod val="1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53C7FE3-2680-B7C8-FE1A-DBB8590465EA}"/>
                  </a:ext>
                </a:extLst>
              </p:cNvPr>
              <p:cNvSpPr txBox="1"/>
              <p:nvPr/>
            </p:nvSpPr>
            <p:spPr>
              <a:xfrm>
                <a:off x="4250891" y="2542570"/>
                <a:ext cx="2370836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i="1" spc="150" dirty="0">
                    <a:solidFill>
                      <a:schemeClr val="bg2">
                        <a:lumMod val="2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Introduction to something</a:t>
                </a:r>
                <a:endPara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F078F896-2849-7CAA-839D-93293D035380}"/>
                  </a:ext>
                </a:extLst>
              </p:cNvPr>
              <p:cNvSpPr txBox="1"/>
              <p:nvPr/>
            </p:nvSpPr>
            <p:spPr>
              <a:xfrm>
                <a:off x="3806114" y="2504871"/>
                <a:ext cx="55118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1.1.1</a:t>
                </a: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7732F58-5E46-0156-8189-83BF0BA22709}"/>
              </a:ext>
            </a:extLst>
          </p:cNvPr>
          <p:cNvGrpSpPr/>
          <p:nvPr/>
        </p:nvGrpSpPr>
        <p:grpSpPr>
          <a:xfrm>
            <a:off x="8162691" y="3105337"/>
            <a:ext cx="3725404" cy="554456"/>
            <a:chOff x="8005053" y="2474905"/>
            <a:chExt cx="3725404" cy="55445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20FFBAD-BF30-36B8-1235-F2F1EBE91956}"/>
                </a:ext>
              </a:extLst>
            </p:cNvPr>
            <p:cNvGrpSpPr/>
            <p:nvPr/>
          </p:nvGrpSpPr>
          <p:grpSpPr>
            <a:xfrm>
              <a:off x="8009167" y="2681336"/>
              <a:ext cx="3721106" cy="348025"/>
              <a:chOff x="8002240" y="3537487"/>
              <a:chExt cx="3721106" cy="348025"/>
            </a:xfrm>
          </p:grpSpPr>
          <p:sp>
            <p:nvSpPr>
              <p:cNvPr id="194" name="Rectangle: Rounded Corners 193">
                <a:extLst>
                  <a:ext uri="{FF2B5EF4-FFF2-40B4-BE49-F238E27FC236}">
                    <a16:creationId xmlns:a16="http://schemas.microsoft.com/office/drawing/2014/main" id="{1AF2F7EB-AC36-AC21-2F9E-02A81719DC37}"/>
                  </a:ext>
                </a:extLst>
              </p:cNvPr>
              <p:cNvSpPr/>
              <p:nvPr/>
            </p:nvSpPr>
            <p:spPr>
              <a:xfrm>
                <a:off x="8404301" y="3537487"/>
                <a:ext cx="3319045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ED228817-8DCE-A999-1090-7D8AEDA05A80}"/>
                  </a:ext>
                </a:extLst>
              </p:cNvPr>
              <p:cNvSpPr txBox="1"/>
              <p:nvPr/>
            </p:nvSpPr>
            <p:spPr>
              <a:xfrm>
                <a:off x="8002240" y="3579565"/>
                <a:ext cx="551181" cy="2462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1.2.3</a:t>
                </a: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F90219D-F9C1-B41E-F41F-19D3C1C60C85}"/>
                </a:ext>
              </a:extLst>
            </p:cNvPr>
            <p:cNvGrpSpPr/>
            <p:nvPr/>
          </p:nvGrpSpPr>
          <p:grpSpPr>
            <a:xfrm>
              <a:off x="8005053" y="2474905"/>
              <a:ext cx="3725404" cy="450288"/>
              <a:chOff x="3806114" y="2467123"/>
              <a:chExt cx="3725404" cy="450288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A3F600A5-81B2-7432-714C-5A007EB8CCB1}"/>
                  </a:ext>
                </a:extLst>
              </p:cNvPr>
              <p:cNvGrpSpPr/>
              <p:nvPr/>
            </p:nvGrpSpPr>
            <p:grpSpPr>
              <a:xfrm>
                <a:off x="3810412" y="2569386"/>
                <a:ext cx="3721106" cy="348025"/>
                <a:chOff x="3063494" y="2597961"/>
                <a:chExt cx="3037742" cy="348025"/>
              </a:xfrm>
            </p:grpSpPr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CE0BA90A-5946-AC9A-1F5F-E76050D714BA}"/>
                    </a:ext>
                  </a:extLst>
                </p:cNvPr>
                <p:cNvSpPr/>
                <p:nvPr/>
              </p:nvSpPr>
              <p:spPr>
                <a:xfrm>
                  <a:off x="3391718" y="2597961"/>
                  <a:ext cx="2709518" cy="348025"/>
                </a:xfrm>
                <a:prstGeom prst="roundRect">
                  <a:avLst>
                    <a:gd name="adj" fmla="val 50000"/>
                  </a:avLst>
                </a:prstGeom>
                <a:noFill/>
                <a:ln w="6350" cap="sq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46000">
                        <a:schemeClr val="bg2">
                          <a:lumMod val="75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>
                    <a:latin typeface="Candara" panose="020E0502030303020204" pitchFamily="34" charset="0"/>
                  </a:endParaRPr>
                </a:p>
              </p:txBody>
            </p: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1681A689-5DAC-3272-BF50-6079EF176254}"/>
                    </a:ext>
                  </a:extLst>
                </p:cNvPr>
                <p:cNvGrpSpPr/>
                <p:nvPr/>
              </p:nvGrpSpPr>
              <p:grpSpPr>
                <a:xfrm>
                  <a:off x="3063494" y="2640039"/>
                  <a:ext cx="2736084" cy="246220"/>
                  <a:chOff x="3063494" y="2640039"/>
                  <a:chExt cx="2736084" cy="246220"/>
                </a:xfrm>
              </p:grpSpPr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38AC9F9B-1BEB-CA4C-3E36-79431D428DF1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494" y="2640039"/>
                    <a:ext cx="449959" cy="24622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1.2.2</a:t>
                    </a: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E099CB25-4D1F-616F-B9E9-3413DF7A6285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742" y="2675317"/>
                    <a:ext cx="2370836" cy="18466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600" i="1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Parts of something</a:t>
                    </a:r>
                  </a:p>
                </p:txBody>
              </p:sp>
            </p:grpSp>
          </p:grpSp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40BA6FAE-8B47-FD08-33D2-933F28C3FDC0}"/>
                  </a:ext>
                </a:extLst>
              </p:cNvPr>
              <p:cNvSpPr/>
              <p:nvPr/>
            </p:nvSpPr>
            <p:spPr>
              <a:xfrm>
                <a:off x="4211728" y="2467123"/>
                <a:ext cx="3319046" cy="348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2">
                      <a:lumMod val="25000"/>
                    </a:schemeClr>
                  </a:gs>
                  <a:gs pos="30000">
                    <a:schemeClr val="bg2">
                      <a:lumMod val="10000"/>
                    </a:schemeClr>
                  </a:gs>
                  <a:gs pos="14000">
                    <a:schemeClr val="bg2">
                      <a:lumMod val="10000"/>
                    </a:schemeClr>
                  </a:gs>
                  <a:gs pos="0">
                    <a:schemeClr val="bg2">
                      <a:lumMod val="1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315DCF3-D27B-9709-4BC1-490A5AFF8D2D}"/>
                  </a:ext>
                </a:extLst>
              </p:cNvPr>
              <p:cNvSpPr txBox="1"/>
              <p:nvPr/>
            </p:nvSpPr>
            <p:spPr>
              <a:xfrm>
                <a:off x="4250891" y="2542570"/>
                <a:ext cx="2370836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i="1" spc="150" dirty="0">
                    <a:solidFill>
                      <a:schemeClr val="bg2">
                        <a:lumMod val="2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History of something</a:t>
                </a:r>
                <a:endPara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3846FD5-D425-DEB5-82E2-FD0C5CBCD26F}"/>
                  </a:ext>
                </a:extLst>
              </p:cNvPr>
              <p:cNvSpPr txBox="1"/>
              <p:nvPr/>
            </p:nvSpPr>
            <p:spPr>
              <a:xfrm>
                <a:off x="3806114" y="2504871"/>
                <a:ext cx="55118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1.2.1</a:t>
                </a: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1DBA4EA-5FE8-A831-0E1D-6C12FAA0C98D}"/>
              </a:ext>
            </a:extLst>
          </p:cNvPr>
          <p:cNvGrpSpPr/>
          <p:nvPr/>
        </p:nvGrpSpPr>
        <p:grpSpPr>
          <a:xfrm>
            <a:off x="8132783" y="3768786"/>
            <a:ext cx="3770354" cy="513618"/>
            <a:chOff x="3761164" y="2467123"/>
            <a:chExt cx="3770354" cy="513618"/>
          </a:xfrm>
        </p:grpSpPr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D1397EAB-9D81-A5AE-6E29-C6AE6F5F5953}"/>
                </a:ext>
              </a:extLst>
            </p:cNvPr>
            <p:cNvGrpSpPr/>
            <p:nvPr/>
          </p:nvGrpSpPr>
          <p:grpSpPr>
            <a:xfrm>
              <a:off x="3770568" y="2632716"/>
              <a:ext cx="3760950" cy="348025"/>
              <a:chOff x="3030967" y="2661291"/>
              <a:chExt cx="3070269" cy="348025"/>
            </a:xfrm>
          </p:grpSpPr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794BE4F9-2FC9-F079-9C66-2D872C456C7E}"/>
                  </a:ext>
                </a:extLst>
              </p:cNvPr>
              <p:cNvSpPr/>
              <p:nvPr/>
            </p:nvSpPr>
            <p:spPr>
              <a:xfrm>
                <a:off x="3391718" y="2661291"/>
                <a:ext cx="2709518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FAABBFC4-C424-323D-6C16-FA86E1FB9AB6}"/>
                  </a:ext>
                </a:extLst>
              </p:cNvPr>
              <p:cNvGrpSpPr/>
              <p:nvPr/>
            </p:nvGrpSpPr>
            <p:grpSpPr>
              <a:xfrm>
                <a:off x="3030967" y="2703369"/>
                <a:ext cx="2751646" cy="246220"/>
                <a:chOff x="3030967" y="2703369"/>
                <a:chExt cx="2751646" cy="246220"/>
              </a:xfrm>
            </p:grpSpPr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E4FC848-1D29-74D9-72DA-2C1FEDB474FF}"/>
                    </a:ext>
                  </a:extLst>
                </p:cNvPr>
                <p:cNvSpPr txBox="1"/>
                <p:nvPr/>
              </p:nvSpPr>
              <p:spPr>
                <a:xfrm>
                  <a:off x="3030967" y="2703369"/>
                  <a:ext cx="482487" cy="24622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000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1.3.2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3C144AF8-049C-A0DA-B79D-B1BA18F35522}"/>
                    </a:ext>
                  </a:extLst>
                </p:cNvPr>
                <p:cNvSpPr txBox="1"/>
                <p:nvPr/>
              </p:nvSpPr>
              <p:spPr>
                <a:xfrm>
                  <a:off x="3411777" y="2745574"/>
                  <a:ext cx="2370836" cy="184666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i="1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Components of something</a:t>
                  </a:r>
                </a:p>
              </p:txBody>
            </p:sp>
          </p:grpSp>
        </p:grp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E8041F3F-6780-34E9-0DCE-637DFD81E820}"/>
                </a:ext>
              </a:extLst>
            </p:cNvPr>
            <p:cNvSpPr/>
            <p:nvPr/>
          </p:nvSpPr>
          <p:spPr>
            <a:xfrm>
              <a:off x="4211728" y="2467123"/>
              <a:ext cx="3319046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2">
                    <a:lumMod val="25000"/>
                  </a:schemeClr>
                </a:gs>
                <a:gs pos="30000">
                  <a:schemeClr val="bg2">
                    <a:lumMod val="10000"/>
                  </a:schemeClr>
                </a:gs>
                <a:gs pos="14000">
                  <a:schemeClr val="bg2">
                    <a:lumMod val="10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0E448D0-1ACB-4C40-89A2-6C4262867A2B}"/>
                </a:ext>
              </a:extLst>
            </p:cNvPr>
            <p:cNvSpPr txBox="1"/>
            <p:nvPr/>
          </p:nvSpPr>
          <p:spPr>
            <a:xfrm>
              <a:off x="4250891" y="2542570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Fundamentals of something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FBC3B83-705D-FC45-57E0-9C400FB4E019}"/>
                </a:ext>
              </a:extLst>
            </p:cNvPr>
            <p:cNvSpPr txBox="1"/>
            <p:nvPr/>
          </p:nvSpPr>
          <p:spPr>
            <a:xfrm>
              <a:off x="3761164" y="2504871"/>
              <a:ext cx="494910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1.3.1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BBEF6E9-46F8-FF0E-08D9-87E47CF21068}"/>
              </a:ext>
            </a:extLst>
          </p:cNvPr>
          <p:cNvGrpSpPr/>
          <p:nvPr/>
        </p:nvGrpSpPr>
        <p:grpSpPr>
          <a:xfrm>
            <a:off x="8132783" y="4395831"/>
            <a:ext cx="3769610" cy="348025"/>
            <a:chOff x="3030112" y="3906468"/>
            <a:chExt cx="3077338" cy="348025"/>
          </a:xfrm>
        </p:grpSpPr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9F836C14-0F4C-59E0-2307-8CB504789EDB}"/>
                </a:ext>
              </a:extLst>
            </p:cNvPr>
            <p:cNvSpPr/>
            <p:nvPr/>
          </p:nvSpPr>
          <p:spPr>
            <a:xfrm>
              <a:off x="3397932" y="3906468"/>
              <a:ext cx="2709518" cy="348025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>
              <a:glow rad="254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D5F5E8A-7F97-B0BC-93B1-53B48CA16E20}"/>
                </a:ext>
              </a:extLst>
            </p:cNvPr>
            <p:cNvSpPr txBox="1"/>
            <p:nvPr/>
          </p:nvSpPr>
          <p:spPr>
            <a:xfrm>
              <a:off x="3030112" y="3957370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1.3.3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B9D51F65-66EC-4833-E28D-E6FF920E1FF8}"/>
                </a:ext>
              </a:extLst>
            </p:cNvPr>
            <p:cNvSpPr txBox="1"/>
            <p:nvPr/>
          </p:nvSpPr>
          <p:spPr>
            <a:xfrm>
              <a:off x="3394346" y="3981304"/>
              <a:ext cx="237083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Enter text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A5C7910-AF20-12DC-3554-B19E1FEDAE93}"/>
                </a:ext>
              </a:extLst>
            </p:cNvPr>
            <p:cNvSpPr txBox="1"/>
            <p:nvPr/>
          </p:nvSpPr>
          <p:spPr>
            <a:xfrm>
              <a:off x="5867408" y="3919344"/>
              <a:ext cx="233828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2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4CA114C7-54EA-3723-FA5A-F344EECF3BAC}"/>
              </a:ext>
            </a:extLst>
          </p:cNvPr>
          <p:cNvSpPr txBox="1"/>
          <p:nvPr/>
        </p:nvSpPr>
        <p:spPr>
          <a:xfrm>
            <a:off x="637471" y="2189075"/>
            <a:ext cx="2392425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C3B1CB0-35AA-2686-ED2E-C98DA6D4B633}"/>
              </a:ext>
            </a:extLst>
          </p:cNvPr>
          <p:cNvSpPr txBox="1"/>
          <p:nvPr/>
        </p:nvSpPr>
        <p:spPr>
          <a:xfrm>
            <a:off x="5720474" y="2197539"/>
            <a:ext cx="751049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2CD4D-DF2B-82BF-4375-A6AD4819655C}"/>
              </a:ext>
            </a:extLst>
          </p:cNvPr>
          <p:cNvSpPr/>
          <p:nvPr/>
        </p:nvSpPr>
        <p:spPr>
          <a:xfrm>
            <a:off x="5930725" y="176200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CD2367-24C7-64AE-2AB2-78D667481EB0}"/>
              </a:ext>
            </a:extLst>
          </p:cNvPr>
          <p:cNvGrpSpPr/>
          <p:nvPr/>
        </p:nvGrpSpPr>
        <p:grpSpPr>
          <a:xfrm>
            <a:off x="28692" y="3159541"/>
            <a:ext cx="3355355" cy="348025"/>
            <a:chOff x="51625" y="3359278"/>
            <a:chExt cx="3355355" cy="34802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D427BB0-7169-9B8C-0677-32784F66449E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ACB4FA-AD26-48C2-740E-CE08C5BCB3AD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EFF342-DFC0-3CA5-1B7E-B0B9253E2467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C0D05D-59F1-C430-BA24-08001B1719B0}"/>
              </a:ext>
            </a:extLst>
          </p:cNvPr>
          <p:cNvGrpSpPr/>
          <p:nvPr/>
        </p:nvGrpSpPr>
        <p:grpSpPr>
          <a:xfrm>
            <a:off x="28692" y="3289069"/>
            <a:ext cx="3355355" cy="348025"/>
            <a:chOff x="51625" y="3359278"/>
            <a:chExt cx="3355355" cy="34802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B82526C-70B4-67A6-2475-2C7F1EE25BA4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2C3DA3-8842-4F87-84E3-8629DAF03650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771E1DB-33A3-D587-FA06-0BEBE9789E4A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A5518B-DFD0-D752-87D5-96FECEBF6737}"/>
              </a:ext>
            </a:extLst>
          </p:cNvPr>
          <p:cNvGrpSpPr/>
          <p:nvPr/>
        </p:nvGrpSpPr>
        <p:grpSpPr>
          <a:xfrm>
            <a:off x="28692" y="3418313"/>
            <a:ext cx="3355355" cy="348025"/>
            <a:chOff x="51625" y="3359278"/>
            <a:chExt cx="3355355" cy="348025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1C989D1-FCE1-FD01-B019-D7CA375F8799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F155362-2FDA-509C-B1E1-D000F822CAD2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47D84D-2CD9-F69C-492C-B4EDBC977BF7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E0D9E85-7C75-FA41-1801-CA3FF1388B48}"/>
              </a:ext>
            </a:extLst>
          </p:cNvPr>
          <p:cNvSpPr txBox="1"/>
          <p:nvPr/>
        </p:nvSpPr>
        <p:spPr>
          <a:xfrm>
            <a:off x="1448461" y="1585043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MANAGER</a:t>
            </a:r>
            <a:endParaRPr lang="en-GB" sz="1400" spc="3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D16DEC-53EA-6626-04CE-732125758F19}"/>
              </a:ext>
            </a:extLst>
          </p:cNvPr>
          <p:cNvSpPr txBox="1"/>
          <p:nvPr/>
        </p:nvSpPr>
        <p:spPr>
          <a:xfrm>
            <a:off x="7454621" y="1598497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VIEWER</a:t>
            </a:r>
            <a:endParaRPr lang="en-GB" sz="1400" spc="300" dirty="0">
              <a:solidFill>
                <a:schemeClr val="bg2">
                  <a:lumMod val="2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3DA1DC7-66F0-BBC7-8277-5957813CA247}"/>
              </a:ext>
            </a:extLst>
          </p:cNvPr>
          <p:cNvCxnSpPr>
            <a:cxnSpLocks/>
          </p:cNvCxnSpPr>
          <p:nvPr/>
        </p:nvCxnSpPr>
        <p:spPr>
          <a:xfrm>
            <a:off x="2451153" y="1836642"/>
            <a:ext cx="1004549" cy="13454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28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1C2E-C3F0-6266-D028-6AB6F2A7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7D2B45B6-CE35-DC52-3D11-ED967A21693B}"/>
              </a:ext>
            </a:extLst>
          </p:cNvPr>
          <p:cNvSpPr txBox="1"/>
          <p:nvPr/>
        </p:nvSpPr>
        <p:spPr>
          <a:xfrm>
            <a:off x="1448461" y="1549363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MANAGER</a:t>
            </a:r>
            <a:endParaRPr lang="en-GB" sz="1400" spc="300" dirty="0">
              <a:solidFill>
                <a:schemeClr val="bg2">
                  <a:lumMod val="2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8E1F7-F6D9-3402-CAD2-CBA94A643B1D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54011-FAA2-CBA2-183A-0AEAC053290E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DE2F18-1654-9A5E-9927-6F48154AD96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B69EE2-7944-402B-76DA-A7059A26E3C6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82BE5C0-8E83-AAA5-87FB-B08E0C084C1E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9001A6-B0FE-3942-82DA-B881E616DC7E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0B0B8B1-D1B6-8D7E-492B-3541D34F3104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0B38689-7C68-7E7E-F320-B05ECF06B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CECF510-D4B7-DCF5-1F68-C70808248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657C3C-A67B-7834-4635-19DA52CBCA27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01DC2D9-2683-B053-4C45-460FBD43DDB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4059E6F-A957-DF97-5360-0B4DB355CB1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DBE98D8-6121-DC7E-DC4D-0FC2163826D3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3A49053-81D7-58E1-C44A-06670ADAD34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303BD4-3A94-2FCE-6B9A-B185E9F28F97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72FC89-0976-CD67-CB86-BD9F26FD0E6F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99B6279-3900-AC22-2301-74BD50561D5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9426281-49A2-0E93-745A-8D4A033F5E63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C0EC6FB-223A-BA1A-10BB-3467A01B8412}"/>
              </a:ext>
            </a:extLst>
          </p:cNvPr>
          <p:cNvSpPr/>
          <p:nvPr/>
        </p:nvSpPr>
        <p:spPr>
          <a:xfrm>
            <a:off x="3430302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1AB9D5C-A981-0F6A-3501-5D1C20AB9477}"/>
              </a:ext>
            </a:extLst>
          </p:cNvPr>
          <p:cNvSpPr txBox="1"/>
          <p:nvPr/>
        </p:nvSpPr>
        <p:spPr>
          <a:xfrm>
            <a:off x="4757647" y="5728609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2EA43-30D4-1CAC-FCDC-3CEDA708B646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7B40E3-6A5F-528F-B907-60D90ABA6A7C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0224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AE22EF1-A278-6014-EE8D-A59B54BA1358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B9B85EF-0017-AC52-63C4-5A02FBF5D9A5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82A540CA-4DA5-53B5-BFC4-735D41D59475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5BF928CE-221B-1F3E-5202-14428EA8017E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9FEBC597-CBF4-8D84-D725-0F923169A7B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E7F214CC-7A05-3BE4-E1E5-5BA0554FF59F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C80895B6-9328-3C7E-FB42-5A5B32DC5F7E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EEA8BAB-789C-D6C5-4B9D-6F2B25160F60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19518A-3346-BE7F-AB7F-40A52A2F9C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3C5E636-9682-E95E-D894-B7B6CB2E5CA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941A4BD-ED6F-9C13-FA04-27B9B277B9C0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3AF3503-3795-6F5F-A93A-86A27AE58E6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A92B1E6-CF75-CC56-DCCA-A6F83A6B64E6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3417578-8CAC-012A-2B2B-E83D7CF626B6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387F337-BB36-0A60-5764-3E4CAE6CA0B5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4FA163C-2509-933A-0F4C-76AC6C3F29AE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A44BE8-5FBD-C3A6-B2C2-7F14549AC2BE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3EFDE6F-E8B1-5D4F-AC78-D2183389A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04A1CCB-30E3-A0F7-B31B-55CD4D4A4D42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1547DBE-FA46-50C1-A779-8515CCB3B666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1ADDB-3C19-BC4A-45ED-0658C07B9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9DAFF0-A654-AE12-2C3F-739B0BCDE84E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3BE6D9-46C1-17C2-7324-59038E6F8830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610CD7-B7FF-C6CF-0A8F-C049E2451151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FF6E0-69EC-2291-A5C9-3EB1E1108172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80354B5-D266-EA32-9254-358A7BB2E256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21C34-9FC8-ED76-FEEF-501A75811A5F}"/>
              </a:ext>
            </a:extLst>
          </p:cNvPr>
          <p:cNvSpPr txBox="1"/>
          <p:nvPr/>
        </p:nvSpPr>
        <p:spPr>
          <a:xfrm>
            <a:off x="4557719" y="1153876"/>
            <a:ext cx="307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SCALAR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78AF77-3C84-2CF3-E62C-C1D25ED1F42B}"/>
              </a:ext>
            </a:extLst>
          </p:cNvPr>
          <p:cNvSpPr txBox="1"/>
          <p:nvPr/>
        </p:nvSpPr>
        <p:spPr>
          <a:xfrm>
            <a:off x="5445463" y="1381574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3D74B-5373-29DD-285A-DD54DB216E05}"/>
              </a:ext>
            </a:extLst>
          </p:cNvPr>
          <p:cNvSpPr txBox="1"/>
          <p:nvPr/>
        </p:nvSpPr>
        <p:spPr>
          <a:xfrm>
            <a:off x="5478809" y="1554221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4D4F554-9DC3-60E9-994B-3210D07A3E0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2DAF2FF-B996-89B6-F7B1-73973452FC38}"/>
              </a:ext>
            </a:extLst>
          </p:cNvPr>
          <p:cNvSpPr/>
          <p:nvPr/>
        </p:nvSpPr>
        <p:spPr>
          <a:xfrm>
            <a:off x="5930725" y="176200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12DCA4-FC74-0ACE-1B9A-42E3D645F1E7}"/>
              </a:ext>
            </a:extLst>
          </p:cNvPr>
          <p:cNvSpPr txBox="1"/>
          <p:nvPr/>
        </p:nvSpPr>
        <p:spPr>
          <a:xfrm>
            <a:off x="7454621" y="1598497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VIEWER</a:t>
            </a:r>
            <a:endParaRPr lang="en-GB" sz="1400" spc="3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ECF0F70-3D17-7D6A-2C51-6D2805754698}"/>
              </a:ext>
            </a:extLst>
          </p:cNvPr>
          <p:cNvCxnSpPr>
            <a:cxnSpLocks/>
          </p:cNvCxnSpPr>
          <p:nvPr/>
        </p:nvCxnSpPr>
        <p:spPr>
          <a:xfrm>
            <a:off x="8491405" y="1837739"/>
            <a:ext cx="98279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0AEAFFD-6534-059C-8193-66A9E1732AA2}"/>
              </a:ext>
            </a:extLst>
          </p:cNvPr>
          <p:cNvSpPr txBox="1"/>
          <p:nvPr/>
        </p:nvSpPr>
        <p:spPr>
          <a:xfrm>
            <a:off x="180272" y="2517234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2CE7A6-ACF0-134F-27CF-4FBB3EDF45D1}"/>
              </a:ext>
            </a:extLst>
          </p:cNvPr>
          <p:cNvSpPr txBox="1"/>
          <p:nvPr/>
        </p:nvSpPr>
        <p:spPr>
          <a:xfrm>
            <a:off x="2567188" y="2525943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9BC88C-FFEC-9A07-8EA7-F66DF13D7F8C}"/>
              </a:ext>
            </a:extLst>
          </p:cNvPr>
          <p:cNvSpPr txBox="1"/>
          <p:nvPr/>
        </p:nvSpPr>
        <p:spPr>
          <a:xfrm>
            <a:off x="4923389" y="2525943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	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053A7A-8848-070D-46C2-37DB5A175098}"/>
              </a:ext>
            </a:extLst>
          </p:cNvPr>
          <p:cNvSpPr txBox="1"/>
          <p:nvPr/>
        </p:nvSpPr>
        <p:spPr>
          <a:xfrm>
            <a:off x="7316115" y="2526845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BB7D9B-E429-90A3-0B59-C898791F65FA}"/>
              </a:ext>
            </a:extLst>
          </p:cNvPr>
          <p:cNvSpPr txBox="1"/>
          <p:nvPr/>
        </p:nvSpPr>
        <p:spPr>
          <a:xfrm>
            <a:off x="9606672" y="252920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Performance Criteria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AE1538-B211-3915-4885-FB39CC8BD4E6}"/>
              </a:ext>
            </a:extLst>
          </p:cNvPr>
          <p:cNvCxnSpPr>
            <a:cxnSpLocks/>
          </p:cNvCxnSpPr>
          <p:nvPr/>
        </p:nvCxnSpPr>
        <p:spPr>
          <a:xfrm>
            <a:off x="234162" y="22954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DF7270-87E9-AA81-7E35-49E413CF9352}"/>
              </a:ext>
            </a:extLst>
          </p:cNvPr>
          <p:cNvCxnSpPr>
            <a:cxnSpLocks/>
          </p:cNvCxnSpPr>
          <p:nvPr/>
        </p:nvCxnSpPr>
        <p:spPr>
          <a:xfrm>
            <a:off x="234162" y="309114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B292E7D-14B9-2EFD-03AF-665EEC42AE64}"/>
              </a:ext>
            </a:extLst>
          </p:cNvPr>
          <p:cNvGrpSpPr/>
          <p:nvPr/>
        </p:nvGrpSpPr>
        <p:grpSpPr>
          <a:xfrm>
            <a:off x="171412" y="3237930"/>
            <a:ext cx="11884276" cy="570477"/>
            <a:chOff x="191274" y="2719775"/>
            <a:chExt cx="11884276" cy="5704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978B1C-6804-2A7B-43C8-993EFA7EDC8B}"/>
                </a:ext>
              </a:extLst>
            </p:cNvPr>
            <p:cNvSpPr txBox="1"/>
            <p:nvPr/>
          </p:nvSpPr>
          <p:spPr>
            <a:xfrm>
              <a:off x="191274" y="276733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Explain…</a:t>
              </a: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Describe…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6515583-E4FD-D6F5-4B4E-6668129E5797}"/>
                </a:ext>
              </a:extLst>
            </p:cNvPr>
            <p:cNvSpPr txBox="1"/>
            <p:nvPr/>
          </p:nvSpPr>
          <p:spPr>
            <a:xfrm>
              <a:off x="2587050" y="276517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 1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1F2B3CE-B124-628A-3083-7BBF53510B07}"/>
                </a:ext>
              </a:extLst>
            </p:cNvPr>
            <p:cNvSpPr txBox="1"/>
            <p:nvPr/>
          </p:nvSpPr>
          <p:spPr>
            <a:xfrm>
              <a:off x="4982826" y="2719775"/>
              <a:ext cx="1439795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Relevance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2.1   The beginnings 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2.2   Famous Cases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4412A39-D353-BED3-78D4-2230F6431533}"/>
                </a:ext>
              </a:extLst>
            </p:cNvPr>
            <p:cNvSpPr txBox="1"/>
            <p:nvPr/>
          </p:nvSpPr>
          <p:spPr>
            <a:xfrm>
              <a:off x="7335977" y="2736254"/>
              <a:ext cx="1912502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1.2.1   Example 4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1.2.2   Example 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06E2633-A01E-3A2B-7CFF-F3D051E7DB69}"/>
                </a:ext>
              </a:extLst>
            </p:cNvPr>
            <p:cNvSpPr txBox="1"/>
            <p:nvPr/>
          </p:nvSpPr>
          <p:spPr>
            <a:xfrm>
              <a:off x="9689375" y="2719775"/>
              <a:ext cx="2386175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Can explain concepts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Understands relevance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626E489-E121-F5C9-ACE7-74877B9CC66D}"/>
              </a:ext>
            </a:extLst>
          </p:cNvPr>
          <p:cNvGrpSpPr/>
          <p:nvPr/>
        </p:nvGrpSpPr>
        <p:grpSpPr>
          <a:xfrm>
            <a:off x="190772" y="2349561"/>
            <a:ext cx="1301073" cy="215444"/>
            <a:chOff x="199842" y="2261729"/>
            <a:chExt cx="1301073" cy="21544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10648BA-626A-358A-5E6A-8B0A234B6705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2DBA8E20-F748-FAC7-DE36-612ECF2D15CE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B9D223F-B2C2-0208-8733-D46FAB822188}"/>
              </a:ext>
            </a:extLst>
          </p:cNvPr>
          <p:cNvGrpSpPr/>
          <p:nvPr/>
        </p:nvGrpSpPr>
        <p:grpSpPr>
          <a:xfrm>
            <a:off x="241843" y="2662513"/>
            <a:ext cx="11736886" cy="291871"/>
            <a:chOff x="282542" y="2758708"/>
            <a:chExt cx="11736886" cy="291871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040B57B0-7BAF-7E3E-EE20-1FF305D9A39E}"/>
                </a:ext>
              </a:extLst>
            </p:cNvPr>
            <p:cNvSpPr/>
            <p:nvPr/>
          </p:nvSpPr>
          <p:spPr>
            <a:xfrm>
              <a:off x="2643909" y="2763574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88054E7-D02F-09BB-61F5-26D3E32B000B}"/>
                </a:ext>
              </a:extLst>
            </p:cNvPr>
            <p:cNvSpPr/>
            <p:nvPr/>
          </p:nvSpPr>
          <p:spPr>
            <a:xfrm>
              <a:off x="282542" y="2758708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347D1B-4676-CA79-8E9B-F852FDA44DF0}"/>
                </a:ext>
              </a:extLst>
            </p:cNvPr>
            <p:cNvSpPr/>
            <p:nvPr/>
          </p:nvSpPr>
          <p:spPr>
            <a:xfrm>
              <a:off x="7366643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60117A7-0B0B-FC2E-F4D7-D3018151F1A4}"/>
                </a:ext>
              </a:extLst>
            </p:cNvPr>
            <p:cNvSpPr/>
            <p:nvPr/>
          </p:nvSpPr>
          <p:spPr>
            <a:xfrm>
              <a:off x="5005276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07434972-3ADD-6F56-926C-076B379ABB48}"/>
                </a:ext>
              </a:extLst>
            </p:cNvPr>
            <p:cNvSpPr/>
            <p:nvPr/>
          </p:nvSpPr>
          <p:spPr>
            <a:xfrm>
              <a:off x="9716063" y="2773580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857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A6E3-8879-E9CA-EC1A-A5EA698B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B3088-1E80-C064-F83C-545DEA13BB6D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4A8985-9B66-DBE0-0534-E9F020AC8F1F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8A4FA-6C73-3730-B498-51DAF387CAFC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FF8E8-B317-54D3-8182-C7D233152689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91E64-C15F-F1DE-C7E4-D2B897E1235D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 &amp; </a:t>
            </a:r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8CCF0-A2CB-05AF-6548-084FBFBA77FF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47F543-1869-BE15-41B1-A36BF075053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C9CF34-28BF-EB26-CA1C-427551FEEB48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89C97F-8B58-E1AB-A6BA-8ACF8B51B024}"/>
              </a:ext>
            </a:extLst>
          </p:cNvPr>
          <p:cNvGrpSpPr/>
          <p:nvPr/>
        </p:nvGrpSpPr>
        <p:grpSpPr>
          <a:xfrm>
            <a:off x="5190691" y="6654087"/>
            <a:ext cx="3327635" cy="5772"/>
            <a:chOff x="6736189" y="6654087"/>
            <a:chExt cx="3327635" cy="5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2DA8D20-1B93-39C6-3160-802474D5A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087"/>
              <a:ext cx="3319615" cy="5772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D01B87B-F626-2E98-4894-26476504B113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E66F8E-1618-341E-E3A0-6055CEB32F06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7D450F5-250A-EB1B-460E-147522F04B7D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A7BF126-C0DD-865C-63DA-184EF7BE0594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620F413-AAA6-4117-E59F-2BBEDC6657ED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C60293-E6A1-828C-F710-C43EDB5A9D5C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D4565AD-0962-0FAD-AF77-21879FF49A8E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9E3895A-11E0-B14A-6BAD-A587E7174139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BB6F700-9CC0-7DC4-538F-AF6B83B453D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92CE9BD-7104-2EEC-5986-E65B7C96BA9C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1B7165F-545E-2106-AE03-2A7AAA7206D7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2C95A4-53E9-B482-AC18-7321AC5A4FA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6D7ED26-73EA-408D-EEEF-46BD7A7F77CD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5F5CA0B-1AD6-AFCC-4394-61B631C54DE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36430DA-A46A-9E57-0B58-4297D2EA635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778DA4F-D4AA-F3EE-533F-883622E3BC6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26781A-41E9-927D-7101-CD60D8AA112F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BC174BA-89FD-6ABB-1954-72F86BC53DFD}"/>
              </a:ext>
            </a:extLst>
          </p:cNvPr>
          <p:cNvSpPr txBox="1"/>
          <p:nvPr/>
        </p:nvSpPr>
        <p:spPr>
          <a:xfrm>
            <a:off x="2313248" y="1925899"/>
            <a:ext cx="11035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E16CBCD-E420-9988-F3D3-55A76062EF15}"/>
              </a:ext>
            </a:extLst>
          </p:cNvPr>
          <p:cNvGrpSpPr/>
          <p:nvPr/>
        </p:nvGrpSpPr>
        <p:grpSpPr>
          <a:xfrm>
            <a:off x="199842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87BB73-770D-EAB5-1356-DA4EF8C67A7D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3D09361-C5FF-1386-9223-BDC07197B5A5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B722A7-9757-5368-C466-8E79340CF5F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BD081D84-EBBF-79A8-76A9-141A64F5EA55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A581F84-2FD0-9BF7-97F5-87E40865503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86E5EF3-1AAD-875E-69E8-76392181723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55787F5D-907C-392C-6219-D4FA8CF96EC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838E72F-036B-A147-3556-393B6AB9F1EB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B7A3D9A-0406-6480-22AB-82842F9393D8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06B61A39-55F1-92F1-E298-4C7EBA5201C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2CF9251-B987-B84D-3D0B-199D73E88D12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324944-9012-92AE-4A72-4C523DC11966}"/>
              </a:ext>
            </a:extLst>
          </p:cNvPr>
          <p:cNvSpPr txBox="1"/>
          <p:nvPr/>
        </p:nvSpPr>
        <p:spPr>
          <a:xfrm>
            <a:off x="2293824" y="1767316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0CE3AE2-E6EA-27DC-4AB7-1586B258CE2E}"/>
              </a:ext>
            </a:extLst>
          </p:cNvPr>
          <p:cNvGrpSpPr/>
          <p:nvPr/>
        </p:nvGrpSpPr>
        <p:grpSpPr>
          <a:xfrm>
            <a:off x="4716882" y="1757513"/>
            <a:ext cx="823274" cy="368043"/>
            <a:chOff x="3972607" y="1757513"/>
            <a:chExt cx="823274" cy="36804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ADE855B-D222-7E62-2703-75066D494AB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BAB6C1-EEFE-FF36-4376-1BB6E63C51DC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B74BE59-06EF-18E8-9D87-BEF2101C4196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4427AB4-9F8E-F590-4E78-9DE4F6ADF732}"/>
              </a:ext>
            </a:extLst>
          </p:cNvPr>
          <p:cNvSpPr/>
          <p:nvPr/>
        </p:nvSpPr>
        <p:spPr>
          <a:xfrm>
            <a:off x="2355395" y="191557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CCFE66-5870-91AC-25C6-9F18B07F9E61}"/>
              </a:ext>
            </a:extLst>
          </p:cNvPr>
          <p:cNvSpPr/>
          <p:nvPr/>
        </p:nvSpPr>
        <p:spPr>
          <a:xfrm rot="17976276">
            <a:off x="4545806" y="197244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7F1670-0E11-C61B-CAC6-D3B5CDE6647F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4C305E9C-0642-1498-BCC0-2A106F929EF1}"/>
              </a:ext>
            </a:extLst>
          </p:cNvPr>
          <p:cNvGraphicFramePr>
            <a:graphicFrameLocks noGrp="1"/>
          </p:cNvGraphicFramePr>
          <p:nvPr/>
        </p:nvGraphicFramePr>
        <p:xfrm>
          <a:off x="276443" y="2729654"/>
          <a:ext cx="1163692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25">
                  <a:extLst>
                    <a:ext uri="{9D8B030D-6E8A-4147-A177-3AD203B41FA5}">
                      <a16:colId xmlns:a16="http://schemas.microsoft.com/office/drawing/2014/main" val="271072490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98700996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2110896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46187023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722562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93211306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52945746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34841735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10382052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121487348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8981448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33004200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6199912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22707543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657723660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03402904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021114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0830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700" spc="15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ndara" panose="020E0502030303020204" pitchFamily="34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Introduction</a:t>
                      </a:r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0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6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2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96687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F208CDB5-42F4-3539-0FBB-53A41CBBCADF}"/>
              </a:ext>
            </a:extLst>
          </p:cNvPr>
          <p:cNvGrpSpPr/>
          <p:nvPr/>
        </p:nvGrpSpPr>
        <p:grpSpPr>
          <a:xfrm>
            <a:off x="5587645" y="1761959"/>
            <a:ext cx="823274" cy="368043"/>
            <a:chOff x="3972607" y="1757513"/>
            <a:chExt cx="823274" cy="36804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7C36244-9B8B-39D8-D574-12142AA5183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0900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93EE01-8325-75D7-037A-F0DC9F0E8813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Stop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DB386CC1-8737-36BB-B31D-7DEFB8BE61E8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9391E44-4231-A4C2-D443-C6C1092BCBD9}"/>
              </a:ext>
            </a:extLst>
          </p:cNvPr>
          <p:cNvGrpSpPr/>
          <p:nvPr/>
        </p:nvGrpSpPr>
        <p:grpSpPr>
          <a:xfrm>
            <a:off x="1454014" y="1773776"/>
            <a:ext cx="823274" cy="346777"/>
            <a:chOff x="3972607" y="1778779"/>
            <a:chExt cx="823274" cy="34677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41581A-4A5B-271E-943B-3B9ACEF1C8D9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2091AD9-9950-2CB1-5601-9AF7ED6604B8}"/>
                </a:ext>
              </a:extLst>
            </p:cNvPr>
            <p:cNvSpPr txBox="1"/>
            <p:nvPr/>
          </p:nvSpPr>
          <p:spPr>
            <a:xfrm>
              <a:off x="4013672" y="1778779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5EBF4B0-6EEF-2328-1235-8E37578BE016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DB2DF70A-429C-29F2-F2DC-1F4126303668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9AB268E-40DC-83F4-E641-FEEA6387B0A7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37AE43-5C0E-6C13-B388-3BD7FE4BAE70}"/>
              </a:ext>
            </a:extLst>
          </p:cNvPr>
          <p:cNvSpPr/>
          <p:nvPr/>
        </p:nvSpPr>
        <p:spPr>
          <a:xfrm>
            <a:off x="7355633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13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C65-7E10-51D9-D459-48A53C7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50C5175-6A41-E2FD-F2D9-55AA65CDB398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</a:t>
            </a:r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1DDC6-0FCE-54F3-EBDE-ED8DE53DAF54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1C15-A756-A0E2-A2C4-F14A19DB1012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CD054-EF7B-4564-BAD6-5C90FE90AD9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1A61B-0F9F-755C-5CF1-FEAAFF5028FF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94D292-C6E7-24DD-55F7-49E17CBD4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F3C5FA-8228-99CE-0F41-A7AA985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4AD615-6F57-164B-1868-3986BE79A08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980677E-B5B7-0380-68D2-DCEA44C1D0E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185EE0-4272-D608-DE4A-2C4B8F5B9F7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35E31B-4E32-617B-1320-5CA519C3206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B69945-C847-CD89-3CB9-F337C8D3995D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BB68A35-4212-CBCB-5099-F0A3DE86AB2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6AE28A-E111-AAB2-B788-71A9E3FF9192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36D875-93B0-7BE3-FA43-49C9F552E599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017DA65-D6BB-8C4F-0E78-873AFC97C4BB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FF767B1-CEAA-38DC-206B-335E33A9367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A834CD1-8F20-5B76-D74E-50F7429B461C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27A74E-273C-1C61-9FD1-F200BAA4DFD2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1AF308D-2FAC-52A4-9762-78DE7D6FE2D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1E55F-877D-857C-4D43-2BCFFF938A1C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61E9C-EB7C-73BC-2908-9920C5885E7D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A9C635-081A-817E-05B1-4B8B13132B78}"/>
              </a:ext>
            </a:extLst>
          </p:cNvPr>
          <p:cNvGrpSpPr/>
          <p:nvPr/>
        </p:nvGrpSpPr>
        <p:grpSpPr>
          <a:xfrm>
            <a:off x="2832476" y="181021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2EB3E7-20F0-8263-3C51-10E7E907B4EA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79B99663-F628-57F4-2C63-97AE3DAC0FD1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5C56BE-9304-E80A-7FE1-4D3C17DDD22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CA4415-55EC-1383-B17F-7CD153A2D2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E9776F2-783E-D216-B71B-0CB1F0BC4EB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3AC318-F354-5578-E075-62A113CE65E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829DAB4-C754-BEE7-AB1A-E09B660F3FF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E56AD0-9B8E-7CBF-507F-59024E32E23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8C7571-59F9-FC0A-20D8-A3C83CA77594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7E669FE-411D-4BFC-B236-B3E947E5E3C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3C541F1-9738-E411-7C6B-868AAAD22E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F33B93-7FBC-2CE3-EAB0-88ECB0582B5A}"/>
              </a:ext>
            </a:extLst>
          </p:cNvPr>
          <p:cNvGrpSpPr/>
          <p:nvPr/>
        </p:nvGrpSpPr>
        <p:grpSpPr>
          <a:xfrm>
            <a:off x="4203450" y="1671517"/>
            <a:ext cx="4726303" cy="357735"/>
            <a:chOff x="1570816" y="1756262"/>
            <a:chExt cx="4726303" cy="3577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101DB3-0BA3-B936-4D3A-3297019222C4}"/>
                </a:ext>
              </a:extLst>
            </p:cNvPr>
            <p:cNvSpPr txBox="1"/>
            <p:nvPr/>
          </p:nvSpPr>
          <p:spPr>
            <a:xfrm>
              <a:off x="1590239" y="1925899"/>
              <a:ext cx="1103562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81F2C2-9BF0-CF5B-1FCB-FA882D7A8D46}"/>
                </a:ext>
              </a:extLst>
            </p:cNvPr>
            <p:cNvSpPr txBox="1"/>
            <p:nvPr/>
          </p:nvSpPr>
          <p:spPr>
            <a:xfrm>
              <a:off x="3957732" y="1923945"/>
              <a:ext cx="1439795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7E3005-1886-3479-48EB-76313C8F4141}"/>
                </a:ext>
              </a:extLst>
            </p:cNvPr>
            <p:cNvGrpSpPr/>
            <p:nvPr/>
          </p:nvGrpSpPr>
          <p:grpSpPr>
            <a:xfrm>
              <a:off x="1570816" y="1756262"/>
              <a:ext cx="4726303" cy="357735"/>
              <a:chOff x="189342" y="2063638"/>
              <a:chExt cx="4726303" cy="3505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314D1-54A5-8EA6-1CE0-1BDE49FCEB11}"/>
                  </a:ext>
                </a:extLst>
              </p:cNvPr>
              <p:cNvSpPr txBox="1"/>
              <p:nvPr/>
            </p:nvSpPr>
            <p:spPr>
              <a:xfrm>
                <a:off x="189342" y="2063638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rgbClr val="FF6600"/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Lesson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02D47-D392-29AA-6FDD-B945FD9A5CA5}"/>
                  </a:ext>
                </a:extLst>
              </p:cNvPr>
              <p:cNvSpPr txBox="1"/>
              <p:nvPr/>
            </p:nvSpPr>
            <p:spPr>
              <a:xfrm>
                <a:off x="2576258" y="2072347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Topic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62ADE97-A675-1412-BD32-DE2BD1C56FEB}"/>
                  </a:ext>
                </a:extLst>
              </p:cNvPr>
              <p:cNvSpPr/>
              <p:nvPr/>
            </p:nvSpPr>
            <p:spPr>
              <a:xfrm>
                <a:off x="2612280" y="2213783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D52759-3500-1BF4-652D-54460E5DB3C0}"/>
                  </a:ext>
                </a:extLst>
              </p:cNvPr>
              <p:cNvSpPr/>
              <p:nvPr/>
            </p:nvSpPr>
            <p:spPr>
              <a:xfrm>
                <a:off x="250913" y="2208917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DCA82D2-4F6C-2278-76D0-CE9EBB41BA66}"/>
                  </a:ext>
                </a:extLst>
              </p:cNvPr>
              <p:cNvSpPr/>
              <p:nvPr/>
            </p:nvSpPr>
            <p:spPr>
              <a:xfrm rot="17976276">
                <a:off x="2442145" y="226393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3E8D3B76-A040-FE54-D8C1-36BA4F5750E2}"/>
                  </a:ext>
                </a:extLst>
              </p:cNvPr>
              <p:cNvSpPr/>
              <p:nvPr/>
            </p:nvSpPr>
            <p:spPr>
              <a:xfrm rot="17976276">
                <a:off x="4801792" y="2273711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41D08D-B6D0-1250-5BC6-9DDCD7902A71}"/>
              </a:ext>
            </a:extLst>
          </p:cNvPr>
          <p:cNvGrpSpPr/>
          <p:nvPr/>
        </p:nvGrpSpPr>
        <p:grpSpPr>
          <a:xfrm>
            <a:off x="60233" y="2506965"/>
            <a:ext cx="2303365" cy="3115492"/>
            <a:chOff x="272893" y="2421901"/>
            <a:chExt cx="2303365" cy="311549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E4A65C-F073-625C-9842-33E3A259DF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 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A7C6FD0-97F2-2BA4-42CB-2A90FF563B0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88384D-D056-12B3-C2B5-F7AAD2E898CC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15A849-6A2C-2D33-8B69-505749C95B83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D61596A-8317-AAC3-771F-A970CF669658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7893292-F5A7-6DA5-4AFD-4E6E2BF6DEB2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6692DA0-20BE-679C-50B1-E253C27AF423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B7178F32-DDE4-818D-9E68-FD9C0804BC1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ADAE90-4685-8087-0259-A5B7C369F002}"/>
              </a:ext>
            </a:extLst>
          </p:cNvPr>
          <p:cNvGrpSpPr/>
          <p:nvPr/>
        </p:nvGrpSpPr>
        <p:grpSpPr>
          <a:xfrm>
            <a:off x="2544161" y="2499879"/>
            <a:ext cx="2303365" cy="3115492"/>
            <a:chOff x="272893" y="2421901"/>
            <a:chExt cx="2303365" cy="31154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2D282-9AFF-9AF8-8E73-A7918582D72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7091E-9A32-870B-2FDB-E9683AC62ED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A50FB4-F9B2-452D-FE43-F9F11E9E3E0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E0D805-994A-4A31-C462-06D09941959E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0DD9FEA-0D05-A939-0294-3EED31EF0E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47E5D00-F524-5011-747E-23F996FA7076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E74F0F35-BBAE-5D50-9487-A4544A0D6288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A90E145-5481-7D45-33A6-CBA7C3A765B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1A4114-E9B3-5DE7-6B5D-0FA76F970CAB}"/>
              </a:ext>
            </a:extLst>
          </p:cNvPr>
          <p:cNvGrpSpPr/>
          <p:nvPr/>
        </p:nvGrpSpPr>
        <p:grpSpPr>
          <a:xfrm>
            <a:off x="4986051" y="2499879"/>
            <a:ext cx="2303365" cy="3115492"/>
            <a:chOff x="272893" y="2421901"/>
            <a:chExt cx="2303365" cy="311549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036F16-1160-EB1A-A32D-9F3D3EC14B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E15430-F463-D8F3-10B0-146AEEE2F1A1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2EE1F7-7727-F399-0B38-B1B0104A6CAE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43298D-2263-D28F-5D85-91B57B2F9D67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93D3E48-72E1-22DE-2FF0-9E869807FF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D7ECD3B-E59E-0D23-F02C-ADF8E859FE11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93297E8-5536-66C3-146F-6857C33F88FA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D7703716-9266-5F12-AC8F-8A53F76CACAF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B1043E2-1C9E-BF63-7C94-ACF47FC0688E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1B82B-0DE1-3603-E174-EDF997CD4ACB}"/>
              </a:ext>
            </a:extLst>
          </p:cNvPr>
          <p:cNvGrpSpPr/>
          <p:nvPr/>
        </p:nvGrpSpPr>
        <p:grpSpPr>
          <a:xfrm>
            <a:off x="7388701" y="2503954"/>
            <a:ext cx="2303365" cy="3115492"/>
            <a:chOff x="272893" y="2421901"/>
            <a:chExt cx="2303365" cy="31154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7EB7D-D861-3616-9AF3-742FEF87E115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C20E78-7A9B-0D02-8854-6C71D2475244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CF8124-AAB9-3440-CCF6-8D27C29C1842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1BE3C0-DDE5-67B4-8892-F26670D6733F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363343B-BE1A-236A-16C3-9102DD3EBCA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0C7D88-249C-95DD-30EE-BD3C1671AF8F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24E17BD-2374-989C-4DE7-E3F383CF75B5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CBF13CC-00A0-98F5-4DA0-076B4A892AA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DDAD7-2621-016F-1B0B-30B012BFD61B}"/>
              </a:ext>
            </a:extLst>
          </p:cNvPr>
          <p:cNvGrpSpPr/>
          <p:nvPr/>
        </p:nvGrpSpPr>
        <p:grpSpPr>
          <a:xfrm>
            <a:off x="9830591" y="2503954"/>
            <a:ext cx="2303365" cy="3115492"/>
            <a:chOff x="272893" y="2421901"/>
            <a:chExt cx="2303365" cy="31154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44803-A134-59DC-6681-AAFCE9EA77C7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BD1AC2-0834-075E-6B18-9FCB54B10E2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79DAA5-6AD3-1FAC-4FDA-FD33184039E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2F5FD8-6D6D-E999-2001-1469662278B0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D3F66D2-EE3E-2937-104E-540562CBEFC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F97D3C-E014-1ADF-6669-6E2ECA07A9C7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199490-8AC0-0C89-6B56-44180579F20E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FBDCD2B9-6578-FFFC-C40B-A91954384931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36D59B9D-88CB-BCD3-481C-3A2E54D19BBC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D483F-6FD0-4BB2-8F6B-B37564542FDB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21A843-D704-84EE-C8ED-7F6915EA8BDC}"/>
              </a:ext>
            </a:extLst>
          </p:cNvPr>
          <p:cNvSpPr txBox="1"/>
          <p:nvPr/>
        </p:nvSpPr>
        <p:spPr>
          <a:xfrm>
            <a:off x="4222873" y="2043434"/>
            <a:ext cx="2443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spc="15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LO1: Explain…</a:t>
            </a:r>
            <a:endParaRPr lang="en-GB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901250-16DC-DCD7-2ECB-78A3868C36D4}"/>
              </a:ext>
            </a:extLst>
          </p:cNvPr>
          <p:cNvSpPr/>
          <p:nvPr/>
        </p:nvSpPr>
        <p:spPr>
          <a:xfrm>
            <a:off x="7274080" y="1319719"/>
            <a:ext cx="204148" cy="19320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ED319A-3AEE-92FB-7329-B633C2D54866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EBB818A-9A5D-BEF9-6290-323C0941ABDC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67CA5BD-C45D-D105-FC1E-8E244238D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4345985-FC4D-A746-E068-56C206F86D1B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94255F53-FDF4-8E48-5C8F-4BCCD02FDF0E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4738CE7-DBCB-918F-E8B7-CCFC5C26D84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AF95A49-DE90-CA3A-D99D-B0173E54C312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</p:spTree>
    <p:extLst>
      <p:ext uri="{BB962C8B-B14F-4D97-AF65-F5344CB8AC3E}">
        <p14:creationId xmlns:p14="http://schemas.microsoft.com/office/powerpoint/2010/main" val="348044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614C-239A-02B8-4DB4-38868A1A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11349D-E10B-1121-CAA8-7DF9E4724816}"/>
              </a:ext>
            </a:extLst>
          </p:cNvPr>
          <p:cNvSpPr txBox="1"/>
          <p:nvPr/>
        </p:nvSpPr>
        <p:spPr>
          <a:xfrm>
            <a:off x="4467943" y="1287226"/>
            <a:ext cx="3409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 COURSE MATERIALS</a:t>
            </a:r>
            <a:endParaRPr lang="en-GB" sz="1100" u="sng" spc="3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AF97C-7756-DD76-8F17-A852A93EBE9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446FB-B6DF-4149-928E-B5941392273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1CC057-B8AC-B6AE-2AE9-41D640A29D0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518980-4182-AF48-1C0A-9E73760F5123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8CA50-1327-D061-D81C-F60E2A077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CA911C-D5A0-4750-3AF3-EB9208CBB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CB8AB6-F978-BCE0-9614-66E5DE884A18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EFE1482-14AE-6B53-9A8F-6035366EBCA7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3BF84B7-6B56-7008-AF26-3B3CBB1E1A9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2DFA2C5-050A-5974-7AEB-57C1B0A047C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8CBB031-9E0B-8449-6016-5B0A7CCA30A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CC7E66A-9475-4236-9572-890E6013BD98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9A24CA-F8FE-105F-50EF-34FB69499F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C6601D-6BD2-554D-E456-A6FABCB7360E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BA085A4-4385-6CEE-7CD9-FED8B3C0977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1FB1C14-CD90-6C95-5C68-1A4669B914F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6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586CD11-DC59-2CCF-4781-50742102CFF8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5245749-1D9A-125A-0516-FABC3C5A451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8073D97-CD5E-D772-9484-C1CB70A2A00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A1E99A-A984-667A-632E-50772ACA5F0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BDF15BD-EC06-6A90-009C-E36864DACF07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734BDC-8E21-6522-DD31-84E5C4219B1A}"/>
              </a:ext>
            </a:extLst>
          </p:cNvPr>
          <p:cNvGrpSpPr/>
          <p:nvPr/>
        </p:nvGrpSpPr>
        <p:grpSpPr>
          <a:xfrm>
            <a:off x="199842" y="199973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9C0522-242E-018A-5EF0-BD0CDA206120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2C8E8BD9-15BD-46E7-BA3A-69B0DBBF94F4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77A3B3-23F1-8A93-FD10-6338BE710FCA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422BFFCA-7746-D299-D954-7EAA90EC9B5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C02CE4-1E8A-D588-55A4-9F8C7E7B8EC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87168D-AABD-6D0E-B144-F57D8E0AC48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05411C-2B25-F66E-0F17-50F4B9EB00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D936ABE-F431-674C-670F-5BAEC351042F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C8083-DC66-FC3A-8483-C92A848BFF61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0C8B1D5-69D6-C562-9155-499DC2F1EF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1B5C9C-F735-08F9-550C-A66D41FFCD9B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E4D48D-8131-A70D-BADD-2E8D8C6239C1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7245-3032-9E48-1A59-B1CFB22E462C}"/>
              </a:ext>
            </a:extLst>
          </p:cNvPr>
          <p:cNvSpPr txBox="1"/>
          <p:nvPr/>
        </p:nvSpPr>
        <p:spPr>
          <a:xfrm>
            <a:off x="1756644" y="2431357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Type: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09DD9-C36E-E2E6-52E9-95D0CD13CECC}"/>
              </a:ext>
            </a:extLst>
          </p:cNvPr>
          <p:cNvSpPr/>
          <p:nvPr/>
        </p:nvSpPr>
        <p:spPr>
          <a:xfrm>
            <a:off x="2190226" y="2416013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5327B99-AAEF-565D-2B2E-B57933851AE3}"/>
              </a:ext>
            </a:extLst>
          </p:cNvPr>
          <p:cNvSpPr/>
          <p:nvPr/>
        </p:nvSpPr>
        <p:spPr>
          <a:xfrm rot="17976276">
            <a:off x="4359201" y="247459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884E-EEF2-B129-2396-E62C34032539}"/>
              </a:ext>
            </a:extLst>
          </p:cNvPr>
          <p:cNvSpPr txBox="1"/>
          <p:nvPr/>
        </p:nvSpPr>
        <p:spPr>
          <a:xfrm>
            <a:off x="4648829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Format: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DD1FF1-E68D-94BF-C380-F224CB2D6243}"/>
              </a:ext>
            </a:extLst>
          </p:cNvPr>
          <p:cNvSpPr/>
          <p:nvPr/>
        </p:nvSpPr>
        <p:spPr>
          <a:xfrm>
            <a:off x="5558661" y="2415299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79A59B-AC2E-702F-3250-2184093CC7E2}"/>
              </a:ext>
            </a:extLst>
          </p:cNvPr>
          <p:cNvSpPr/>
          <p:nvPr/>
        </p:nvSpPr>
        <p:spPr>
          <a:xfrm rot="17976276">
            <a:off x="7727636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659CA-9171-F822-D714-A11ADC4059B2}"/>
              </a:ext>
            </a:extLst>
          </p:cNvPr>
          <p:cNvSpPr txBox="1"/>
          <p:nvPr/>
        </p:nvSpPr>
        <p:spPr>
          <a:xfrm>
            <a:off x="7962850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Days: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09B39-8121-C152-F170-DD622AB4CF3E}"/>
              </a:ext>
            </a:extLst>
          </p:cNvPr>
          <p:cNvSpPr/>
          <p:nvPr/>
        </p:nvSpPr>
        <p:spPr>
          <a:xfrm>
            <a:off x="8358333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B48368-9272-8DA4-C708-26DBC3B62F4D}"/>
              </a:ext>
            </a:extLst>
          </p:cNvPr>
          <p:cNvSpPr/>
          <p:nvPr/>
        </p:nvSpPr>
        <p:spPr>
          <a:xfrm rot="17976276">
            <a:off x="8869957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FCA0F-76AC-1425-7DDA-1E6000FC6090}"/>
              </a:ext>
            </a:extLst>
          </p:cNvPr>
          <p:cNvSpPr txBox="1"/>
          <p:nvPr/>
        </p:nvSpPr>
        <p:spPr>
          <a:xfrm>
            <a:off x="9121369" y="2430643"/>
            <a:ext cx="632007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32DF8C-26B2-33B1-81B5-C5D682224270}"/>
              </a:ext>
            </a:extLst>
          </p:cNvPr>
          <p:cNvSpPr/>
          <p:nvPr/>
        </p:nvSpPr>
        <p:spPr>
          <a:xfrm>
            <a:off x="9697827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50395-5DAE-7504-06B2-E073FAEEC32B}"/>
              </a:ext>
            </a:extLst>
          </p:cNvPr>
          <p:cNvSpPr/>
          <p:nvPr/>
        </p:nvSpPr>
        <p:spPr>
          <a:xfrm rot="17976276">
            <a:off x="10209451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182378-1B4F-7794-1EDC-19336E861840}"/>
              </a:ext>
            </a:extLst>
          </p:cNvPr>
          <p:cNvGrpSpPr/>
          <p:nvPr/>
        </p:nvGrpSpPr>
        <p:grpSpPr>
          <a:xfrm>
            <a:off x="4524912" y="4993985"/>
            <a:ext cx="1324587" cy="413329"/>
            <a:chOff x="5885838" y="3149016"/>
            <a:chExt cx="1324587" cy="41332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FF537-A2B4-FBD5-60F1-DA2963F05FF7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33C30B-A9DE-7C29-EF69-4FA7965B4B5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GENERATE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5CA487-F7BF-78FC-D182-0983729B3825}"/>
              </a:ext>
            </a:extLst>
          </p:cNvPr>
          <p:cNvGrpSpPr/>
          <p:nvPr/>
        </p:nvGrpSpPr>
        <p:grpSpPr>
          <a:xfrm>
            <a:off x="6600499" y="4993504"/>
            <a:ext cx="1324587" cy="413329"/>
            <a:chOff x="5885838" y="3149016"/>
            <a:chExt cx="1324587" cy="4133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87100E-EF49-04CD-50C8-12800DF50E3C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CE2C2-E1A3-6F4F-20EB-ADE34B64C3CD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VIEW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6569D4-6DED-9FB3-C1E1-9F8DFC639731}"/>
              </a:ext>
            </a:extLst>
          </p:cNvPr>
          <p:cNvSpPr txBox="1"/>
          <p:nvPr/>
        </p:nvSpPr>
        <p:spPr>
          <a:xfrm>
            <a:off x="2801155" y="5565276"/>
            <a:ext cx="6991925" cy="1884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Presentation			Days 1-3				</a:t>
            </a:r>
            <a:r>
              <a:rPr lang="en-GB" sz="600" spc="150" dirty="0">
                <a:solidFill>
                  <a:srgbClr val="D657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	Exported to PPTX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33AF2-713D-9CA5-3346-D0C39C6F9BD0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F58FA-F570-35A9-8D76-3CF88FBB20D6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CF06DF-B034-70FB-12D5-5D9A78421DB2}"/>
              </a:ext>
            </a:extLst>
          </p:cNvPr>
          <p:cNvSpPr/>
          <p:nvPr/>
        </p:nvSpPr>
        <p:spPr>
          <a:xfrm>
            <a:off x="3542074" y="3021338"/>
            <a:ext cx="5337543" cy="1764703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9D96E-FDC2-82C7-E181-443F8AF51486}"/>
              </a:ext>
            </a:extLst>
          </p:cNvPr>
          <p:cNvSpPr txBox="1"/>
          <p:nvPr/>
        </p:nvSpPr>
        <p:spPr>
          <a:xfrm>
            <a:off x="5694600" y="2780576"/>
            <a:ext cx="8028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Preview: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39EF30-00BF-480A-06A3-AE75E5D24457}"/>
              </a:ext>
            </a:extLst>
          </p:cNvPr>
          <p:cNvSpPr/>
          <p:nvPr/>
        </p:nvSpPr>
        <p:spPr>
          <a:xfrm>
            <a:off x="7717368" y="1316827"/>
            <a:ext cx="204148" cy="19320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586B1-7932-3E80-5EB5-86022265B825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8867A-A409-5F03-F5C3-0A3C9E389531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AEBFE1-8573-3E44-B70F-F1E0DFCF7358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7AC88A-7B9C-53BF-B16C-BF1B5E1EFDE3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06B99BA-90DE-8755-1C45-B1B8A4E24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99180BA-1E8C-257E-F08A-2EBD59B66764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425CE87-2E00-20AF-5E79-D09DA0E2714F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45A6F6B-3EF0-1959-0312-D157E2751DE7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7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9077AAE-E523-A649-3FDF-C61FFBDA9F2E}"/>
              </a:ext>
            </a:extLst>
          </p:cNvPr>
          <p:cNvSpPr txBox="1"/>
          <p:nvPr/>
        </p:nvSpPr>
        <p:spPr>
          <a:xfrm>
            <a:off x="3282415" y="3724054"/>
            <a:ext cx="823274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17DC11-DB09-81C6-EAB6-BFC4DBC443EB}"/>
              </a:ext>
            </a:extLst>
          </p:cNvPr>
          <p:cNvCxnSpPr>
            <a:cxnSpLocks/>
          </p:cNvCxnSpPr>
          <p:nvPr/>
        </p:nvCxnSpPr>
        <p:spPr>
          <a:xfrm>
            <a:off x="3456319" y="4126737"/>
            <a:ext cx="487381" cy="0"/>
          </a:xfrm>
          <a:prstGeom prst="line">
            <a:avLst/>
          </a:prstGeom>
          <a:ln w="508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B678C6-8D84-0E6F-B89A-2606C084A264}"/>
              </a:ext>
            </a:extLst>
          </p:cNvPr>
          <p:cNvSpPr txBox="1"/>
          <p:nvPr/>
        </p:nvSpPr>
        <p:spPr>
          <a:xfrm rot="10800000">
            <a:off x="3613058" y="4126737"/>
            <a:ext cx="823274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32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34A8F8-2715-DFE7-68E8-4C70D02FA9D9}"/>
              </a:ext>
            </a:extLst>
          </p:cNvPr>
          <p:cNvGrpSpPr/>
          <p:nvPr/>
        </p:nvGrpSpPr>
        <p:grpSpPr>
          <a:xfrm>
            <a:off x="1722213" y="3835712"/>
            <a:ext cx="903181" cy="875800"/>
            <a:chOff x="1722213" y="3835712"/>
            <a:chExt cx="903181" cy="875800"/>
          </a:xfrm>
        </p:grpSpPr>
        <p:pic>
          <p:nvPicPr>
            <p:cNvPr id="21" name="Graphic 20" descr="Coffee outline">
              <a:extLst>
                <a:ext uri="{FF2B5EF4-FFF2-40B4-BE49-F238E27FC236}">
                  <a16:creationId xmlns:a16="http://schemas.microsoft.com/office/drawing/2014/main" id="{C338B916-70CC-EC58-1B11-60B945ED8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7888" y="3835712"/>
              <a:ext cx="741898" cy="741898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F43BF94-C479-31B3-DF32-EC09785C7E0C}"/>
                </a:ext>
              </a:extLst>
            </p:cNvPr>
            <p:cNvSpPr/>
            <p:nvPr/>
          </p:nvSpPr>
          <p:spPr>
            <a:xfrm>
              <a:off x="1722213" y="3876383"/>
              <a:ext cx="903181" cy="8351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5CF04641-3217-F6A0-0B53-E43DBC8085C7}"/>
              </a:ext>
            </a:extLst>
          </p:cNvPr>
          <p:cNvSpPr/>
          <p:nvPr/>
        </p:nvSpPr>
        <p:spPr>
          <a:xfrm>
            <a:off x="4628098" y="3483696"/>
            <a:ext cx="1467902" cy="144655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10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9404-181B-B956-EAEB-342BC743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AFC69-F7A5-5694-E479-4D623FD269ED}"/>
              </a:ext>
            </a:extLst>
          </p:cNvPr>
          <p:cNvSpPr txBox="1"/>
          <p:nvPr/>
        </p:nvSpPr>
        <p:spPr>
          <a:xfrm>
            <a:off x="2692168" y="1309001"/>
            <a:ext cx="7251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6E3C-89EC-6FCC-7743-75E1D26DA8A0}"/>
              </a:ext>
            </a:extLst>
          </p:cNvPr>
          <p:cNvCxnSpPr>
            <a:cxnSpLocks/>
          </p:cNvCxnSpPr>
          <p:nvPr/>
        </p:nvCxnSpPr>
        <p:spPr>
          <a:xfrm>
            <a:off x="936000" y="1703265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C817C6-B710-9E54-B52E-E450F2026C59}"/>
              </a:ext>
            </a:extLst>
          </p:cNvPr>
          <p:cNvGrpSpPr/>
          <p:nvPr/>
        </p:nvGrpSpPr>
        <p:grpSpPr>
          <a:xfrm>
            <a:off x="5327920" y="2690358"/>
            <a:ext cx="1536159" cy="1477283"/>
            <a:chOff x="3923641" y="1771650"/>
            <a:chExt cx="3072140" cy="312090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E7C5F2D-474D-4657-FECE-283520BB8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308D5E-5118-2BA8-0428-54F5AA2D28F8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451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10519</TotalTime>
  <Words>937</Words>
  <Application>Microsoft Office PowerPoint</Application>
  <PresentationFormat>Widescreen</PresentationFormat>
  <Paragraphs>355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Candara</vt:lpstr>
      <vt:lpstr>Cascadia Code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3</cp:revision>
  <dcterms:created xsi:type="dcterms:W3CDTF">2025-11-29T21:31:12Z</dcterms:created>
  <dcterms:modified xsi:type="dcterms:W3CDTF">2025-12-14T15:06:28Z</dcterms:modified>
</cp:coreProperties>
</file>