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301" r:id="rId2"/>
    <p:sldId id="302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6200"/>
    <a:srgbClr val="66FF33"/>
    <a:srgbClr val="FFA7A7"/>
    <a:srgbClr val="FF6600"/>
    <a:srgbClr val="552707"/>
    <a:srgbClr val="1C0D02"/>
    <a:srgbClr val="8A3F0C"/>
    <a:srgbClr val="FCE7D8"/>
    <a:srgbClr val="5C25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23" autoAdjust="0"/>
    <p:restoredTop sz="94660"/>
  </p:normalViewPr>
  <p:slideViewPr>
    <p:cSldViewPr snapToGrid="0">
      <p:cViewPr>
        <p:scale>
          <a:sx n="90" d="100"/>
          <a:sy n="90" d="100"/>
        </p:scale>
        <p:origin x="822" y="33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Dodds" userId="80d5a6ea92063750" providerId="LiveId" clId="{614D3421-716A-4CB0-994B-C24DF82A0F6F}"/>
    <pc:docChg chg="delSld">
      <pc:chgData name="Matthew Dodds" userId="80d5a6ea92063750" providerId="LiveId" clId="{614D3421-716A-4CB0-994B-C24DF82A0F6F}" dt="2025-12-23T11:04:52.539" v="17" actId="47"/>
      <pc:docMkLst>
        <pc:docMk/>
      </pc:docMkLst>
      <pc:sldChg chg="del">
        <pc:chgData name="Matthew Dodds" userId="80d5a6ea92063750" providerId="LiveId" clId="{614D3421-716A-4CB0-994B-C24DF82A0F6F}" dt="2025-12-23T11:04:50.003" v="13" actId="47"/>
        <pc:sldMkLst>
          <pc:docMk/>
          <pc:sldMk cId="4164517435" sldId="275"/>
        </pc:sldMkLst>
      </pc:sldChg>
      <pc:sldChg chg="del">
        <pc:chgData name="Matthew Dodds" userId="80d5a6ea92063750" providerId="LiveId" clId="{614D3421-716A-4CB0-994B-C24DF82A0F6F}" dt="2025-12-23T11:04:49.480" v="10" actId="47"/>
        <pc:sldMkLst>
          <pc:docMk/>
          <pc:sldMk cId="3480445554" sldId="279"/>
        </pc:sldMkLst>
      </pc:sldChg>
      <pc:sldChg chg="del">
        <pc:chgData name="Matthew Dodds" userId="80d5a6ea92063750" providerId="LiveId" clId="{614D3421-716A-4CB0-994B-C24DF82A0F6F}" dt="2025-12-23T11:04:49.615" v="11" actId="47"/>
        <pc:sldMkLst>
          <pc:docMk/>
          <pc:sldMk cId="3449670256" sldId="280"/>
        </pc:sldMkLst>
      </pc:sldChg>
      <pc:sldChg chg="del">
        <pc:chgData name="Matthew Dodds" userId="80d5a6ea92063750" providerId="LiveId" clId="{614D3421-716A-4CB0-994B-C24DF82A0F6F}" dt="2025-12-23T11:04:37.409" v="1" actId="47"/>
        <pc:sldMkLst>
          <pc:docMk/>
          <pc:sldMk cId="3545230181" sldId="282"/>
        </pc:sldMkLst>
      </pc:sldChg>
      <pc:sldChg chg="del">
        <pc:chgData name="Matthew Dodds" userId="80d5a6ea92063750" providerId="LiveId" clId="{614D3421-716A-4CB0-994B-C24DF82A0F6F}" dt="2025-12-23T11:04:36.474" v="0" actId="47"/>
        <pc:sldMkLst>
          <pc:docMk/>
          <pc:sldMk cId="563028866" sldId="284"/>
        </pc:sldMkLst>
      </pc:sldChg>
      <pc:sldChg chg="del">
        <pc:chgData name="Matthew Dodds" userId="80d5a6ea92063750" providerId="LiveId" clId="{614D3421-716A-4CB0-994B-C24DF82A0F6F}" dt="2025-12-23T11:04:39.210" v="2" actId="47"/>
        <pc:sldMkLst>
          <pc:docMk/>
          <pc:sldMk cId="2010322170" sldId="287"/>
        </pc:sldMkLst>
      </pc:sldChg>
      <pc:sldChg chg="del">
        <pc:chgData name="Matthew Dodds" userId="80d5a6ea92063750" providerId="LiveId" clId="{614D3421-716A-4CB0-994B-C24DF82A0F6F}" dt="2025-12-23T11:04:49.005" v="7" actId="47"/>
        <pc:sldMkLst>
          <pc:docMk/>
          <pc:sldMk cId="721286722" sldId="289"/>
        </pc:sldMkLst>
      </pc:sldChg>
      <pc:sldChg chg="del">
        <pc:chgData name="Matthew Dodds" userId="80d5a6ea92063750" providerId="LiveId" clId="{614D3421-716A-4CB0-994B-C24DF82A0F6F}" dt="2025-12-23T11:04:49.328" v="9" actId="47"/>
        <pc:sldMkLst>
          <pc:docMk/>
          <pc:sldMk cId="614139898" sldId="290"/>
        </pc:sldMkLst>
      </pc:sldChg>
      <pc:sldChg chg="del">
        <pc:chgData name="Matthew Dodds" userId="80d5a6ea92063750" providerId="LiveId" clId="{614D3421-716A-4CB0-994B-C24DF82A0F6F}" dt="2025-12-23T11:04:50.919" v="14" actId="47"/>
        <pc:sldMkLst>
          <pc:docMk/>
          <pc:sldMk cId="3760332738" sldId="291"/>
        </pc:sldMkLst>
      </pc:sldChg>
      <pc:sldChg chg="del">
        <pc:chgData name="Matthew Dodds" userId="80d5a6ea92063750" providerId="LiveId" clId="{614D3421-716A-4CB0-994B-C24DF82A0F6F}" dt="2025-12-23T11:04:49.198" v="8" actId="47"/>
        <pc:sldMkLst>
          <pc:docMk/>
          <pc:sldMk cId="908570863" sldId="292"/>
        </pc:sldMkLst>
      </pc:sldChg>
      <pc:sldChg chg="del">
        <pc:chgData name="Matthew Dodds" userId="80d5a6ea92063750" providerId="LiveId" clId="{614D3421-716A-4CB0-994B-C24DF82A0F6F}" dt="2025-12-23T11:04:49.775" v="12" actId="47"/>
        <pc:sldMkLst>
          <pc:docMk/>
          <pc:sldMk cId="3306101185" sldId="293"/>
        </pc:sldMkLst>
      </pc:sldChg>
      <pc:sldChg chg="del">
        <pc:chgData name="Matthew Dodds" userId="80d5a6ea92063750" providerId="LiveId" clId="{614D3421-716A-4CB0-994B-C24DF82A0F6F}" dt="2025-12-23T11:04:41.383" v="3" actId="47"/>
        <pc:sldMkLst>
          <pc:docMk/>
          <pc:sldMk cId="1271211031" sldId="294"/>
        </pc:sldMkLst>
      </pc:sldChg>
      <pc:sldChg chg="del">
        <pc:chgData name="Matthew Dodds" userId="80d5a6ea92063750" providerId="LiveId" clId="{614D3421-716A-4CB0-994B-C24DF82A0F6F}" dt="2025-12-23T11:04:48.474" v="6" actId="47"/>
        <pc:sldMkLst>
          <pc:docMk/>
          <pc:sldMk cId="4567400" sldId="295"/>
        </pc:sldMkLst>
      </pc:sldChg>
      <pc:sldChg chg="del">
        <pc:chgData name="Matthew Dodds" userId="80d5a6ea92063750" providerId="LiveId" clId="{614D3421-716A-4CB0-994B-C24DF82A0F6F}" dt="2025-12-23T11:04:47.755" v="5" actId="47"/>
        <pc:sldMkLst>
          <pc:docMk/>
          <pc:sldMk cId="1762018603" sldId="296"/>
        </pc:sldMkLst>
      </pc:sldChg>
      <pc:sldChg chg="del">
        <pc:chgData name="Matthew Dodds" userId="80d5a6ea92063750" providerId="LiveId" clId="{614D3421-716A-4CB0-994B-C24DF82A0F6F}" dt="2025-12-23T11:04:51.882" v="16" actId="47"/>
        <pc:sldMkLst>
          <pc:docMk/>
          <pc:sldMk cId="1011307788" sldId="297"/>
        </pc:sldMkLst>
      </pc:sldChg>
      <pc:sldChg chg="del">
        <pc:chgData name="Matthew Dodds" userId="80d5a6ea92063750" providerId="LiveId" clId="{614D3421-716A-4CB0-994B-C24DF82A0F6F}" dt="2025-12-23T11:04:51.057" v="15" actId="47"/>
        <pc:sldMkLst>
          <pc:docMk/>
          <pc:sldMk cId="2005175658" sldId="298"/>
        </pc:sldMkLst>
      </pc:sldChg>
      <pc:sldChg chg="del">
        <pc:chgData name="Matthew Dodds" userId="80d5a6ea92063750" providerId="LiveId" clId="{614D3421-716A-4CB0-994B-C24DF82A0F6F}" dt="2025-12-23T11:04:52.539" v="17" actId="47"/>
        <pc:sldMkLst>
          <pc:docMk/>
          <pc:sldMk cId="3595544835" sldId="299"/>
        </pc:sldMkLst>
      </pc:sldChg>
      <pc:sldChg chg="del">
        <pc:chgData name="Matthew Dodds" userId="80d5a6ea92063750" providerId="LiveId" clId="{614D3421-716A-4CB0-994B-C24DF82A0F6F}" dt="2025-12-23T11:04:46.838" v="4" actId="47"/>
        <pc:sldMkLst>
          <pc:docMk/>
          <pc:sldMk cId="1684533576" sldId="30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365F73-B955-40D2-92DF-82FFF6800FF1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62B1B-8ACF-4076-9214-A8D53603C1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48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DA8D2-9B16-5EB5-E124-15CF85FCE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91F4B-9900-EF3E-498E-2A063569A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8C8BCD-C149-D858-9363-269C716E4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2C362-F6C8-A9FE-5E45-7DDABFE07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1391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9B6C-6773-C77E-7935-090A41E9A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C2335-4115-0796-FE62-E1126D068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D11C6-8AF8-B7F2-E277-3C5726330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61CEB-7748-9680-F8E1-D963DA94A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002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26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06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90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71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45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11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42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73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39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784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87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44EAE-78C4-45F3-83C5-DF449BFC3B16}" type="datetimeFigureOut">
              <a:rPr lang="en-GB" smtClean="0"/>
              <a:t>23/12/2025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87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F7AE0-1DDD-B8B7-C7C1-3ADD7EEEC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59D324-FD5F-CB48-00CB-58156FED2EE1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9FF22C-E044-2DEE-5F85-B7505D8F84E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TITLE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6A11D0-09C0-461E-BD16-EF5220DB4719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B675A6-1690-8A1A-9BF5-E356FB6AD629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01A97DB-D892-0656-12DF-ED86B0858B9C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FA08713-FAC7-16B7-F3DC-1C4377FDFD56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659D2F3-AAB5-F044-D1C6-DE5F64B96A13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92A43CF-A3F7-5338-916C-58D192A270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536CD36-515C-B2DE-2D94-D3F72F6702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EC518AF8-4F99-223C-858A-B719F57FC91F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7D9164F-EC1A-888F-6F6A-E6B02585823F}"/>
              </a:ext>
            </a:extLst>
          </p:cNvPr>
          <p:cNvSpPr txBox="1"/>
          <p:nvPr/>
        </p:nvSpPr>
        <p:spPr>
          <a:xfrm>
            <a:off x="4799021" y="5845209"/>
            <a:ext cx="2676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270AC7-A15D-D260-2821-D56E8F2CCC99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FD03D4-086F-84F2-B9AF-06E640E0DA06}"/>
              </a:ext>
            </a:extLst>
          </p:cNvPr>
          <p:cNvCxnSpPr/>
          <p:nvPr/>
        </p:nvCxnSpPr>
        <p:spPr>
          <a:xfrm>
            <a:off x="243232" y="923258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E0A7996-3E65-5AF5-AC37-8D219DCFED59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1DC5D91-8E30-3E64-6251-1E537996C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F27C15-C06F-F63D-205B-C52FB85ECAD8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17D101-DCD2-40BC-5A31-07F47E3240A0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828384D-D83C-F6B7-59AF-73B6997ACF98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DA7AC-497F-3313-6F13-746CF73EAAA5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81C12BA-83D0-9D09-86D7-25E3ADCBAE35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85616DB-F2F4-8F39-38AC-5E42B82E2147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829FBC6A-1784-94A6-38E3-28F2D0B3266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34DEA19D-EA83-9427-01CD-ECA5C3254CC4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847741DA-B06C-4425-9C50-1B1B1360BECF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A13D7383-61E5-CE66-DEFD-BD90979D1089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596567FE-0199-EEAB-100A-FEEAB7D4148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7509557-FCB4-3985-112F-5C9E0DC3CB7D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9F59415-D67E-2D98-7907-95BD9ABCB8B3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C562C61B-13C2-E3C6-BDA7-50BD02F0B0B2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591400B9-2298-E9AF-7051-A2CC09483662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06ED380-968B-08BD-65B8-7481C7626E84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C254D3B-0F7F-B8CD-9629-FB865F18CD1F}"/>
              </a:ext>
            </a:extLst>
          </p:cNvPr>
          <p:cNvGrpSpPr/>
          <p:nvPr/>
        </p:nvGrpSpPr>
        <p:grpSpPr>
          <a:xfrm>
            <a:off x="1807093" y="1913847"/>
            <a:ext cx="8908578" cy="3157549"/>
            <a:chOff x="310711" y="1825331"/>
            <a:chExt cx="10582735" cy="315754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01A145D-C65A-5673-FDBF-C20D62A2A596}"/>
                </a:ext>
              </a:extLst>
            </p:cNvPr>
            <p:cNvSpPr/>
            <p:nvPr/>
          </p:nvSpPr>
          <p:spPr>
            <a:xfrm>
              <a:off x="317686" y="1825331"/>
              <a:ext cx="10575757" cy="605486"/>
            </a:xfrm>
            <a:prstGeom prst="roundRect">
              <a:avLst>
                <a:gd name="adj" fmla="val 34508"/>
              </a:avLst>
            </a:prstGeom>
            <a:noFill/>
            <a:ln w="3175">
              <a:solidFill>
                <a:srgbClr val="F26200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6B00B501-3C79-CF0D-AEB1-2973CE2FA69A}"/>
                </a:ext>
              </a:extLst>
            </p:cNvPr>
            <p:cNvSpPr/>
            <p:nvPr/>
          </p:nvSpPr>
          <p:spPr>
            <a:xfrm>
              <a:off x="317686" y="2458576"/>
              <a:ext cx="10575758" cy="605486"/>
            </a:xfrm>
            <a:prstGeom prst="roundRect">
              <a:avLst>
                <a:gd name="adj" fmla="val 35137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C2F5ED1-78CD-FF46-5C2B-B47F103ADFB1}"/>
                </a:ext>
              </a:extLst>
            </p:cNvPr>
            <p:cNvSpPr/>
            <p:nvPr/>
          </p:nvSpPr>
          <p:spPr>
            <a:xfrm>
              <a:off x="310712" y="3089064"/>
              <a:ext cx="10575758" cy="605486"/>
            </a:xfrm>
            <a:prstGeom prst="roundRect">
              <a:avLst>
                <a:gd name="adj" fmla="val 40171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961E2A1-2583-96E1-45F5-3F3D5745AF48}"/>
                </a:ext>
              </a:extLst>
            </p:cNvPr>
            <p:cNvSpPr/>
            <p:nvPr/>
          </p:nvSpPr>
          <p:spPr>
            <a:xfrm>
              <a:off x="310711" y="3731204"/>
              <a:ext cx="10575756" cy="605486"/>
            </a:xfrm>
            <a:prstGeom prst="roundRect">
              <a:avLst>
                <a:gd name="adj" fmla="val 39542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D1FE5BDC-91D1-2755-5837-CE435BDB3B19}"/>
                </a:ext>
              </a:extLst>
            </p:cNvPr>
            <p:cNvSpPr/>
            <p:nvPr/>
          </p:nvSpPr>
          <p:spPr>
            <a:xfrm>
              <a:off x="317689" y="4377394"/>
              <a:ext cx="10575757" cy="605486"/>
            </a:xfrm>
            <a:prstGeom prst="roundRect">
              <a:avLst>
                <a:gd name="adj" fmla="val 42059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FB24EB1B-791E-ED46-2637-21F08EB98F8F}"/>
              </a:ext>
            </a:extLst>
          </p:cNvPr>
          <p:cNvGrpSpPr/>
          <p:nvPr/>
        </p:nvGrpSpPr>
        <p:grpSpPr>
          <a:xfrm>
            <a:off x="9899639" y="1507077"/>
            <a:ext cx="835094" cy="230832"/>
            <a:chOff x="9955298" y="1483224"/>
            <a:chExt cx="835094" cy="2308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9EE1DEF-87A3-74B6-0861-D4F33F5ABDB7}"/>
                </a:ext>
              </a:extLst>
            </p:cNvPr>
            <p:cNvSpPr txBox="1"/>
            <p:nvPr/>
          </p:nvSpPr>
          <p:spPr>
            <a:xfrm>
              <a:off x="9955298" y="1483224"/>
              <a:ext cx="83509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9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-</a:t>
              </a:r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14:00 </a:t>
              </a:r>
              <a:r>
                <a:rPr lang="en-GB" sz="9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C747F186-4636-D2C6-40F4-5A3C9AA6252A}"/>
                </a:ext>
              </a:extLst>
            </p:cNvPr>
            <p:cNvSpPr/>
            <p:nvPr/>
          </p:nvSpPr>
          <p:spPr>
            <a:xfrm>
              <a:off x="10038952" y="1502750"/>
              <a:ext cx="662697" cy="204727"/>
            </a:xfrm>
            <a:prstGeom prst="roundRect">
              <a:avLst>
                <a:gd name="adj" fmla="val 50000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D482011-075F-C63F-4655-112FA5A904AD}"/>
              </a:ext>
            </a:extLst>
          </p:cNvPr>
          <p:cNvGrpSpPr/>
          <p:nvPr/>
        </p:nvGrpSpPr>
        <p:grpSpPr>
          <a:xfrm>
            <a:off x="1760301" y="1502270"/>
            <a:ext cx="887648" cy="230832"/>
            <a:chOff x="3670941" y="1529759"/>
            <a:chExt cx="887648" cy="230832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F7490ED-E117-8A4A-4BF9-07AA0930E572}"/>
                </a:ext>
              </a:extLst>
            </p:cNvPr>
            <p:cNvSpPr txBox="1"/>
            <p:nvPr/>
          </p:nvSpPr>
          <p:spPr>
            <a:xfrm>
              <a:off x="3670941" y="1529759"/>
              <a:ext cx="88764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9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-</a:t>
              </a:r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08:00 </a:t>
              </a:r>
              <a:r>
                <a:rPr lang="en-GB" sz="9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BD8C1E8-D989-013E-0EC2-7723C6CC72A7}"/>
                </a:ext>
              </a:extLst>
            </p:cNvPr>
            <p:cNvSpPr/>
            <p:nvPr/>
          </p:nvSpPr>
          <p:spPr>
            <a:xfrm>
              <a:off x="3764986" y="1548754"/>
              <a:ext cx="697575" cy="204727"/>
            </a:xfrm>
            <a:prstGeom prst="roundRect">
              <a:avLst>
                <a:gd name="adj" fmla="val 50000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89A491C4-1CD1-8E2B-367F-B2CEBC19B47E}"/>
              </a:ext>
            </a:extLst>
          </p:cNvPr>
          <p:cNvSpPr/>
          <p:nvPr/>
        </p:nvSpPr>
        <p:spPr>
          <a:xfrm>
            <a:off x="1419026" y="1411486"/>
            <a:ext cx="9454358" cy="3746954"/>
          </a:xfrm>
          <a:prstGeom prst="roundRect">
            <a:avLst>
              <a:gd name="adj" fmla="val 9920"/>
            </a:avLst>
          </a:prstGeom>
          <a:noFill/>
          <a:ln w="6350"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43000">
                  <a:schemeClr val="bg1">
                    <a:lumMod val="85000"/>
                  </a:schemeClr>
                </a:gs>
                <a:gs pos="76000">
                  <a:schemeClr val="accent3">
                    <a:lumMod val="75000"/>
                  </a:schemeClr>
                </a:gs>
                <a:gs pos="97000">
                  <a:schemeClr val="bg1">
                    <a:lumMod val="6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  <a:effectLst>
            <a:glow rad="254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E833D28-8325-42DA-2B9B-C39A0B65D5C6}"/>
              </a:ext>
            </a:extLst>
          </p:cNvPr>
          <p:cNvSpPr txBox="1"/>
          <p:nvPr/>
        </p:nvSpPr>
        <p:spPr>
          <a:xfrm>
            <a:off x="1204315" y="1716128"/>
            <a:ext cx="8876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682D120-4407-7B82-DB2D-54609D2ED45D}"/>
              </a:ext>
            </a:extLst>
          </p:cNvPr>
          <p:cNvSpPr txBox="1"/>
          <p:nvPr/>
        </p:nvSpPr>
        <p:spPr>
          <a:xfrm>
            <a:off x="1344805" y="2104611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46D11D-8B27-4786-2CFC-D64BAB1B0844}"/>
              </a:ext>
            </a:extLst>
          </p:cNvPr>
          <p:cNvSpPr txBox="1"/>
          <p:nvPr/>
        </p:nvSpPr>
        <p:spPr>
          <a:xfrm>
            <a:off x="1365353" y="2715393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en-GB" sz="10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CFD5E3C3-4D3B-AC41-1142-BE1AE362BD5F}"/>
              </a:ext>
            </a:extLst>
          </p:cNvPr>
          <p:cNvSpPr txBox="1"/>
          <p:nvPr/>
        </p:nvSpPr>
        <p:spPr>
          <a:xfrm>
            <a:off x="1401351" y="3336449"/>
            <a:ext cx="4935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3CED419-522C-B488-39AE-0806BB1DD942}"/>
              </a:ext>
            </a:extLst>
          </p:cNvPr>
          <p:cNvSpPr txBox="1"/>
          <p:nvPr/>
        </p:nvSpPr>
        <p:spPr>
          <a:xfrm>
            <a:off x="1401351" y="3994746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236E21F-DEA5-D882-3B54-DB0DA4D0AC15}"/>
              </a:ext>
            </a:extLst>
          </p:cNvPr>
          <p:cNvSpPr txBox="1"/>
          <p:nvPr/>
        </p:nvSpPr>
        <p:spPr>
          <a:xfrm>
            <a:off x="1406527" y="4662057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5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05FC1CC6-5E5D-541B-00EE-3F33CAFCF379}"/>
              </a:ext>
            </a:extLst>
          </p:cNvPr>
          <p:cNvSpPr txBox="1"/>
          <p:nvPr/>
        </p:nvSpPr>
        <p:spPr>
          <a:xfrm>
            <a:off x="5761104" y="1461908"/>
            <a:ext cx="785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Day: </a:t>
            </a:r>
            <a:r>
              <a:rPr lang="en-GB" sz="12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  <a:endParaRPr lang="en-GB" sz="105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174BC341-76D0-A4CA-5087-6BAE0F361302}"/>
              </a:ext>
            </a:extLst>
          </p:cNvPr>
          <p:cNvSpPr txBox="1"/>
          <p:nvPr/>
        </p:nvSpPr>
        <p:spPr>
          <a:xfrm>
            <a:off x="4959978" y="964790"/>
            <a:ext cx="22720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TIMETABLE &gt;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411F7BAE-BB29-16C0-700B-B44D62F959DE}"/>
              </a:ext>
            </a:extLst>
          </p:cNvPr>
          <p:cNvSpPr txBox="1"/>
          <p:nvPr/>
        </p:nvSpPr>
        <p:spPr>
          <a:xfrm>
            <a:off x="263469" y="1023901"/>
            <a:ext cx="22720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ACTIVE LESSON: </a:t>
            </a:r>
            <a:r>
              <a:rPr lang="en-GB" sz="8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TITLE</a:t>
            </a: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6ABEF53-85FE-C051-F630-49CD643B45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732" y="1420177"/>
            <a:ext cx="263540" cy="382397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DE4FA1E-CFB2-8650-FC75-BBEC86FD825E}"/>
              </a:ext>
            </a:extLst>
          </p:cNvPr>
          <p:cNvSpPr txBox="1"/>
          <p:nvPr/>
        </p:nvSpPr>
        <p:spPr>
          <a:xfrm>
            <a:off x="4994374" y="1161419"/>
            <a:ext cx="227204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300" dirty="0"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  <a:r>
              <a:rPr lang="en-GB" sz="7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WEEK </a:t>
            </a:r>
            <a:r>
              <a:rPr lang="en-GB" sz="700" spc="300" dirty="0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GB" sz="7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&gt;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5D93DF-1A68-C8AC-7A81-BFE504E35010}"/>
              </a:ext>
            </a:extLst>
          </p:cNvPr>
          <p:cNvSpPr txBox="1"/>
          <p:nvPr/>
        </p:nvSpPr>
        <p:spPr>
          <a:xfrm rot="16200000">
            <a:off x="6494068" y="1144091"/>
            <a:ext cx="2000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B0407B-FF3A-2B3D-F906-F584DA3ABDF4}"/>
              </a:ext>
            </a:extLst>
          </p:cNvPr>
          <p:cNvSpPr txBox="1"/>
          <p:nvPr/>
        </p:nvSpPr>
        <p:spPr>
          <a:xfrm>
            <a:off x="1782067" y="1742140"/>
            <a:ext cx="891958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08:00			  09:00			    10:00		    11:00		  	   12:00			    13:00		     14:00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F891E133-B1D4-8980-6E52-AA7175ACE221}"/>
              </a:ext>
            </a:extLst>
          </p:cNvPr>
          <p:cNvGrpSpPr/>
          <p:nvPr/>
        </p:nvGrpSpPr>
        <p:grpSpPr>
          <a:xfrm>
            <a:off x="1833964" y="1960021"/>
            <a:ext cx="1618575" cy="538711"/>
            <a:chOff x="2788967" y="2020072"/>
            <a:chExt cx="1484324" cy="53871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6EC1CE6-F32A-A57F-2810-6F3495CBD439}"/>
                </a:ext>
              </a:extLst>
            </p:cNvPr>
            <p:cNvGrpSpPr/>
            <p:nvPr/>
          </p:nvGrpSpPr>
          <p:grpSpPr>
            <a:xfrm>
              <a:off x="2788967" y="2020072"/>
              <a:ext cx="1484324" cy="533954"/>
              <a:chOff x="3951025" y="2058171"/>
              <a:chExt cx="1484324" cy="533954"/>
            </a:xfrm>
          </p:grpSpPr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8B83EC6A-6DE7-BDA6-9957-5418C9FD9D2F}"/>
                  </a:ext>
                </a:extLst>
              </p:cNvPr>
              <p:cNvGrpSpPr/>
              <p:nvPr/>
            </p:nvGrpSpPr>
            <p:grpSpPr>
              <a:xfrm>
                <a:off x="3970551" y="2058171"/>
                <a:ext cx="1442051" cy="533954"/>
                <a:chOff x="2514228" y="1932199"/>
                <a:chExt cx="1444847" cy="533954"/>
              </a:xfrm>
            </p:grpSpPr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D25CB491-C987-277F-7671-16C6C077D176}"/>
                    </a:ext>
                  </a:extLst>
                </p:cNvPr>
                <p:cNvSpPr/>
                <p:nvPr/>
              </p:nvSpPr>
              <p:spPr>
                <a:xfrm>
                  <a:off x="2514228" y="1932199"/>
                  <a:ext cx="1444847" cy="511339"/>
                </a:xfrm>
                <a:prstGeom prst="roundRect">
                  <a:avLst>
                    <a:gd name="adj" fmla="val 29185"/>
                  </a:avLst>
                </a:prstGeom>
                <a:solidFill>
                  <a:schemeClr val="bg2">
                    <a:lumMod val="10000"/>
                  </a:schemeClr>
                </a:solidFill>
                <a:ln w="6350" cap="sq" cmpd="sng">
                  <a:solidFill>
                    <a:schemeClr val="bg2">
                      <a:lumMod val="50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solidFill>
                      <a:schemeClr val="tx2">
                        <a:lumMod val="75000"/>
                      </a:schemeClr>
                    </a:solidFill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D5F3264F-8ED5-3ECA-9817-9339096BE577}"/>
                    </a:ext>
                  </a:extLst>
                </p:cNvPr>
                <p:cNvSpPr txBox="1"/>
                <p:nvPr/>
              </p:nvSpPr>
              <p:spPr>
                <a:xfrm>
                  <a:off x="2553655" y="2296876"/>
                  <a:ext cx="88937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500" spc="200" dirty="0">
                      <a:solidFill>
                        <a:schemeClr val="bg2">
                          <a:lumMod val="75000"/>
                        </a:schemeClr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08:00-09:00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C3CF06B3-0EFC-0F70-BDBF-F2DC9747F8CD}"/>
                    </a:ext>
                  </a:extLst>
                </p:cNvPr>
                <p:cNvSpPr txBox="1"/>
                <p:nvPr/>
              </p:nvSpPr>
              <p:spPr>
                <a:xfrm>
                  <a:off x="2544646" y="2073378"/>
                  <a:ext cx="120862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700" spc="200" dirty="0">
                      <a:solidFill>
                        <a:srgbClr val="FF6600"/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Introduction</a:t>
                  </a:r>
                  <a:endParaRPr lang="en-GB" sz="5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995DE261-6096-02AE-C40D-ED6827389C1D}"/>
                  </a:ext>
                </a:extLst>
              </p:cNvPr>
              <p:cNvSpPr/>
              <p:nvPr/>
            </p:nvSpPr>
            <p:spPr>
              <a:xfrm rot="16200000">
                <a:off x="3872908" y="2288340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E061847-001F-E3C7-6E9E-1E7E657E2659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3F7F602-ABA3-ADC0-E7DF-5A83B26853AB}"/>
                  </a:ext>
                </a:extLst>
              </p:cNvPr>
              <p:cNvCxnSpPr/>
              <p:nvPr/>
            </p:nvCxnSpPr>
            <p:spPr>
              <a:xfrm>
                <a:off x="4122425" y="2066924"/>
                <a:ext cx="1123713" cy="0"/>
              </a:xfrm>
              <a:prstGeom prst="line">
                <a:avLst/>
              </a:prstGeom>
              <a:ln w="22225" cap="rnd">
                <a:solidFill>
                  <a:srgbClr val="F262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7F7C61C-AD11-BF39-5916-E679979ED66D}"/>
                </a:ext>
              </a:extLst>
            </p:cNvPr>
            <p:cNvSpPr txBox="1"/>
            <p:nvPr/>
          </p:nvSpPr>
          <p:spPr>
            <a:xfrm>
              <a:off x="3703599" y="2389506"/>
              <a:ext cx="560776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5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60mins</a:t>
              </a:r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18D50A69-240D-E9AC-3B2F-D7FEAFBB2DF9}"/>
              </a:ext>
            </a:extLst>
          </p:cNvPr>
          <p:cNvSpPr txBox="1"/>
          <p:nvPr/>
        </p:nvSpPr>
        <p:spPr>
          <a:xfrm>
            <a:off x="10740407" y="1070162"/>
            <a:ext cx="1207151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Total: </a:t>
            </a:r>
            <a:r>
              <a:rPr lang="en-GB" sz="8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1hr</a:t>
            </a: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5A082E3-D560-43B4-6B63-6676D51C7AC8}"/>
              </a:ext>
            </a:extLst>
          </p:cNvPr>
          <p:cNvGrpSpPr/>
          <p:nvPr/>
        </p:nvGrpSpPr>
        <p:grpSpPr>
          <a:xfrm>
            <a:off x="1414885" y="5342144"/>
            <a:ext cx="643815" cy="225958"/>
            <a:chOff x="1414885" y="5333209"/>
            <a:chExt cx="707368" cy="341816"/>
          </a:xfrm>
        </p:grpSpPr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DB7F7E0D-AE0C-38E3-8AA0-CED7929D5439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A9E447F2-1AFC-5D59-3040-0A076F941B36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DDD58046-6F23-4CE5-8468-9995E15F5518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90F6AB12-5E5B-D3AA-4EAD-0905686A0DBA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E40CECC5-2EAF-92B7-EF45-990AF3D088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262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FE1C80C-BE54-83EE-3C48-CCED45C4C6A1}"/>
                </a:ext>
              </a:extLst>
            </p:cNvPr>
            <p:cNvSpPr txBox="1"/>
            <p:nvPr/>
          </p:nvSpPr>
          <p:spPr>
            <a:xfrm>
              <a:off x="1414885" y="5333209"/>
              <a:ext cx="707368" cy="32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Instructor Led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88F7762-EE45-CB17-99FE-1F814415B82C}"/>
              </a:ext>
            </a:extLst>
          </p:cNvPr>
          <p:cNvGrpSpPr/>
          <p:nvPr/>
        </p:nvGrpSpPr>
        <p:grpSpPr>
          <a:xfrm>
            <a:off x="2072068" y="5345819"/>
            <a:ext cx="666877" cy="222752"/>
            <a:chOff x="1414884" y="5338059"/>
            <a:chExt cx="732707" cy="336966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B3626103-7126-1418-4DB3-ECC1F1B8E2C1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61E39C57-0CD0-B7A9-2B51-D98BCDCBDC94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22" name="Rectangle: Rounded Corners 121">
                <a:extLst>
                  <a:ext uri="{FF2B5EF4-FFF2-40B4-BE49-F238E27FC236}">
                    <a16:creationId xmlns:a16="http://schemas.microsoft.com/office/drawing/2014/main" id="{73A9934D-4675-6C66-C399-5400DE3DCA32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23" name="Rectangle: Rounded Corners 122">
                <a:extLst>
                  <a:ext uri="{FF2B5EF4-FFF2-40B4-BE49-F238E27FC236}">
                    <a16:creationId xmlns:a16="http://schemas.microsoft.com/office/drawing/2014/main" id="{0BBF5C7A-BE4C-78F3-87A6-ED248EA48F54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641FBA93-619D-FB90-8E95-050FAEEA58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66FF3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C496055D-4ADD-3C96-2AE6-06BD61B5B736}"/>
                </a:ext>
              </a:extLst>
            </p:cNvPr>
            <p:cNvSpPr txBox="1"/>
            <p:nvPr/>
          </p:nvSpPr>
          <p:spPr>
            <a:xfrm>
              <a:off x="1414884" y="5338059"/>
              <a:ext cx="732707" cy="32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 Discussion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6954B48-617D-9E5B-9389-B498A0C1CC4E}"/>
              </a:ext>
            </a:extLst>
          </p:cNvPr>
          <p:cNvGrpSpPr/>
          <p:nvPr/>
        </p:nvGrpSpPr>
        <p:grpSpPr>
          <a:xfrm>
            <a:off x="2722275" y="5361390"/>
            <a:ext cx="666877" cy="207073"/>
            <a:chOff x="1414884" y="5361777"/>
            <a:chExt cx="732707" cy="313248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9549B1D7-1EC6-A367-540F-7947B2D25F54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8FCCF170-0E89-802D-F107-0713CE993528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A3DA9169-140E-7726-6A76-87D362534240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B9318628-81D4-7931-C984-0A4188163EFA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1C483902-46F1-0BF4-BB0F-34685BA829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175C93E-8F0C-8A92-C45B-E6AE651A611A}"/>
                </a:ext>
              </a:extLst>
            </p:cNvPr>
            <p:cNvSpPr txBox="1"/>
            <p:nvPr/>
          </p:nvSpPr>
          <p:spPr>
            <a:xfrm>
              <a:off x="1414884" y="5381671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Practical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D0A5486-1790-4E9D-02FE-1C1240E81F20}"/>
              </a:ext>
            </a:extLst>
          </p:cNvPr>
          <p:cNvGrpSpPr/>
          <p:nvPr/>
        </p:nvGrpSpPr>
        <p:grpSpPr>
          <a:xfrm>
            <a:off x="3372857" y="5361390"/>
            <a:ext cx="666877" cy="207073"/>
            <a:chOff x="1414884" y="5361777"/>
            <a:chExt cx="732707" cy="313248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FE7C66-9269-5A87-975E-18BD132C1DF8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45CE5B4-0A1B-FD03-9833-090265454C76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47" name="Rectangle: Rounded Corners 146">
                <a:extLst>
                  <a:ext uri="{FF2B5EF4-FFF2-40B4-BE49-F238E27FC236}">
                    <a16:creationId xmlns:a16="http://schemas.microsoft.com/office/drawing/2014/main" id="{127CF786-D0DC-A5C6-FF9D-013FD393B748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52" name="Rectangle: Rounded Corners 151">
                <a:extLst>
                  <a:ext uri="{FF2B5EF4-FFF2-40B4-BE49-F238E27FC236}">
                    <a16:creationId xmlns:a16="http://schemas.microsoft.com/office/drawing/2014/main" id="{8A454346-0F54-5E0E-8664-84180E22321F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88B94D54-0D30-5DDE-0850-2BE0F0A36E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C888BF1-C183-7E47-EA50-B5B026D91B32}"/>
                </a:ext>
              </a:extLst>
            </p:cNvPr>
            <p:cNvSpPr txBox="1"/>
            <p:nvPr/>
          </p:nvSpPr>
          <p:spPr>
            <a:xfrm>
              <a:off x="1414884" y="5384017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Assessment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73E5BBE-A661-A486-CC18-5FEFCE452ED5}"/>
              </a:ext>
            </a:extLst>
          </p:cNvPr>
          <p:cNvGrpSpPr/>
          <p:nvPr/>
        </p:nvGrpSpPr>
        <p:grpSpPr>
          <a:xfrm>
            <a:off x="1413346" y="5713199"/>
            <a:ext cx="666877" cy="214985"/>
            <a:chOff x="1405647" y="5361777"/>
            <a:chExt cx="732707" cy="313248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6C8688FD-B7D3-6F32-9BFD-8CC5AF4C9936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66" name="Rectangle: Rounded Corners 165">
                <a:extLst>
                  <a:ext uri="{FF2B5EF4-FFF2-40B4-BE49-F238E27FC236}">
                    <a16:creationId xmlns:a16="http://schemas.microsoft.com/office/drawing/2014/main" id="{3FD62B9C-6FB9-B6BF-EB3D-984A3FCCCD84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68" name="Rectangle: Rounded Corners 167">
                <a:extLst>
                  <a:ext uri="{FF2B5EF4-FFF2-40B4-BE49-F238E27FC236}">
                    <a16:creationId xmlns:a16="http://schemas.microsoft.com/office/drawing/2014/main" id="{BCEF7E79-F870-455A-8EAB-013EDD93FD48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72" name="Rectangle: Rounded Corners 171">
                <a:extLst>
                  <a:ext uri="{FF2B5EF4-FFF2-40B4-BE49-F238E27FC236}">
                    <a16:creationId xmlns:a16="http://schemas.microsoft.com/office/drawing/2014/main" id="{E8A18AF0-7F37-572B-864B-3F376DC5D7A4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C1EEC698-CF68-042D-DADC-61DF261288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B18D2B9B-ABA8-EFC5-9CDA-6801D1460F79}"/>
                </a:ext>
              </a:extLst>
            </p:cNvPr>
            <p:cNvSpPr txBox="1"/>
            <p:nvPr/>
          </p:nvSpPr>
          <p:spPr>
            <a:xfrm>
              <a:off x="1405647" y="5394482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Student Led</a:t>
              </a: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7B27AD51-962B-AD28-FE9E-BDAFFDDED9C8}"/>
              </a:ext>
            </a:extLst>
          </p:cNvPr>
          <p:cNvGrpSpPr/>
          <p:nvPr/>
        </p:nvGrpSpPr>
        <p:grpSpPr>
          <a:xfrm>
            <a:off x="2072067" y="5713135"/>
            <a:ext cx="666877" cy="214985"/>
            <a:chOff x="1414884" y="5361777"/>
            <a:chExt cx="732707" cy="313248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B01FF439-CD26-068A-A6DF-F9905891FCD1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82" name="Rectangle: Rounded Corners 181">
                <a:extLst>
                  <a:ext uri="{FF2B5EF4-FFF2-40B4-BE49-F238E27FC236}">
                    <a16:creationId xmlns:a16="http://schemas.microsoft.com/office/drawing/2014/main" id="{35588CE7-F808-B6BD-A47D-59EAFC34F5AA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84" name="Rectangle: Rounded Corners 183">
                <a:extLst>
                  <a:ext uri="{FF2B5EF4-FFF2-40B4-BE49-F238E27FC236}">
                    <a16:creationId xmlns:a16="http://schemas.microsoft.com/office/drawing/2014/main" id="{D3E99FC4-CF43-A98A-5B20-D604E74A7C04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Rectangle: Rounded Corners 187">
                <a:extLst>
                  <a:ext uri="{FF2B5EF4-FFF2-40B4-BE49-F238E27FC236}">
                    <a16:creationId xmlns:a16="http://schemas.microsoft.com/office/drawing/2014/main" id="{4417D4D7-2B98-7D60-DB7F-35411CA02F90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89" name="Straight Connector 188">
                <a:extLst>
                  <a:ext uri="{FF2B5EF4-FFF2-40B4-BE49-F238E27FC236}">
                    <a16:creationId xmlns:a16="http://schemas.microsoft.com/office/drawing/2014/main" id="{C79E0907-7A55-9F2A-FDF3-BFA00B1A30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9BCD231A-883A-0808-4694-612069A6F3E7}"/>
                </a:ext>
              </a:extLst>
            </p:cNvPr>
            <p:cNvSpPr txBox="1"/>
            <p:nvPr/>
          </p:nvSpPr>
          <p:spPr>
            <a:xfrm>
              <a:off x="1414884" y="5398447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Research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CE95EEDA-1012-F226-0BA2-5D52B06369AC}"/>
              </a:ext>
            </a:extLst>
          </p:cNvPr>
          <p:cNvGrpSpPr/>
          <p:nvPr/>
        </p:nvGrpSpPr>
        <p:grpSpPr>
          <a:xfrm>
            <a:off x="2730788" y="5700164"/>
            <a:ext cx="666877" cy="231865"/>
            <a:chOff x="1414884" y="5337180"/>
            <a:chExt cx="732707" cy="3378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110BBA3E-7238-DABE-D4D0-A72ACF368CD8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62EB0EE3-6FF8-83BE-EFD1-ABE119986574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14ACFEB3-6E78-B76A-E153-3C44B57B4EF1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96" name="Rectangle: Rounded Corners 195">
                <a:extLst>
                  <a:ext uri="{FF2B5EF4-FFF2-40B4-BE49-F238E27FC236}">
                    <a16:creationId xmlns:a16="http://schemas.microsoft.com/office/drawing/2014/main" id="{73B23726-19E7-2AEB-EEAA-10F88C4E1F12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CFBAB882-1B3B-D1EC-26E7-B86A1C61A1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D0A31D11-34E4-109F-47A7-64D5DFB5022C}"/>
                </a:ext>
              </a:extLst>
            </p:cNvPr>
            <p:cNvSpPr txBox="1"/>
            <p:nvPr/>
          </p:nvSpPr>
          <p:spPr>
            <a:xfrm>
              <a:off x="1414884" y="5337180"/>
              <a:ext cx="732707" cy="313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External Lecturer</a:t>
              </a: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52A3DA66-0329-330A-DC0B-507D0705A091}"/>
              </a:ext>
            </a:extLst>
          </p:cNvPr>
          <p:cNvGrpSpPr/>
          <p:nvPr/>
        </p:nvGrpSpPr>
        <p:grpSpPr>
          <a:xfrm>
            <a:off x="3379015" y="5719755"/>
            <a:ext cx="666877" cy="214985"/>
            <a:chOff x="1414884" y="5361777"/>
            <a:chExt cx="732707" cy="313248"/>
          </a:xfrm>
        </p:grpSpPr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0D6BEAEE-A901-90AD-A3D0-DB83FDFB2A72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201" name="Rectangle: Rounded Corners 200">
                <a:extLst>
                  <a:ext uri="{FF2B5EF4-FFF2-40B4-BE49-F238E27FC236}">
                    <a16:creationId xmlns:a16="http://schemas.microsoft.com/office/drawing/2014/main" id="{7D36627C-B9C1-FBC4-FC12-675383A42EDC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92AD2787-9023-3FFF-5F04-D3C5773B3098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05" name="Rectangle: Rounded Corners 204">
                <a:extLst>
                  <a:ext uri="{FF2B5EF4-FFF2-40B4-BE49-F238E27FC236}">
                    <a16:creationId xmlns:a16="http://schemas.microsoft.com/office/drawing/2014/main" id="{FEB9A035-3072-E6FA-AB28-00BDE8110E93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A1CDED98-0E7A-5544-97C9-31EDED4863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FA7A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4AACF3CC-E801-AA50-D3C3-B6F8E849C8AC}"/>
                </a:ext>
              </a:extLst>
            </p:cNvPr>
            <p:cNvSpPr txBox="1"/>
            <p:nvPr/>
          </p:nvSpPr>
          <p:spPr>
            <a:xfrm>
              <a:off x="1414884" y="5388093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Admin</a:t>
              </a: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0B47E8AA-1A03-5B32-0ACA-E1FD5DE5A717}"/>
              </a:ext>
            </a:extLst>
          </p:cNvPr>
          <p:cNvGrpSpPr/>
          <p:nvPr/>
        </p:nvGrpSpPr>
        <p:grpSpPr>
          <a:xfrm>
            <a:off x="4019985" y="5364141"/>
            <a:ext cx="666877" cy="207073"/>
            <a:chOff x="1414884" y="5361777"/>
            <a:chExt cx="732707" cy="313248"/>
          </a:xfrm>
        </p:grpSpPr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8188677D-8460-D9DA-8DE5-00FD772CCB17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223" name="Rectangle: Rounded Corners 222">
                <a:extLst>
                  <a:ext uri="{FF2B5EF4-FFF2-40B4-BE49-F238E27FC236}">
                    <a16:creationId xmlns:a16="http://schemas.microsoft.com/office/drawing/2014/main" id="{7D9A9788-F504-CC7B-6C80-A2EC759141E1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24" name="Rectangle: Rounded Corners 223">
                <a:extLst>
                  <a:ext uri="{FF2B5EF4-FFF2-40B4-BE49-F238E27FC236}">
                    <a16:creationId xmlns:a16="http://schemas.microsoft.com/office/drawing/2014/main" id="{8EA00FF9-C35D-AAFE-2123-73C6C607B296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25" name="Rectangle: Rounded Corners 224">
                <a:extLst>
                  <a:ext uri="{FF2B5EF4-FFF2-40B4-BE49-F238E27FC236}">
                    <a16:creationId xmlns:a16="http://schemas.microsoft.com/office/drawing/2014/main" id="{50B4A16F-97CC-452B-31FE-E609A8246055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E61664A6-FC09-B58D-3EE6-004EC6F7EE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63661E94-5904-FA6D-1BCF-3B1B29FC67C7}"/>
                </a:ext>
              </a:extLst>
            </p:cNvPr>
            <p:cNvSpPr txBox="1"/>
            <p:nvPr/>
          </p:nvSpPr>
          <p:spPr>
            <a:xfrm>
              <a:off x="1414884" y="5384016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</a:p>
          </p:txBody>
        </p: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D380ACB-F646-2E2D-5568-AFBE0BF9E013}"/>
              </a:ext>
            </a:extLst>
          </p:cNvPr>
          <p:cNvGrpSpPr/>
          <p:nvPr/>
        </p:nvGrpSpPr>
        <p:grpSpPr>
          <a:xfrm>
            <a:off x="4027242" y="5708045"/>
            <a:ext cx="666877" cy="230935"/>
            <a:chOff x="1414884" y="5338540"/>
            <a:chExt cx="732707" cy="336487"/>
          </a:xfrm>
        </p:grpSpPr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F49B5791-F0C9-D237-2442-3AABB47074E1}"/>
                </a:ext>
              </a:extLst>
            </p:cNvPr>
            <p:cNvGrpSpPr/>
            <p:nvPr/>
          </p:nvGrpSpPr>
          <p:grpSpPr>
            <a:xfrm>
              <a:off x="1449841" y="5361778"/>
              <a:ext cx="611193" cy="313249"/>
              <a:chOff x="3938122" y="2058165"/>
              <a:chExt cx="1497227" cy="511339"/>
            </a:xfrm>
          </p:grpSpPr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94B2180F-95B7-62AF-70FD-5AB444DFAC80}"/>
                  </a:ext>
                </a:extLst>
              </p:cNvPr>
              <p:cNvSpPr/>
              <p:nvPr/>
            </p:nvSpPr>
            <p:spPr>
              <a:xfrm>
                <a:off x="3970551" y="2058165"/>
                <a:ext cx="1442050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33" name="Rectangle: Rounded Corners 232">
                <a:extLst>
                  <a:ext uri="{FF2B5EF4-FFF2-40B4-BE49-F238E27FC236}">
                    <a16:creationId xmlns:a16="http://schemas.microsoft.com/office/drawing/2014/main" id="{8D8D297D-9D15-0B49-3A30-FA7408F88372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34" name="Rectangle: Rounded Corners 233">
                <a:extLst>
                  <a:ext uri="{FF2B5EF4-FFF2-40B4-BE49-F238E27FC236}">
                    <a16:creationId xmlns:a16="http://schemas.microsoft.com/office/drawing/2014/main" id="{1A94755D-8991-B58C-77B6-3AC9565D28F7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48DE7677-A520-9166-4A37-BFF474E187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B7981657-B3B3-52B4-18FA-D946F0AD6FDF}"/>
                </a:ext>
              </a:extLst>
            </p:cNvPr>
            <p:cNvSpPr txBox="1"/>
            <p:nvPr/>
          </p:nvSpPr>
          <p:spPr>
            <a:xfrm>
              <a:off x="1414884" y="5338540"/>
              <a:ext cx="732707" cy="215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User Defined</a:t>
              </a:r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1CD8BB6B-E85D-4C3E-2873-3F26A4EF855E}"/>
              </a:ext>
            </a:extLst>
          </p:cNvPr>
          <p:cNvGrpSpPr/>
          <p:nvPr/>
        </p:nvGrpSpPr>
        <p:grpSpPr>
          <a:xfrm>
            <a:off x="5369082" y="5302702"/>
            <a:ext cx="1484324" cy="553147"/>
            <a:chOff x="2788967" y="2020072"/>
            <a:chExt cx="1484324" cy="538711"/>
          </a:xfrm>
        </p:grpSpPr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3A92FC1E-E974-420E-AC78-C4B5E6B40D34}"/>
                </a:ext>
              </a:extLst>
            </p:cNvPr>
            <p:cNvGrpSpPr/>
            <p:nvPr/>
          </p:nvGrpSpPr>
          <p:grpSpPr>
            <a:xfrm>
              <a:off x="2788967" y="2020072"/>
              <a:ext cx="1484324" cy="533954"/>
              <a:chOff x="3951025" y="2058171"/>
              <a:chExt cx="1484324" cy="533954"/>
            </a:xfrm>
          </p:grpSpPr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F764040C-C76D-7F95-4EE6-928E764DEF6B}"/>
                  </a:ext>
                </a:extLst>
              </p:cNvPr>
              <p:cNvGrpSpPr/>
              <p:nvPr/>
            </p:nvGrpSpPr>
            <p:grpSpPr>
              <a:xfrm>
                <a:off x="3970551" y="2058171"/>
                <a:ext cx="1442051" cy="533954"/>
                <a:chOff x="2514228" y="1932199"/>
                <a:chExt cx="1444847" cy="533954"/>
              </a:xfrm>
            </p:grpSpPr>
            <p:sp>
              <p:nvSpPr>
                <p:cNvPr id="244" name="Rectangle: Rounded Corners 243">
                  <a:extLst>
                    <a:ext uri="{FF2B5EF4-FFF2-40B4-BE49-F238E27FC236}">
                      <a16:creationId xmlns:a16="http://schemas.microsoft.com/office/drawing/2014/main" id="{267CF811-8810-C827-1E74-CDC6BAC8829F}"/>
                    </a:ext>
                  </a:extLst>
                </p:cNvPr>
                <p:cNvSpPr/>
                <p:nvPr/>
              </p:nvSpPr>
              <p:spPr>
                <a:xfrm>
                  <a:off x="2514228" y="1932199"/>
                  <a:ext cx="1444847" cy="511339"/>
                </a:xfrm>
                <a:prstGeom prst="roundRect">
                  <a:avLst>
                    <a:gd name="adj" fmla="val 29185"/>
                  </a:avLst>
                </a:prstGeom>
                <a:solidFill>
                  <a:schemeClr val="bg2">
                    <a:lumMod val="10000"/>
                  </a:schemeClr>
                </a:solidFill>
                <a:ln w="6350" cap="sq" cmpd="sng">
                  <a:solidFill>
                    <a:schemeClr val="bg2">
                      <a:lumMod val="50000"/>
                    </a:schemeClr>
                  </a:solidFill>
                  <a:round/>
                </a:ln>
                <a:effectLst>
                  <a:glow rad="50800">
                    <a:schemeClr val="accent2">
                      <a:satMod val="17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solidFill>
                      <a:schemeClr val="tx2">
                        <a:lumMod val="75000"/>
                      </a:schemeClr>
                    </a:solidFill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043B14CE-B1BC-1032-3665-2E72AAAAC39E}"/>
                    </a:ext>
                  </a:extLst>
                </p:cNvPr>
                <p:cNvSpPr txBox="1"/>
                <p:nvPr/>
              </p:nvSpPr>
              <p:spPr>
                <a:xfrm>
                  <a:off x="2553655" y="2296876"/>
                  <a:ext cx="88937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500" spc="200" dirty="0">
                      <a:solidFill>
                        <a:schemeClr val="bg2">
                          <a:lumMod val="75000"/>
                        </a:schemeClr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09:00-10:00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6A29131F-7382-D231-778F-DF6089768098}"/>
                    </a:ext>
                  </a:extLst>
                </p:cNvPr>
                <p:cNvSpPr txBox="1"/>
                <p:nvPr/>
              </p:nvSpPr>
              <p:spPr>
                <a:xfrm>
                  <a:off x="2544646" y="2073378"/>
                  <a:ext cx="120862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700" spc="200" dirty="0">
                      <a:solidFill>
                        <a:srgbClr val="FF6600"/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New Lesson</a:t>
                  </a:r>
                  <a:endParaRPr lang="en-GB" sz="5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241" name="Rectangle: Rounded Corners 240">
                <a:extLst>
                  <a:ext uri="{FF2B5EF4-FFF2-40B4-BE49-F238E27FC236}">
                    <a16:creationId xmlns:a16="http://schemas.microsoft.com/office/drawing/2014/main" id="{4BAB0B96-8BBB-6090-9A45-4FA65B945D85}"/>
                  </a:ext>
                </a:extLst>
              </p:cNvPr>
              <p:cNvSpPr/>
              <p:nvPr/>
            </p:nvSpPr>
            <p:spPr>
              <a:xfrm rot="16200000">
                <a:off x="3872908" y="2288340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45A6D457-861F-AD1E-C659-27FB13E48B76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FBD211D7-AFA5-B8F6-B4F7-6CA253E8C6FD}"/>
                  </a:ext>
                </a:extLst>
              </p:cNvPr>
              <p:cNvCxnSpPr/>
              <p:nvPr/>
            </p:nvCxnSpPr>
            <p:spPr>
              <a:xfrm>
                <a:off x="4131134" y="2066924"/>
                <a:ext cx="1123713" cy="0"/>
              </a:xfrm>
              <a:prstGeom prst="line">
                <a:avLst/>
              </a:prstGeom>
              <a:ln w="22225" cap="rnd">
                <a:solidFill>
                  <a:srgbClr val="F262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1A21610-8755-63D9-20AF-F1C795D9E01C}"/>
                </a:ext>
              </a:extLst>
            </p:cNvPr>
            <p:cNvSpPr txBox="1"/>
            <p:nvPr/>
          </p:nvSpPr>
          <p:spPr>
            <a:xfrm>
              <a:off x="3703599" y="2389506"/>
              <a:ext cx="560776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5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60mins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299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FF652-64CC-8A22-55EE-8E67B468A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7180B6C-CB70-56B6-6A05-C6003BBA69F3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A738C6-F015-754A-0C66-A48BC530ABF3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TITLE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EA9E24-761E-0E45-9494-6E3FE2D7E31A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BF732-AFFD-E658-4829-D3B02E9DFB46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A33955FF-CDCD-9DF9-E295-52E9DBD781CC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18C152A-0841-5DDD-089A-8F65CC7273FC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A63E769-9EEE-9AC4-04C2-4A128EC057ED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779401B-59E3-D1ED-8240-DF63FEC3E5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4017603-1509-A609-E1D2-295C003A69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6517DACB-DA56-E29E-544D-E0416217A182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B1A7337-5207-2ACF-E80B-8077D9615621}"/>
              </a:ext>
            </a:extLst>
          </p:cNvPr>
          <p:cNvSpPr txBox="1"/>
          <p:nvPr/>
        </p:nvSpPr>
        <p:spPr>
          <a:xfrm>
            <a:off x="4799021" y="5845209"/>
            <a:ext cx="2676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E1A08D-D377-79A6-E58D-391180F2963E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7523566-5EB0-FD51-8276-F8CAAC55E0F3}"/>
              </a:ext>
            </a:extLst>
          </p:cNvPr>
          <p:cNvCxnSpPr/>
          <p:nvPr/>
        </p:nvCxnSpPr>
        <p:spPr>
          <a:xfrm>
            <a:off x="243232" y="923258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89F5ED2-BF61-7462-30C6-7530EA81A1AB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6273B1-46D6-49C3-119A-97AACBEFD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4C3C2E2-9D5B-4297-C5AF-76365F607494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1F41A33-FA7A-C098-A466-8142B5037205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8EB1CA3-2B49-807F-D178-6FB1E7E66D1E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F52539A-7754-9711-2FAE-C5BE7A39758A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3B75AF8-A9BE-9CAF-5266-0879D06BC580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5EB3FFE4-FFF6-47C6-0D5C-E613577C65D2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5984A156-1919-2D67-B14D-96A161DCC3F1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A249F8A-3634-7236-9276-1FF34AD52D30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3351E53E-65F4-A510-FDB7-418A41DF3E53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F6A01F32-083B-C0FA-31FA-435D323D2FFC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F829C5A8-36A8-9DA3-DBB5-98E04F6580A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3253288-A933-CF3D-5B15-315FDE6ACC1F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197CAAF-D512-9BF2-4144-3E9D7DD5C390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F15C59A6-E70D-7691-7261-F8D5532F1E2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497D7825-42FF-7B29-7E1D-9CC6C7F8B025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B020C4E-0614-6C6D-F084-25725C722807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12B06F76-0AF7-FB07-B244-F205EF9BCA67}"/>
              </a:ext>
            </a:extLst>
          </p:cNvPr>
          <p:cNvSpPr txBox="1"/>
          <p:nvPr/>
        </p:nvSpPr>
        <p:spPr>
          <a:xfrm>
            <a:off x="4959978" y="964790"/>
            <a:ext cx="22720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TIMETABLE &gt;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81C8A317-BBFD-CB24-C69A-25779D7BB25C}"/>
              </a:ext>
            </a:extLst>
          </p:cNvPr>
          <p:cNvSpPr txBox="1"/>
          <p:nvPr/>
        </p:nvSpPr>
        <p:spPr>
          <a:xfrm>
            <a:off x="263469" y="1023901"/>
            <a:ext cx="22720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ACTIVE LESSON: </a:t>
            </a:r>
            <a:r>
              <a:rPr lang="en-GB" sz="8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TITLE</a:t>
            </a: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B5B27A-96E8-3B37-2F91-30CE2E170833}"/>
              </a:ext>
            </a:extLst>
          </p:cNvPr>
          <p:cNvSpPr txBox="1"/>
          <p:nvPr/>
        </p:nvSpPr>
        <p:spPr>
          <a:xfrm>
            <a:off x="4994374" y="1161419"/>
            <a:ext cx="227204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300" dirty="0"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  <a:r>
              <a:rPr lang="en-GB" sz="7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WEEK </a:t>
            </a:r>
            <a:r>
              <a:rPr lang="en-GB" sz="700" spc="300" dirty="0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GB" sz="7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&gt;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1CD251-562A-3F32-E609-A5947602C3C5}"/>
              </a:ext>
            </a:extLst>
          </p:cNvPr>
          <p:cNvSpPr txBox="1"/>
          <p:nvPr/>
        </p:nvSpPr>
        <p:spPr>
          <a:xfrm rot="16200000">
            <a:off x="6494068" y="1144091"/>
            <a:ext cx="2000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AD63A4B-3FB3-1469-E1EE-A963545EC228}"/>
              </a:ext>
            </a:extLst>
          </p:cNvPr>
          <p:cNvGrpSpPr/>
          <p:nvPr/>
        </p:nvGrpSpPr>
        <p:grpSpPr>
          <a:xfrm>
            <a:off x="2373903" y="1411486"/>
            <a:ext cx="9669069" cy="3746954"/>
            <a:chOff x="1204315" y="1411486"/>
            <a:chExt cx="9669069" cy="3746954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F52BF30-FF6C-DE81-D615-2D0E189B6905}"/>
                </a:ext>
              </a:extLst>
            </p:cNvPr>
            <p:cNvGrpSpPr/>
            <p:nvPr/>
          </p:nvGrpSpPr>
          <p:grpSpPr>
            <a:xfrm>
              <a:off x="1807093" y="1913847"/>
              <a:ext cx="8908578" cy="3157549"/>
              <a:chOff x="310711" y="1825331"/>
              <a:chExt cx="10582735" cy="3157549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8C50B4F8-E887-598F-F3AE-0C0EB6785D95}"/>
                  </a:ext>
                </a:extLst>
              </p:cNvPr>
              <p:cNvSpPr/>
              <p:nvPr/>
            </p:nvSpPr>
            <p:spPr>
              <a:xfrm>
                <a:off x="317686" y="1825331"/>
                <a:ext cx="10575757" cy="605486"/>
              </a:xfrm>
              <a:prstGeom prst="roundRect">
                <a:avLst>
                  <a:gd name="adj" fmla="val 34508"/>
                </a:avLst>
              </a:prstGeom>
              <a:noFill/>
              <a:ln w="3175">
                <a:solidFill>
                  <a:srgbClr val="F262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17648508-56CB-998E-8B21-9C2041ADFC9D}"/>
                  </a:ext>
                </a:extLst>
              </p:cNvPr>
              <p:cNvSpPr/>
              <p:nvPr/>
            </p:nvSpPr>
            <p:spPr>
              <a:xfrm>
                <a:off x="317686" y="2458576"/>
                <a:ext cx="10575758" cy="605486"/>
              </a:xfrm>
              <a:prstGeom prst="roundRect">
                <a:avLst>
                  <a:gd name="adj" fmla="val 35137"/>
                </a:avLst>
              </a:prstGeom>
              <a:noFill/>
              <a:ln w="3175" cmpd="sng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D714F5C-9499-501D-59C7-8FE06D282254}"/>
                  </a:ext>
                </a:extLst>
              </p:cNvPr>
              <p:cNvSpPr/>
              <p:nvPr/>
            </p:nvSpPr>
            <p:spPr>
              <a:xfrm>
                <a:off x="310712" y="3089064"/>
                <a:ext cx="10575758" cy="605486"/>
              </a:xfrm>
              <a:prstGeom prst="roundRect">
                <a:avLst>
                  <a:gd name="adj" fmla="val 40171"/>
                </a:avLst>
              </a:prstGeom>
              <a:noFill/>
              <a:ln w="3175" cmpd="sng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352F70F0-B5AA-443A-3ACD-7F61E8930452}"/>
                  </a:ext>
                </a:extLst>
              </p:cNvPr>
              <p:cNvSpPr/>
              <p:nvPr/>
            </p:nvSpPr>
            <p:spPr>
              <a:xfrm>
                <a:off x="310711" y="3731204"/>
                <a:ext cx="10575756" cy="605486"/>
              </a:xfrm>
              <a:prstGeom prst="roundRect">
                <a:avLst>
                  <a:gd name="adj" fmla="val 39542"/>
                </a:avLst>
              </a:prstGeom>
              <a:noFill/>
              <a:ln w="3175" cmpd="sng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2D5D34D8-9E9C-242A-1367-0A7D9E3C4603}"/>
                  </a:ext>
                </a:extLst>
              </p:cNvPr>
              <p:cNvSpPr/>
              <p:nvPr/>
            </p:nvSpPr>
            <p:spPr>
              <a:xfrm>
                <a:off x="317689" y="4377394"/>
                <a:ext cx="10575757" cy="605486"/>
              </a:xfrm>
              <a:prstGeom prst="roundRect">
                <a:avLst>
                  <a:gd name="adj" fmla="val 42059"/>
                </a:avLst>
              </a:prstGeom>
              <a:noFill/>
              <a:ln w="3175" cmpd="sng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73EE7339-6DEE-160F-5E3C-4CBAE15CAF86}"/>
                </a:ext>
              </a:extLst>
            </p:cNvPr>
            <p:cNvGrpSpPr/>
            <p:nvPr/>
          </p:nvGrpSpPr>
          <p:grpSpPr>
            <a:xfrm>
              <a:off x="9899639" y="1507077"/>
              <a:ext cx="835094" cy="230832"/>
              <a:chOff x="9955298" y="1483224"/>
              <a:chExt cx="835094" cy="230832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EF98299-A15C-E218-0F93-42CC85FF5484}"/>
                  </a:ext>
                </a:extLst>
              </p:cNvPr>
              <p:cNvSpPr txBox="1"/>
              <p:nvPr/>
            </p:nvSpPr>
            <p:spPr>
              <a:xfrm>
                <a:off x="9955298" y="1483224"/>
                <a:ext cx="83509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8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</a:t>
                </a:r>
                <a:r>
                  <a:rPr lang="en-GB" sz="9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-</a:t>
                </a:r>
                <a:r>
                  <a:rPr lang="en-GB" sz="8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14:00 </a:t>
                </a:r>
                <a:r>
                  <a:rPr lang="en-GB" sz="9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5DB7210F-48F0-4F29-768B-231400D024F0}"/>
                  </a:ext>
                </a:extLst>
              </p:cNvPr>
              <p:cNvSpPr/>
              <p:nvPr/>
            </p:nvSpPr>
            <p:spPr>
              <a:xfrm>
                <a:off x="10038952" y="1502750"/>
                <a:ext cx="662697" cy="204727"/>
              </a:xfrm>
              <a:prstGeom prst="roundRect">
                <a:avLst>
                  <a:gd name="adj" fmla="val 50000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243F822-FFC5-C23C-24BF-FE7A7F635E6D}"/>
                </a:ext>
              </a:extLst>
            </p:cNvPr>
            <p:cNvGrpSpPr/>
            <p:nvPr/>
          </p:nvGrpSpPr>
          <p:grpSpPr>
            <a:xfrm>
              <a:off x="1760301" y="1502270"/>
              <a:ext cx="887648" cy="230832"/>
              <a:chOff x="3670941" y="1529759"/>
              <a:chExt cx="887648" cy="230832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F4FDAAE1-2B80-6FA5-0188-D4575ECB57F2}"/>
                  </a:ext>
                </a:extLst>
              </p:cNvPr>
              <p:cNvSpPr txBox="1"/>
              <p:nvPr/>
            </p:nvSpPr>
            <p:spPr>
              <a:xfrm>
                <a:off x="3670941" y="1529759"/>
                <a:ext cx="887648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8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</a:t>
                </a:r>
                <a:r>
                  <a:rPr lang="en-GB" sz="9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-</a:t>
                </a:r>
                <a:r>
                  <a:rPr lang="en-GB" sz="8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08:00 </a:t>
                </a:r>
                <a:r>
                  <a:rPr lang="en-GB" sz="9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09" name="Rectangle: Rounded Corners 108">
                <a:extLst>
                  <a:ext uri="{FF2B5EF4-FFF2-40B4-BE49-F238E27FC236}">
                    <a16:creationId xmlns:a16="http://schemas.microsoft.com/office/drawing/2014/main" id="{7E7489B1-7321-C9FE-CA5A-E77F59A5FA9F}"/>
                  </a:ext>
                </a:extLst>
              </p:cNvPr>
              <p:cNvSpPr/>
              <p:nvPr/>
            </p:nvSpPr>
            <p:spPr>
              <a:xfrm>
                <a:off x="3764986" y="1548754"/>
                <a:ext cx="697575" cy="204727"/>
              </a:xfrm>
              <a:prstGeom prst="roundRect">
                <a:avLst>
                  <a:gd name="adj" fmla="val 50000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169" name="Rectangle: Rounded Corners 168">
              <a:extLst>
                <a:ext uri="{FF2B5EF4-FFF2-40B4-BE49-F238E27FC236}">
                  <a16:creationId xmlns:a16="http://schemas.microsoft.com/office/drawing/2014/main" id="{601B5E63-ADA0-180E-9107-55A5EDA31117}"/>
                </a:ext>
              </a:extLst>
            </p:cNvPr>
            <p:cNvSpPr/>
            <p:nvPr/>
          </p:nvSpPr>
          <p:spPr>
            <a:xfrm>
              <a:off x="1419026" y="1411486"/>
              <a:ext cx="9454358" cy="3746954"/>
            </a:xfrm>
            <a:prstGeom prst="roundRect">
              <a:avLst>
                <a:gd name="adj" fmla="val 9920"/>
              </a:avLst>
            </a:prstGeom>
            <a:noFill/>
            <a:ln w="6350">
              <a:gradFill flip="none" rotWithShape="1">
                <a:gsLst>
                  <a:gs pos="0">
                    <a:schemeClr val="bg1">
                      <a:lumMod val="95000"/>
                    </a:schemeClr>
                  </a:gs>
                  <a:gs pos="43000">
                    <a:schemeClr val="bg1">
                      <a:lumMod val="85000"/>
                    </a:schemeClr>
                  </a:gs>
                  <a:gs pos="76000">
                    <a:schemeClr val="accent3">
                      <a:lumMod val="75000"/>
                    </a:schemeClr>
                  </a:gs>
                  <a:gs pos="97000">
                    <a:schemeClr val="bg1">
                      <a:lumMod val="6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6D131845-794C-385E-0A8E-438504807652}"/>
                </a:ext>
              </a:extLst>
            </p:cNvPr>
            <p:cNvSpPr txBox="1"/>
            <p:nvPr/>
          </p:nvSpPr>
          <p:spPr>
            <a:xfrm>
              <a:off x="1204315" y="1716128"/>
              <a:ext cx="8876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  <a:endPara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BD04703D-2463-80C1-3638-FF2D4EBA5D99}"/>
                </a:ext>
              </a:extLst>
            </p:cNvPr>
            <p:cNvSpPr txBox="1"/>
            <p:nvPr/>
          </p:nvSpPr>
          <p:spPr>
            <a:xfrm>
              <a:off x="1344805" y="2104611"/>
              <a:ext cx="5655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C63B0419-1239-9E9B-5F0D-BD822D30F859}"/>
                </a:ext>
              </a:extLst>
            </p:cNvPr>
            <p:cNvSpPr txBox="1"/>
            <p:nvPr/>
          </p:nvSpPr>
          <p:spPr>
            <a:xfrm>
              <a:off x="1365353" y="2715393"/>
              <a:ext cx="56557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15A9A54-73E9-0C8C-A79D-7CD795E67380}"/>
                </a:ext>
              </a:extLst>
            </p:cNvPr>
            <p:cNvSpPr txBox="1"/>
            <p:nvPr/>
          </p:nvSpPr>
          <p:spPr>
            <a:xfrm>
              <a:off x="1401351" y="3336449"/>
              <a:ext cx="493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B9011215-6F98-CBAB-4987-75C71544FFB8}"/>
                </a:ext>
              </a:extLst>
            </p:cNvPr>
            <p:cNvSpPr txBox="1"/>
            <p:nvPr/>
          </p:nvSpPr>
          <p:spPr>
            <a:xfrm>
              <a:off x="1401351" y="3994746"/>
              <a:ext cx="493576" cy="246221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solidFill>
                    <a:schemeClr val="bg1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823C9BFF-7501-6153-313F-4E9CC35BE4E2}"/>
                </a:ext>
              </a:extLst>
            </p:cNvPr>
            <p:cNvSpPr txBox="1"/>
            <p:nvPr/>
          </p:nvSpPr>
          <p:spPr>
            <a:xfrm>
              <a:off x="1406527" y="4662057"/>
              <a:ext cx="493576" cy="246221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 spc="200" dirty="0">
                  <a:solidFill>
                    <a:schemeClr val="bg1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EDA535E-C15C-45B7-AAFD-106A98604BA1}"/>
                </a:ext>
              </a:extLst>
            </p:cNvPr>
            <p:cNvSpPr txBox="1"/>
            <p:nvPr/>
          </p:nvSpPr>
          <p:spPr>
            <a:xfrm>
              <a:off x="5761104" y="1461908"/>
              <a:ext cx="78511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Day: </a:t>
              </a:r>
              <a:r>
                <a:rPr lang="en-GB" sz="12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en-GB" sz="105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1F0E34-E58F-556C-93F8-2C88C49A9E99}"/>
                </a:ext>
              </a:extLst>
            </p:cNvPr>
            <p:cNvSpPr txBox="1"/>
            <p:nvPr/>
          </p:nvSpPr>
          <p:spPr>
            <a:xfrm>
              <a:off x="1782067" y="1742140"/>
              <a:ext cx="891958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6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08:00			  09:00			    10:00		    11:00		  	   12:00			    13:00		     14:00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216B4E5-B9B4-D31A-8DB3-E43505A42196}"/>
                </a:ext>
              </a:extLst>
            </p:cNvPr>
            <p:cNvGrpSpPr/>
            <p:nvPr/>
          </p:nvGrpSpPr>
          <p:grpSpPr>
            <a:xfrm>
              <a:off x="1833964" y="1960021"/>
              <a:ext cx="1618575" cy="538711"/>
              <a:chOff x="2788967" y="2020072"/>
              <a:chExt cx="1484324" cy="538711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13D226D9-AD63-CF48-9ECF-2ABCF280F2F4}"/>
                  </a:ext>
                </a:extLst>
              </p:cNvPr>
              <p:cNvGrpSpPr/>
              <p:nvPr/>
            </p:nvGrpSpPr>
            <p:grpSpPr>
              <a:xfrm>
                <a:off x="2788967" y="2020072"/>
                <a:ext cx="1484324" cy="533954"/>
                <a:chOff x="3951025" y="2058171"/>
                <a:chExt cx="1484324" cy="533954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F7D56351-BB8D-03A3-1F08-83DD573A9171}"/>
                    </a:ext>
                  </a:extLst>
                </p:cNvPr>
                <p:cNvGrpSpPr/>
                <p:nvPr/>
              </p:nvGrpSpPr>
              <p:grpSpPr>
                <a:xfrm>
                  <a:off x="3970551" y="2058171"/>
                  <a:ext cx="1442051" cy="533954"/>
                  <a:chOff x="2514228" y="1932199"/>
                  <a:chExt cx="1444847" cy="533954"/>
                </a:xfrm>
              </p:grpSpPr>
              <p:sp>
                <p:nvSpPr>
                  <p:cNvPr id="111" name="Rectangle: Rounded Corners 110">
                    <a:extLst>
                      <a:ext uri="{FF2B5EF4-FFF2-40B4-BE49-F238E27FC236}">
                        <a16:creationId xmlns:a16="http://schemas.microsoft.com/office/drawing/2014/main" id="{35E08D5E-A50F-48C6-80D5-1DE4915B996A}"/>
                      </a:ext>
                    </a:extLst>
                  </p:cNvPr>
                  <p:cNvSpPr/>
                  <p:nvPr/>
                </p:nvSpPr>
                <p:spPr>
                  <a:xfrm>
                    <a:off x="2514228" y="1932199"/>
                    <a:ext cx="1444847" cy="511339"/>
                  </a:xfrm>
                  <a:prstGeom prst="roundRect">
                    <a:avLst>
                      <a:gd name="adj" fmla="val 29185"/>
                    </a:avLst>
                  </a:prstGeom>
                  <a:solidFill>
                    <a:schemeClr val="bg2">
                      <a:lumMod val="10000"/>
                    </a:schemeClr>
                  </a:solidFill>
                  <a:ln w="6350" cap="sq" cmpd="sng">
                    <a:solidFill>
                      <a:schemeClr val="bg2">
                        <a:lumMod val="50000"/>
                      </a:schemeClr>
                    </a:solidFill>
                    <a:round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1600">
                      <a:solidFill>
                        <a:schemeClr val="tx2">
                          <a:lumMod val="75000"/>
                        </a:schemeClr>
                      </a:solidFill>
                      <a:latin typeface="Candara" panose="020E0502030303020204" pitchFamily="34" charset="0"/>
                    </a:endParaRPr>
                  </a:p>
                </p:txBody>
              </p:sp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F82FE985-69D7-7B5A-19AA-17E5053AE215}"/>
                      </a:ext>
                    </a:extLst>
                  </p:cNvPr>
                  <p:cNvSpPr txBox="1"/>
                  <p:nvPr/>
                </p:nvSpPr>
                <p:spPr>
                  <a:xfrm>
                    <a:off x="2553655" y="2296876"/>
                    <a:ext cx="889374" cy="1692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500" spc="200" dirty="0">
                        <a:solidFill>
                          <a:schemeClr val="bg2">
                            <a:lumMod val="75000"/>
                          </a:schemeClr>
                        </a:solidFill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08:00-09:00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2384689D-783F-ADA6-83B2-697CA7F3B588}"/>
                      </a:ext>
                    </a:extLst>
                  </p:cNvPr>
                  <p:cNvSpPr txBox="1"/>
                  <p:nvPr/>
                </p:nvSpPr>
                <p:spPr>
                  <a:xfrm>
                    <a:off x="2544646" y="2073378"/>
                    <a:ext cx="1208620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700" spc="200" dirty="0">
                        <a:solidFill>
                          <a:srgbClr val="FF6600"/>
                        </a:solidFill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Introduction</a:t>
                    </a:r>
                    <a:endParaRPr lang="en-GB" sz="500" spc="200" dirty="0">
                      <a:solidFill>
                        <a:srgbClr val="FF6600"/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endParaRPr>
                  </a:p>
                </p:txBody>
              </p:sp>
            </p:grp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53170419-8947-5423-E7D4-D50E98F4C149}"/>
                    </a:ext>
                  </a:extLst>
                </p:cNvPr>
                <p:cNvSpPr/>
                <p:nvPr/>
              </p:nvSpPr>
              <p:spPr>
                <a:xfrm rot="16200000">
                  <a:off x="3872908" y="2288340"/>
                  <a:ext cx="201954" cy="4571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50000"/>
                  </a:schemeClr>
                </a:solidFill>
                <a:ln w="3175" cap="sq" cmpd="dbl">
                  <a:solidFill>
                    <a:srgbClr val="A9A5A5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AAB6037C-55BF-8153-7EBE-6ADFC9DEBCE0}"/>
                    </a:ext>
                  </a:extLst>
                </p:cNvPr>
                <p:cNvSpPr/>
                <p:nvPr/>
              </p:nvSpPr>
              <p:spPr>
                <a:xfrm rot="16200000">
                  <a:off x="5311513" y="2291536"/>
                  <a:ext cx="201954" cy="4571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50000"/>
                  </a:schemeClr>
                </a:solidFill>
                <a:ln w="3175" cap="sq" cmpd="dbl">
                  <a:solidFill>
                    <a:srgbClr val="A9A5A5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latin typeface="Candara" panose="020E0502030303020204" pitchFamily="34" charset="0"/>
                  </a:endParaRPr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716B1BAD-1359-C559-3242-9127370F34E1}"/>
                    </a:ext>
                  </a:extLst>
                </p:cNvPr>
                <p:cNvCxnSpPr/>
                <p:nvPr/>
              </p:nvCxnSpPr>
              <p:spPr>
                <a:xfrm>
                  <a:off x="4122425" y="2066924"/>
                  <a:ext cx="1123713" cy="0"/>
                </a:xfrm>
                <a:prstGeom prst="line">
                  <a:avLst/>
                </a:prstGeom>
                <a:ln w="22225" cap="rnd">
                  <a:solidFill>
                    <a:srgbClr val="F262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A4A6AEB-F40A-7A10-13E5-179CC7CD1EE3}"/>
                  </a:ext>
                </a:extLst>
              </p:cNvPr>
              <p:cNvSpPr txBox="1"/>
              <p:nvPr/>
            </p:nvSpPr>
            <p:spPr>
              <a:xfrm>
                <a:off x="3703599" y="2389506"/>
                <a:ext cx="560776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GB" sz="500" spc="200" dirty="0">
                    <a:solidFill>
                      <a:schemeClr val="bg1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60mins</a:t>
                </a:r>
              </a:p>
            </p:txBody>
          </p:sp>
        </p:grp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2BFF7565-E00B-35AC-6A99-AD2E88205704}"/>
              </a:ext>
            </a:extLst>
          </p:cNvPr>
          <p:cNvSpPr txBox="1"/>
          <p:nvPr/>
        </p:nvSpPr>
        <p:spPr>
          <a:xfrm>
            <a:off x="10740407" y="1070162"/>
            <a:ext cx="1207151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Total: </a:t>
            </a:r>
            <a:r>
              <a:rPr lang="en-GB" sz="8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1hr</a:t>
            </a: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1FF2E90-406F-6D78-85A7-FF0A9984034C}"/>
              </a:ext>
            </a:extLst>
          </p:cNvPr>
          <p:cNvGrpSpPr/>
          <p:nvPr/>
        </p:nvGrpSpPr>
        <p:grpSpPr>
          <a:xfrm>
            <a:off x="1414885" y="5342144"/>
            <a:ext cx="643815" cy="225958"/>
            <a:chOff x="1414885" y="5333209"/>
            <a:chExt cx="707368" cy="341816"/>
          </a:xfrm>
        </p:grpSpPr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3F7F841F-97EB-C6B9-6049-370639D281B3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1F92F108-C2EE-C30D-1039-1000DA777968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D5B9DEA2-DA6C-0741-7083-2767FC9654D0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2B50639A-60CE-817D-30D0-4C085E6515D0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0C56BD5F-6F68-7113-E268-B166BEB5E6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262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5EB4A223-2809-EF23-E393-CFC0717CE703}"/>
                </a:ext>
              </a:extLst>
            </p:cNvPr>
            <p:cNvSpPr txBox="1"/>
            <p:nvPr/>
          </p:nvSpPr>
          <p:spPr>
            <a:xfrm>
              <a:off x="1414885" y="5333209"/>
              <a:ext cx="707368" cy="32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Instructor Led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624431E-D8B9-6D8C-FB99-3D5400153CA4}"/>
              </a:ext>
            </a:extLst>
          </p:cNvPr>
          <p:cNvGrpSpPr/>
          <p:nvPr/>
        </p:nvGrpSpPr>
        <p:grpSpPr>
          <a:xfrm>
            <a:off x="2072068" y="5345819"/>
            <a:ext cx="666877" cy="222752"/>
            <a:chOff x="1414884" y="5338059"/>
            <a:chExt cx="732707" cy="336966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8FABDF0C-EB20-FD59-01E8-27739EAEBB1A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013BA008-1028-E5D8-30C2-8061D9743BC4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22" name="Rectangle: Rounded Corners 121">
                <a:extLst>
                  <a:ext uri="{FF2B5EF4-FFF2-40B4-BE49-F238E27FC236}">
                    <a16:creationId xmlns:a16="http://schemas.microsoft.com/office/drawing/2014/main" id="{26C8623A-656E-2DA5-A57B-3702B368F489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23" name="Rectangle: Rounded Corners 122">
                <a:extLst>
                  <a:ext uri="{FF2B5EF4-FFF2-40B4-BE49-F238E27FC236}">
                    <a16:creationId xmlns:a16="http://schemas.microsoft.com/office/drawing/2014/main" id="{0F4C859A-CACD-9B0B-C0E4-A52662C51530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2CD6EED4-476B-11F8-9D54-E6BFCF9AEA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66FF3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992F9DC-BB8F-ABFF-59FC-0C4FA26CF531}"/>
                </a:ext>
              </a:extLst>
            </p:cNvPr>
            <p:cNvSpPr txBox="1"/>
            <p:nvPr/>
          </p:nvSpPr>
          <p:spPr>
            <a:xfrm>
              <a:off x="1414884" y="5338059"/>
              <a:ext cx="732707" cy="32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 Discussion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F23DB88A-3F81-0640-0B3E-67EBB9092076}"/>
              </a:ext>
            </a:extLst>
          </p:cNvPr>
          <p:cNvGrpSpPr/>
          <p:nvPr/>
        </p:nvGrpSpPr>
        <p:grpSpPr>
          <a:xfrm>
            <a:off x="2722275" y="5361390"/>
            <a:ext cx="666877" cy="207073"/>
            <a:chOff x="1414884" y="5361777"/>
            <a:chExt cx="732707" cy="313248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64FDCE6-6D3E-904F-01A0-88BE3A3112F9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E431A334-AEBA-8816-B155-D2624404B7DB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11EDF2FC-80D9-B79E-D254-FA4A1D44B6DF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0283B011-6EDE-18F7-2C3A-3D0603274AD1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C25A5B20-3B20-F45C-2032-D5112F5CE5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954A968-F190-7EFB-00DA-2E972247DDA4}"/>
                </a:ext>
              </a:extLst>
            </p:cNvPr>
            <p:cNvSpPr txBox="1"/>
            <p:nvPr/>
          </p:nvSpPr>
          <p:spPr>
            <a:xfrm>
              <a:off x="1414884" y="5381671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Practical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7EADA4C-DADC-1BBD-67BE-8651A4775702}"/>
              </a:ext>
            </a:extLst>
          </p:cNvPr>
          <p:cNvGrpSpPr/>
          <p:nvPr/>
        </p:nvGrpSpPr>
        <p:grpSpPr>
          <a:xfrm>
            <a:off x="3372857" y="5361390"/>
            <a:ext cx="666877" cy="207073"/>
            <a:chOff x="1414884" y="5361777"/>
            <a:chExt cx="732707" cy="313248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EFB84A8-5455-4887-699E-7DD5C78850E4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9C11F3EE-24D3-D871-C00A-04A5AA70B99F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47" name="Rectangle: Rounded Corners 146">
                <a:extLst>
                  <a:ext uri="{FF2B5EF4-FFF2-40B4-BE49-F238E27FC236}">
                    <a16:creationId xmlns:a16="http://schemas.microsoft.com/office/drawing/2014/main" id="{7E719D2F-5175-E4FA-3725-287A77CAE6AD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52" name="Rectangle: Rounded Corners 151">
                <a:extLst>
                  <a:ext uri="{FF2B5EF4-FFF2-40B4-BE49-F238E27FC236}">
                    <a16:creationId xmlns:a16="http://schemas.microsoft.com/office/drawing/2014/main" id="{29ECCA2B-242F-D15D-CBBE-B4F0116AA229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F86EEA86-E94C-8A70-1D8C-2920A1A40D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7E17CA88-1F6B-1A7D-A3F1-A7462169162E}"/>
                </a:ext>
              </a:extLst>
            </p:cNvPr>
            <p:cNvSpPr txBox="1"/>
            <p:nvPr/>
          </p:nvSpPr>
          <p:spPr>
            <a:xfrm>
              <a:off x="1414884" y="5384017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Assessment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97C8F780-11C8-C1C9-1DBB-AFC6EF33AEA4}"/>
              </a:ext>
            </a:extLst>
          </p:cNvPr>
          <p:cNvGrpSpPr/>
          <p:nvPr/>
        </p:nvGrpSpPr>
        <p:grpSpPr>
          <a:xfrm>
            <a:off x="1413346" y="5713199"/>
            <a:ext cx="666877" cy="214985"/>
            <a:chOff x="1405647" y="5361777"/>
            <a:chExt cx="732707" cy="313248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461798E7-EF1E-5250-D491-D30933736FDF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66" name="Rectangle: Rounded Corners 165">
                <a:extLst>
                  <a:ext uri="{FF2B5EF4-FFF2-40B4-BE49-F238E27FC236}">
                    <a16:creationId xmlns:a16="http://schemas.microsoft.com/office/drawing/2014/main" id="{B3248CD1-8AD9-C445-45F6-07E677A99108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68" name="Rectangle: Rounded Corners 167">
                <a:extLst>
                  <a:ext uri="{FF2B5EF4-FFF2-40B4-BE49-F238E27FC236}">
                    <a16:creationId xmlns:a16="http://schemas.microsoft.com/office/drawing/2014/main" id="{FA328CCB-0329-473A-1287-EF35DBF3244D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72" name="Rectangle: Rounded Corners 171">
                <a:extLst>
                  <a:ext uri="{FF2B5EF4-FFF2-40B4-BE49-F238E27FC236}">
                    <a16:creationId xmlns:a16="http://schemas.microsoft.com/office/drawing/2014/main" id="{785F7674-F1FD-157B-AE42-EAEF3F975B95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6E26FD83-7BAC-D717-9487-2228C3AF6F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8EF567CF-CE42-9AED-E435-0DE10100337F}"/>
                </a:ext>
              </a:extLst>
            </p:cNvPr>
            <p:cNvSpPr txBox="1"/>
            <p:nvPr/>
          </p:nvSpPr>
          <p:spPr>
            <a:xfrm>
              <a:off x="1405647" y="5394482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Student Led</a:t>
              </a: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B123594B-39F2-6B1B-34E8-B866EB9E8404}"/>
              </a:ext>
            </a:extLst>
          </p:cNvPr>
          <p:cNvGrpSpPr/>
          <p:nvPr/>
        </p:nvGrpSpPr>
        <p:grpSpPr>
          <a:xfrm>
            <a:off x="2072067" y="5713135"/>
            <a:ext cx="666877" cy="214985"/>
            <a:chOff x="1414884" y="5361777"/>
            <a:chExt cx="732707" cy="313248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23B2B41D-CB8E-C956-02F9-D50AA43851AB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82" name="Rectangle: Rounded Corners 181">
                <a:extLst>
                  <a:ext uri="{FF2B5EF4-FFF2-40B4-BE49-F238E27FC236}">
                    <a16:creationId xmlns:a16="http://schemas.microsoft.com/office/drawing/2014/main" id="{6F37C1BA-B7FA-0E8B-9E2E-C264DEBCE2A2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84" name="Rectangle: Rounded Corners 183">
                <a:extLst>
                  <a:ext uri="{FF2B5EF4-FFF2-40B4-BE49-F238E27FC236}">
                    <a16:creationId xmlns:a16="http://schemas.microsoft.com/office/drawing/2014/main" id="{47394BC5-6B9C-3C8E-1597-735FC141DD2E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Rectangle: Rounded Corners 187">
                <a:extLst>
                  <a:ext uri="{FF2B5EF4-FFF2-40B4-BE49-F238E27FC236}">
                    <a16:creationId xmlns:a16="http://schemas.microsoft.com/office/drawing/2014/main" id="{6D31BEBF-87A4-D3B5-4B7E-1DF6FD688683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89" name="Straight Connector 188">
                <a:extLst>
                  <a:ext uri="{FF2B5EF4-FFF2-40B4-BE49-F238E27FC236}">
                    <a16:creationId xmlns:a16="http://schemas.microsoft.com/office/drawing/2014/main" id="{C09C017A-A5C3-7E84-E1D3-F2BC22EEDB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E556C6E2-DE5B-86A0-FD84-FBA7A911A90A}"/>
                </a:ext>
              </a:extLst>
            </p:cNvPr>
            <p:cNvSpPr txBox="1"/>
            <p:nvPr/>
          </p:nvSpPr>
          <p:spPr>
            <a:xfrm>
              <a:off x="1414884" y="5398447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Research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AD4058C0-6C60-B896-9547-DBF51D637D8A}"/>
              </a:ext>
            </a:extLst>
          </p:cNvPr>
          <p:cNvGrpSpPr/>
          <p:nvPr/>
        </p:nvGrpSpPr>
        <p:grpSpPr>
          <a:xfrm>
            <a:off x="2730788" y="5700164"/>
            <a:ext cx="666877" cy="231865"/>
            <a:chOff x="1414884" y="5337180"/>
            <a:chExt cx="732707" cy="3378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B9676466-FDA6-C7AE-A1DD-3A7AF3BCA15A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ACF19D01-ABD7-F0B3-31F7-ED6CEC677AD9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7AE77887-DE49-A7D1-5150-C4E6BED01819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196" name="Rectangle: Rounded Corners 195">
                <a:extLst>
                  <a:ext uri="{FF2B5EF4-FFF2-40B4-BE49-F238E27FC236}">
                    <a16:creationId xmlns:a16="http://schemas.microsoft.com/office/drawing/2014/main" id="{6D378FAC-AB39-63FF-B8BA-802D2064C63C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08643AB6-0D1F-4B46-0CBC-188ED55F2F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069C4DA9-3A85-196B-643D-D92A567B9C1D}"/>
                </a:ext>
              </a:extLst>
            </p:cNvPr>
            <p:cNvSpPr txBox="1"/>
            <p:nvPr/>
          </p:nvSpPr>
          <p:spPr>
            <a:xfrm>
              <a:off x="1414884" y="5337180"/>
              <a:ext cx="732707" cy="313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External Lecturer</a:t>
              </a: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E652ADB5-9EB8-EFBF-41EA-E58E5666765B}"/>
              </a:ext>
            </a:extLst>
          </p:cNvPr>
          <p:cNvGrpSpPr/>
          <p:nvPr/>
        </p:nvGrpSpPr>
        <p:grpSpPr>
          <a:xfrm>
            <a:off x="3379015" y="5719755"/>
            <a:ext cx="666877" cy="214985"/>
            <a:chOff x="1414884" y="5361777"/>
            <a:chExt cx="732707" cy="313248"/>
          </a:xfrm>
        </p:grpSpPr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94FC8196-B866-4B64-5F76-0EFC0BAC2A0D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201" name="Rectangle: Rounded Corners 200">
                <a:extLst>
                  <a:ext uri="{FF2B5EF4-FFF2-40B4-BE49-F238E27FC236}">
                    <a16:creationId xmlns:a16="http://schemas.microsoft.com/office/drawing/2014/main" id="{F9D77F3A-CD52-4760-0CA6-C4CE8E65718F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FB0989D3-FB7C-72D9-8AC1-04510B6DFE40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05" name="Rectangle: Rounded Corners 204">
                <a:extLst>
                  <a:ext uri="{FF2B5EF4-FFF2-40B4-BE49-F238E27FC236}">
                    <a16:creationId xmlns:a16="http://schemas.microsoft.com/office/drawing/2014/main" id="{3784A4F7-8104-B9EB-BFA3-F69BC430BA6C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5FD92A8F-5707-569E-B33D-49D18DC863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rgbClr val="FFA7A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9C54EF8F-C6C9-3D84-95B2-9112A00BD846}"/>
                </a:ext>
              </a:extLst>
            </p:cNvPr>
            <p:cNvSpPr txBox="1"/>
            <p:nvPr/>
          </p:nvSpPr>
          <p:spPr>
            <a:xfrm>
              <a:off x="1414884" y="5388093"/>
              <a:ext cx="732707" cy="2153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Admin</a:t>
              </a: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05E27A7-B391-7B8E-6224-7B8EA3E84324}"/>
              </a:ext>
            </a:extLst>
          </p:cNvPr>
          <p:cNvGrpSpPr/>
          <p:nvPr/>
        </p:nvGrpSpPr>
        <p:grpSpPr>
          <a:xfrm>
            <a:off x="4019985" y="5364141"/>
            <a:ext cx="666877" cy="207073"/>
            <a:chOff x="1414884" y="5361777"/>
            <a:chExt cx="732707" cy="313248"/>
          </a:xfrm>
        </p:grpSpPr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D8D37D88-88A9-9232-B5FD-920EC529F2B1}"/>
                </a:ext>
              </a:extLst>
            </p:cNvPr>
            <p:cNvGrpSpPr/>
            <p:nvPr/>
          </p:nvGrpSpPr>
          <p:grpSpPr>
            <a:xfrm>
              <a:off x="1449841" y="5361777"/>
              <a:ext cx="611193" cy="313248"/>
              <a:chOff x="3938122" y="2058171"/>
              <a:chExt cx="1497227" cy="511339"/>
            </a:xfrm>
          </p:grpSpPr>
          <p:sp>
            <p:nvSpPr>
              <p:cNvPr id="223" name="Rectangle: Rounded Corners 222">
                <a:extLst>
                  <a:ext uri="{FF2B5EF4-FFF2-40B4-BE49-F238E27FC236}">
                    <a16:creationId xmlns:a16="http://schemas.microsoft.com/office/drawing/2014/main" id="{478BBEA3-E640-774D-DFEF-5D1EAFF1B31D}"/>
                  </a:ext>
                </a:extLst>
              </p:cNvPr>
              <p:cNvSpPr/>
              <p:nvPr/>
            </p:nvSpPr>
            <p:spPr>
              <a:xfrm>
                <a:off x="3970551" y="2058171"/>
                <a:ext cx="1442051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24" name="Rectangle: Rounded Corners 223">
                <a:extLst>
                  <a:ext uri="{FF2B5EF4-FFF2-40B4-BE49-F238E27FC236}">
                    <a16:creationId xmlns:a16="http://schemas.microsoft.com/office/drawing/2014/main" id="{8208AB5C-10B7-E0A9-22B9-A259F12CDCD9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25" name="Rectangle: Rounded Corners 224">
                <a:extLst>
                  <a:ext uri="{FF2B5EF4-FFF2-40B4-BE49-F238E27FC236}">
                    <a16:creationId xmlns:a16="http://schemas.microsoft.com/office/drawing/2014/main" id="{B3C93641-A02E-CB82-C616-17997792D4B9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EE8D7DA1-63B7-D900-3335-5D23C19B9B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72F8D123-872F-167E-B61C-80188546EEAE}"/>
                </a:ext>
              </a:extLst>
            </p:cNvPr>
            <p:cNvSpPr txBox="1"/>
            <p:nvPr/>
          </p:nvSpPr>
          <p:spPr>
            <a:xfrm>
              <a:off x="1414884" y="5384016"/>
              <a:ext cx="732707" cy="2235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</a:p>
          </p:txBody>
        </p: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55C95417-AE7E-6DB5-7F7C-59CB8B134A24}"/>
              </a:ext>
            </a:extLst>
          </p:cNvPr>
          <p:cNvGrpSpPr/>
          <p:nvPr/>
        </p:nvGrpSpPr>
        <p:grpSpPr>
          <a:xfrm>
            <a:off x="4027242" y="5708045"/>
            <a:ext cx="666877" cy="230935"/>
            <a:chOff x="1414884" y="5338540"/>
            <a:chExt cx="732707" cy="336487"/>
          </a:xfrm>
        </p:grpSpPr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C3A10DEF-9800-9E97-B226-BDE642E4D2CB}"/>
                </a:ext>
              </a:extLst>
            </p:cNvPr>
            <p:cNvGrpSpPr/>
            <p:nvPr/>
          </p:nvGrpSpPr>
          <p:grpSpPr>
            <a:xfrm>
              <a:off x="1449841" y="5361778"/>
              <a:ext cx="611193" cy="313249"/>
              <a:chOff x="3938122" y="2058165"/>
              <a:chExt cx="1497227" cy="511339"/>
            </a:xfrm>
          </p:grpSpPr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6FD30EC1-F5A6-B984-E67B-ABA615BF7757}"/>
                  </a:ext>
                </a:extLst>
              </p:cNvPr>
              <p:cNvSpPr/>
              <p:nvPr/>
            </p:nvSpPr>
            <p:spPr>
              <a:xfrm>
                <a:off x="3970551" y="2058165"/>
                <a:ext cx="1442050" cy="511339"/>
              </a:xfrm>
              <a:prstGeom prst="roundRect">
                <a:avLst>
                  <a:gd name="adj" fmla="val 29185"/>
                </a:avLst>
              </a:prstGeom>
              <a:solidFill>
                <a:schemeClr val="bg2">
                  <a:lumMod val="10000"/>
                </a:schemeClr>
              </a:solidFill>
              <a:ln w="6350" cap="sq" cmpd="sng">
                <a:solidFill>
                  <a:schemeClr val="bg2">
                    <a:lumMod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solidFill>
                    <a:schemeClr val="tx2">
                      <a:lumMod val="75000"/>
                    </a:schemeClr>
                  </a:solidFill>
                  <a:latin typeface="Candara" panose="020E0502030303020204" pitchFamily="34" charset="0"/>
                </a:endParaRPr>
              </a:p>
            </p:txBody>
          </p:sp>
          <p:sp>
            <p:nvSpPr>
              <p:cNvPr id="233" name="Rectangle: Rounded Corners 232">
                <a:extLst>
                  <a:ext uri="{FF2B5EF4-FFF2-40B4-BE49-F238E27FC236}">
                    <a16:creationId xmlns:a16="http://schemas.microsoft.com/office/drawing/2014/main" id="{1B952EBD-3C79-8B6A-79F9-4B740594B67C}"/>
                  </a:ext>
                </a:extLst>
              </p:cNvPr>
              <p:cNvSpPr/>
              <p:nvPr/>
            </p:nvSpPr>
            <p:spPr>
              <a:xfrm rot="16200000">
                <a:off x="3860005" y="2288341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34" name="Rectangle: Rounded Corners 233">
                <a:extLst>
                  <a:ext uri="{FF2B5EF4-FFF2-40B4-BE49-F238E27FC236}">
                    <a16:creationId xmlns:a16="http://schemas.microsoft.com/office/drawing/2014/main" id="{63B8E2D4-D460-1916-A836-43DE61DCD561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2C953111-C6B4-DAEC-CEB0-97E8EA58B6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8041" y="2058171"/>
                <a:ext cx="574614" cy="0"/>
              </a:xfrm>
              <a:prstGeom prst="line">
                <a:avLst/>
              </a:prstGeom>
              <a:ln w="22225" cap="rnd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42F7C277-6EE4-35C2-5586-650C712341BE}"/>
                </a:ext>
              </a:extLst>
            </p:cNvPr>
            <p:cNvSpPr txBox="1"/>
            <p:nvPr/>
          </p:nvSpPr>
          <p:spPr>
            <a:xfrm>
              <a:off x="1414884" y="5338540"/>
              <a:ext cx="732707" cy="215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1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User Defined</a:t>
              </a:r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AA14CC6-E73B-7333-692A-46411C5A3FB3}"/>
              </a:ext>
            </a:extLst>
          </p:cNvPr>
          <p:cNvGrpSpPr/>
          <p:nvPr/>
        </p:nvGrpSpPr>
        <p:grpSpPr>
          <a:xfrm>
            <a:off x="5369082" y="5302702"/>
            <a:ext cx="1484324" cy="553147"/>
            <a:chOff x="2788967" y="2020072"/>
            <a:chExt cx="1484324" cy="538711"/>
          </a:xfrm>
        </p:grpSpPr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D7712362-4925-4BB6-F81E-49E3E664003A}"/>
                </a:ext>
              </a:extLst>
            </p:cNvPr>
            <p:cNvGrpSpPr/>
            <p:nvPr/>
          </p:nvGrpSpPr>
          <p:grpSpPr>
            <a:xfrm>
              <a:off x="2788967" y="2020072"/>
              <a:ext cx="1484324" cy="533954"/>
              <a:chOff x="3951025" y="2058171"/>
              <a:chExt cx="1484324" cy="533954"/>
            </a:xfrm>
          </p:grpSpPr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3CC20A02-968C-3FE6-7692-83A536C87472}"/>
                  </a:ext>
                </a:extLst>
              </p:cNvPr>
              <p:cNvGrpSpPr/>
              <p:nvPr/>
            </p:nvGrpSpPr>
            <p:grpSpPr>
              <a:xfrm>
                <a:off x="3970551" y="2058171"/>
                <a:ext cx="1442051" cy="533954"/>
                <a:chOff x="2514228" y="1932199"/>
                <a:chExt cx="1444847" cy="533954"/>
              </a:xfrm>
            </p:grpSpPr>
            <p:sp>
              <p:nvSpPr>
                <p:cNvPr id="244" name="Rectangle: Rounded Corners 243">
                  <a:extLst>
                    <a:ext uri="{FF2B5EF4-FFF2-40B4-BE49-F238E27FC236}">
                      <a16:creationId xmlns:a16="http://schemas.microsoft.com/office/drawing/2014/main" id="{FC5D98FF-E49E-533A-8881-7ED848FD50DA}"/>
                    </a:ext>
                  </a:extLst>
                </p:cNvPr>
                <p:cNvSpPr/>
                <p:nvPr/>
              </p:nvSpPr>
              <p:spPr>
                <a:xfrm>
                  <a:off x="2514228" y="1932199"/>
                  <a:ext cx="1444847" cy="511339"/>
                </a:xfrm>
                <a:prstGeom prst="roundRect">
                  <a:avLst>
                    <a:gd name="adj" fmla="val 29185"/>
                  </a:avLst>
                </a:prstGeom>
                <a:solidFill>
                  <a:schemeClr val="bg2">
                    <a:lumMod val="10000"/>
                  </a:schemeClr>
                </a:solidFill>
                <a:ln w="6350" cap="sq" cmpd="sng">
                  <a:solidFill>
                    <a:schemeClr val="bg2">
                      <a:lumMod val="50000"/>
                    </a:schemeClr>
                  </a:solidFill>
                  <a:round/>
                </a:ln>
                <a:effectLst>
                  <a:glow rad="50800">
                    <a:schemeClr val="accent2">
                      <a:satMod val="17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solidFill>
                      <a:schemeClr val="tx2">
                        <a:lumMod val="75000"/>
                      </a:schemeClr>
                    </a:solidFill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C0F7204B-17A5-0719-6264-CD8F31DB1129}"/>
                    </a:ext>
                  </a:extLst>
                </p:cNvPr>
                <p:cNvSpPr txBox="1"/>
                <p:nvPr/>
              </p:nvSpPr>
              <p:spPr>
                <a:xfrm>
                  <a:off x="2553655" y="2296876"/>
                  <a:ext cx="88937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500" spc="200" dirty="0">
                      <a:solidFill>
                        <a:schemeClr val="bg2">
                          <a:lumMod val="75000"/>
                        </a:schemeClr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09:00-10:00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E15088A4-23A8-9789-643E-0BE2A0056E15}"/>
                    </a:ext>
                  </a:extLst>
                </p:cNvPr>
                <p:cNvSpPr txBox="1"/>
                <p:nvPr/>
              </p:nvSpPr>
              <p:spPr>
                <a:xfrm>
                  <a:off x="2544646" y="2073378"/>
                  <a:ext cx="1208620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700" spc="200" dirty="0">
                      <a:solidFill>
                        <a:srgbClr val="FF6600"/>
                      </a:solidFill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New Lesson</a:t>
                  </a:r>
                  <a:endParaRPr lang="en-GB" sz="5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241" name="Rectangle: Rounded Corners 240">
                <a:extLst>
                  <a:ext uri="{FF2B5EF4-FFF2-40B4-BE49-F238E27FC236}">
                    <a16:creationId xmlns:a16="http://schemas.microsoft.com/office/drawing/2014/main" id="{A0881D91-7C9D-FB75-BF46-6BB2C007D863}"/>
                  </a:ext>
                </a:extLst>
              </p:cNvPr>
              <p:cNvSpPr/>
              <p:nvPr/>
            </p:nvSpPr>
            <p:spPr>
              <a:xfrm rot="16200000">
                <a:off x="3872908" y="2288340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616D5A52-CB2E-DC89-7E4F-3C44E2B77A2A}"/>
                  </a:ext>
                </a:extLst>
              </p:cNvPr>
              <p:cNvSpPr/>
              <p:nvPr/>
            </p:nvSpPr>
            <p:spPr>
              <a:xfrm rot="16200000">
                <a:off x="5311513" y="2291536"/>
                <a:ext cx="201954" cy="45719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3175" cap="sq" cmpd="dbl">
                <a:solidFill>
                  <a:srgbClr val="A9A5A5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Candara" panose="020E0502030303020204" pitchFamily="34" charset="0"/>
                </a:endParaRPr>
              </a:p>
            </p:txBody>
          </p: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24B972CF-235F-0981-219B-66ADF0C58B97}"/>
                  </a:ext>
                </a:extLst>
              </p:cNvPr>
              <p:cNvCxnSpPr/>
              <p:nvPr/>
            </p:nvCxnSpPr>
            <p:spPr>
              <a:xfrm>
                <a:off x="4131134" y="2066924"/>
                <a:ext cx="1123713" cy="0"/>
              </a:xfrm>
              <a:prstGeom prst="line">
                <a:avLst/>
              </a:prstGeom>
              <a:ln w="22225" cap="rnd">
                <a:solidFill>
                  <a:srgbClr val="F262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2E66948-1EF1-A97B-8946-A1A582FA5BFD}"/>
                </a:ext>
              </a:extLst>
            </p:cNvPr>
            <p:cNvSpPr txBox="1"/>
            <p:nvPr/>
          </p:nvSpPr>
          <p:spPr>
            <a:xfrm>
              <a:off x="3703599" y="2389506"/>
              <a:ext cx="560776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5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60mins</a:t>
              </a: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549FD64-A20B-E315-C466-FF98994E4E27}"/>
              </a:ext>
            </a:extLst>
          </p:cNvPr>
          <p:cNvSpPr/>
          <p:nvPr/>
        </p:nvSpPr>
        <p:spPr>
          <a:xfrm>
            <a:off x="105619" y="1416741"/>
            <a:ext cx="2311260" cy="3746954"/>
          </a:xfrm>
          <a:prstGeom prst="roundRect">
            <a:avLst>
              <a:gd name="adj" fmla="val 9920"/>
            </a:avLst>
          </a:prstGeom>
          <a:noFill/>
          <a:ln w="6350"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43000">
                  <a:schemeClr val="bg1">
                    <a:lumMod val="85000"/>
                  </a:schemeClr>
                </a:gs>
                <a:gs pos="76000">
                  <a:schemeClr val="accent3">
                    <a:lumMod val="75000"/>
                  </a:schemeClr>
                </a:gs>
                <a:gs pos="97000">
                  <a:schemeClr val="bg1">
                    <a:lumMod val="6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  <a:effectLst>
            <a:glow rad="508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9647CE-8DFD-E5A6-F1B8-39E072F61FE1}"/>
              </a:ext>
            </a:extLst>
          </p:cNvPr>
          <p:cNvSpPr txBox="1"/>
          <p:nvPr/>
        </p:nvSpPr>
        <p:spPr>
          <a:xfrm>
            <a:off x="531966" y="1371538"/>
            <a:ext cx="155651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EDITOR</a:t>
            </a: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012B90-5BC6-9C3E-8960-BBA394F09344}"/>
              </a:ext>
            </a:extLst>
          </p:cNvPr>
          <p:cNvSpPr txBox="1"/>
          <p:nvPr/>
        </p:nvSpPr>
        <p:spPr>
          <a:xfrm>
            <a:off x="102179" y="1582164"/>
            <a:ext cx="310498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Title</a:t>
            </a: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New Lesson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014533-70F3-2A84-99CD-F4EDB8D8812C}"/>
              </a:ext>
            </a:extLst>
          </p:cNvPr>
          <p:cNvSpPr txBox="1"/>
          <p:nvPr/>
        </p:nvSpPr>
        <p:spPr>
          <a:xfrm>
            <a:off x="92769" y="2859747"/>
            <a:ext cx="3104983" cy="1342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</a:t>
            </a:r>
            <a:r>
              <a:rPr lang="en-GB" sz="800" spc="1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 </a:t>
            </a:r>
            <a:r>
              <a:rPr lang="en-GB" sz="12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  <a:r>
              <a:rPr lang="en-GB" sz="800" spc="1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 Add </a:t>
            </a:r>
            <a:r>
              <a:rPr lang="en-GB" sz="800" spc="1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 Text</a:t>
            </a:r>
          </a:p>
          <a:p>
            <a:pPr>
              <a:lnSpc>
                <a:spcPct val="150000"/>
              </a:lnSpc>
            </a:pPr>
            <a:endParaRPr lang="en-GB" sz="800" spc="100" dirty="0">
              <a:solidFill>
                <a:srgbClr val="66FF33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GB" sz="800" spc="100" dirty="0">
              <a:solidFill>
                <a:srgbClr val="66FF33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Subtopic: </a:t>
            </a:r>
            <a:r>
              <a:rPr lang="en-GB" sz="11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 Add </a:t>
            </a:r>
            <a:r>
              <a:rPr lang="en-GB" sz="800" spc="1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 Text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0DADEB7-705D-9FE0-AFC2-4585153D5536}"/>
              </a:ext>
            </a:extLst>
          </p:cNvPr>
          <p:cNvCxnSpPr>
            <a:cxnSpLocks/>
          </p:cNvCxnSpPr>
          <p:nvPr/>
        </p:nvCxnSpPr>
        <p:spPr>
          <a:xfrm>
            <a:off x="190970" y="2004594"/>
            <a:ext cx="2132946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8E902CA-6864-D2D3-A09E-89FF2A339B30}"/>
              </a:ext>
            </a:extLst>
          </p:cNvPr>
          <p:cNvSpPr txBox="1"/>
          <p:nvPr/>
        </p:nvSpPr>
        <p:spPr>
          <a:xfrm>
            <a:off x="217173" y="4904292"/>
            <a:ext cx="2199706" cy="237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700" spc="1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Timings: </a:t>
            </a:r>
            <a:r>
              <a:rPr lang="en-GB" sz="7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09:00 – 10:00</a:t>
            </a:r>
            <a:r>
              <a:rPr lang="en-GB" sz="700" spc="1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     </a:t>
            </a:r>
            <a:r>
              <a:rPr lang="en-GB" sz="7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60</a:t>
            </a:r>
            <a:r>
              <a:rPr lang="en-GB" sz="700" spc="1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mins</a:t>
            </a:r>
            <a:endParaRPr lang="en-GB" sz="700" spc="1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FF19EFB-8D28-245A-3931-466C3EB0AC82}"/>
              </a:ext>
            </a:extLst>
          </p:cNvPr>
          <p:cNvCxnSpPr/>
          <p:nvPr/>
        </p:nvCxnSpPr>
        <p:spPr>
          <a:xfrm>
            <a:off x="190970" y="4902877"/>
            <a:ext cx="2132946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D59A679-3121-B906-875B-F81102A664D0}"/>
              </a:ext>
            </a:extLst>
          </p:cNvPr>
          <p:cNvSpPr txBox="1"/>
          <p:nvPr/>
        </p:nvSpPr>
        <p:spPr>
          <a:xfrm>
            <a:off x="124618" y="4405911"/>
            <a:ext cx="310498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Typ</a:t>
            </a:r>
            <a:r>
              <a:rPr lang="en-GB" sz="800" spc="1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e: </a:t>
            </a: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rgbClr val="F262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Instructor Led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73176BF-0950-D352-83B4-77E2FADC583F}"/>
              </a:ext>
            </a:extLst>
          </p:cNvPr>
          <p:cNvCxnSpPr>
            <a:cxnSpLocks/>
          </p:cNvCxnSpPr>
          <p:nvPr/>
        </p:nvCxnSpPr>
        <p:spPr>
          <a:xfrm>
            <a:off x="190970" y="2868964"/>
            <a:ext cx="2132946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065E142-E263-E7D6-0598-0132BA3AD130}"/>
              </a:ext>
            </a:extLst>
          </p:cNvPr>
          <p:cNvCxnSpPr>
            <a:cxnSpLocks/>
          </p:cNvCxnSpPr>
          <p:nvPr/>
        </p:nvCxnSpPr>
        <p:spPr>
          <a:xfrm>
            <a:off x="190970" y="4404496"/>
            <a:ext cx="2132946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AD6E9E3-6634-BE6E-F203-70829D8206DA}"/>
              </a:ext>
            </a:extLst>
          </p:cNvPr>
          <p:cNvSpPr txBox="1"/>
          <p:nvPr/>
        </p:nvSpPr>
        <p:spPr>
          <a:xfrm>
            <a:off x="102179" y="2002951"/>
            <a:ext cx="3104983" cy="627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Objective:</a:t>
            </a:r>
          </a:p>
          <a:p>
            <a:pPr>
              <a:lnSpc>
                <a:spcPct val="150000"/>
              </a:lnSpc>
            </a:pPr>
            <a:r>
              <a:rPr lang="en-GB" sz="800" spc="1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EXAMPLE</a:t>
            </a:r>
            <a:r>
              <a:rPr lang="en-GB" sz="800" spc="1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800" spc="1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 Text</a:t>
            </a:r>
          </a:p>
          <a:p>
            <a:pPr>
              <a:lnSpc>
                <a:spcPct val="150000"/>
              </a:lnSpc>
            </a:pPr>
            <a:r>
              <a:rPr lang="en-GB" sz="800" i="1" spc="1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Select LO 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626F98F-D848-3230-62E8-A76E72CB7EDD}"/>
              </a:ext>
            </a:extLst>
          </p:cNvPr>
          <p:cNvCxnSpPr>
            <a:cxnSpLocks/>
          </p:cNvCxnSpPr>
          <p:nvPr/>
        </p:nvCxnSpPr>
        <p:spPr>
          <a:xfrm>
            <a:off x="2450595" y="2008247"/>
            <a:ext cx="0" cy="2586282"/>
          </a:xfrm>
          <a:prstGeom prst="line">
            <a:avLst/>
          </a:prstGeom>
          <a:ln w="571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141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11750</TotalTime>
  <Words>335</Words>
  <Application>Microsoft Office PowerPoint</Application>
  <PresentationFormat>Widescreen</PresentationFormat>
  <Paragraphs>109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Candara</vt:lpstr>
      <vt:lpstr>Cascadia Code</vt:lpstr>
      <vt:lpstr>Office 2013 - 2022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Dodds</dc:creator>
  <cp:lastModifiedBy>Matthew Dodds</cp:lastModifiedBy>
  <cp:revision>5</cp:revision>
  <dcterms:created xsi:type="dcterms:W3CDTF">2025-11-29T21:31:12Z</dcterms:created>
  <dcterms:modified xsi:type="dcterms:W3CDTF">2025-12-23T11:04:54Z</dcterms:modified>
</cp:coreProperties>
</file>