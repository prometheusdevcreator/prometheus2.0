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9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D38F6F-0BB7-4929-BA37-DD9DA2BA4E2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EA86F-D56F-4289-8386-AA977661C4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5875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68339-ABBF-062C-D2C5-A0F032761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78AD2-FB2D-5C2F-4AD6-C3FF75259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89088-9DC1-6EF3-70EB-65AE2168D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FBBC6-1278-3141-F5A8-98A033D77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062B1B-8ACF-4076-9214-A8D53603C1E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493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BDB2B-B2AF-82B7-EB55-4212F33F5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7E3DE-BF99-222B-D37D-760B78CCBF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6483A-CAAA-EC6E-9E65-F98A540BA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436C-884B-4899-8A38-CFC21FE301C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BBBFF-8CB7-ACEE-0DA3-C4ADC324E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1F6F6-AEB7-AF8A-7D63-EE5710529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CC973-36AB-4B71-84ED-4FC410D099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033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809F-FC78-F7FF-A629-79DCB888B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319FD-AF46-1A67-0E85-A2B3E4FA3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C64B6-6604-8F6A-0C36-B0A02A98E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436C-884B-4899-8A38-CFC21FE301C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D589F-C993-43B6-4194-419870705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1EB76-7AFB-C165-6752-2E45CC70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CC973-36AB-4B71-84ED-4FC410D099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155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71A59-0D52-916E-13BB-40ECFF3E3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AB15E-C184-043C-A396-E150ED978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46731-D9D7-FC07-9C7C-C64E33B1C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436C-884B-4899-8A38-CFC21FE301C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E0E43-F482-AD11-0D25-87DBE16F0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4F9EE-3895-2BAF-4272-22B6B67A0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CC973-36AB-4B71-84ED-4FC410D099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3557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A69AE-62F7-97C0-F32E-5A1A282EB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03F09-A535-D614-F589-312A0032C0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B5CE5A-C306-A441-08FE-800559A41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AE969-D3F5-6401-3D42-8671AD7D5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436C-884B-4899-8A38-CFC21FE301C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30786-5F5F-2FEB-DB90-B73436AB0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60128-37DE-FD11-94D9-82F3F863D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CC973-36AB-4B71-84ED-4FC410D099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616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0DA4-6AB6-5293-FCDE-A78BFE858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16FBD-9E55-1F1A-BD37-AD10EB808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BD2AE8-28C4-6040-BE55-B32A6E6D6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3B0BE6-C248-EF89-24C3-BD5D18E92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693622-7650-2AFC-8589-BE2E9EDCFA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65056B-8B4C-4C4E-9A06-DF2AF7516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436C-884B-4899-8A38-CFC21FE301C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832984-1066-CB2E-1EB6-57754BD1E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C30628-E474-CC33-5112-09D39FC55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CC973-36AB-4B71-84ED-4FC410D099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3080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5E12A-869D-0D60-C068-FB54E55A3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B19B38-6223-65E4-E799-0F64538F9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436C-884B-4899-8A38-CFC21FE301C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7F27A-C619-9AF5-F38B-7F18A40A0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0B03BE-E674-999C-96B1-0E8F12D7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CC973-36AB-4B71-84ED-4FC410D099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2932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057F69-B097-15C3-05B2-E06DFFDF7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436C-884B-4899-8A38-CFC21FE301C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728126-F54E-62FE-3C8C-D4806A32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83ACD-9411-4A6B-31CB-151D3F59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CC973-36AB-4B71-84ED-4FC410D099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842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C1A1-DC43-678C-B040-2773CE1B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E52D6-292A-0010-0B1C-7E25E0194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3B013-102F-BA1C-E1C1-8A28556BF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1B3B6-D912-814B-9334-DA65EA148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436C-884B-4899-8A38-CFC21FE301C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F0B06-BED9-26D9-7F4F-D24D61734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2A68F-8513-0F45-1B34-3652DA0E4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CC973-36AB-4B71-84ED-4FC410D099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8683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32B2C-7359-82B8-6BF7-82C2E34FF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F7F8F-1069-C9EC-3556-15DDF4920A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D6D3F-410A-06A3-DB1D-0DC6651E5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438C2-35DD-CB6F-33BB-9C003CB56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436C-884B-4899-8A38-CFC21FE301C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15014-9E01-399F-85DD-157097C39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29911-9C54-8C2F-C45E-1A142B65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CC973-36AB-4B71-84ED-4FC410D099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318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75BB7-422C-04DD-217A-286B21EDB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6A766A-5E52-6E76-66CB-CB21671A9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4010C-F109-44C6-A9B1-BAB9C0F6C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436C-884B-4899-8A38-CFC21FE301C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B4045-E65D-C08E-F495-DF412C482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60F7B-3E69-002D-FDF7-BB8D3E0F5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CC973-36AB-4B71-84ED-4FC410D099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3985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BB7A8D-F73C-B01A-D8D9-3A7AA91BD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E752F-8A5E-5DE8-97DF-3C2BF87D5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4CF50-D95A-E781-C076-CF36FAF74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436C-884B-4899-8A38-CFC21FE301C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F2CE3-EDBC-29DB-07D2-E53FE1E3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EAD5A-706A-7634-1F1B-4F84905F8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CC973-36AB-4B71-84ED-4FC410D099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370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D8F60D-9DD2-45C3-935F-18D18998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9F782-8930-900D-71A4-7EA3D67C1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A15A4-8104-FC18-D0D2-5E3CA14D8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E5436C-884B-4899-8A38-CFC21FE301CB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EFBEF-E017-E34C-D6EA-3AC4427F8B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11137-1CDC-8727-D35E-FBAEF527F1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6CC973-36AB-4B71-84ED-4FC410D099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313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251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EE31FA-E619-8B44-C854-9B7BA6839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AFE3191C-C525-FD59-CC64-BAC03992502D}"/>
              </a:ext>
            </a:extLst>
          </p:cNvPr>
          <p:cNvGrpSpPr/>
          <p:nvPr/>
        </p:nvGrpSpPr>
        <p:grpSpPr>
          <a:xfrm>
            <a:off x="438741" y="2465576"/>
            <a:ext cx="2335093" cy="339810"/>
            <a:chOff x="389061" y="2849811"/>
            <a:chExt cx="2335093" cy="532583"/>
          </a:xfrm>
        </p:grpSpPr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6E8C3278-D9BB-2A93-B99C-C988019AA539}"/>
                </a:ext>
              </a:extLst>
            </p:cNvPr>
            <p:cNvSpPr txBox="1"/>
            <p:nvPr/>
          </p:nvSpPr>
          <p:spPr>
            <a:xfrm>
              <a:off x="601928" y="3044729"/>
              <a:ext cx="2094557" cy="337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400" spc="200" dirty="0">
                  <a:solidFill>
                    <a:srgbClr val="FF6600">
                      <a:alpha val="46000"/>
                    </a:srgb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3.1.1</a:t>
              </a:r>
              <a:r>
                <a:rPr lang="en-GB" sz="400" spc="200" dirty="0">
                  <a:solidFill>
                    <a:schemeClr val="bg1">
                      <a:lumMod val="95000"/>
                      <a:alpha val="46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</a:t>
              </a:r>
              <a:r>
                <a:rPr lang="en-GB" sz="400" spc="200" dirty="0">
                  <a:solidFill>
                    <a:schemeClr val="bg1">
                      <a:lumMod val="50000"/>
                      <a:alpha val="46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Subtopic 1, L11</a:t>
              </a:r>
              <a:r>
                <a:rPr lang="en-GB" sz="400" spc="200" dirty="0">
                  <a:solidFill>
                    <a:schemeClr val="bg1">
                      <a:lumMod val="95000"/>
                      <a:alpha val="46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	 </a:t>
              </a:r>
            </a:p>
            <a:p>
              <a:r>
                <a:rPr lang="en-GB" sz="400" spc="200" dirty="0">
                  <a:solidFill>
                    <a:srgbClr val="FF6600">
                      <a:alpha val="46000"/>
                    </a:srgb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3.1.2</a:t>
              </a:r>
              <a:r>
                <a:rPr lang="en-GB" sz="400" spc="200" dirty="0">
                  <a:solidFill>
                    <a:schemeClr val="bg1">
                      <a:lumMod val="95000"/>
                      <a:alpha val="46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</a:t>
              </a:r>
              <a:r>
                <a:rPr lang="en-GB" sz="400" spc="200" dirty="0">
                  <a:solidFill>
                    <a:schemeClr val="bg1">
                      <a:lumMod val="50000"/>
                      <a:alpha val="46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Subtopic 2, L11</a:t>
              </a:r>
              <a:r>
                <a:rPr lang="en-GB" sz="400" spc="200" dirty="0">
                  <a:solidFill>
                    <a:schemeClr val="bg1">
                      <a:lumMod val="95000"/>
                      <a:alpha val="46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	</a:t>
              </a: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0DA5EEC0-894D-FFAD-5808-9BE4130A551C}"/>
                </a:ext>
              </a:extLst>
            </p:cNvPr>
            <p:cNvSpPr txBox="1"/>
            <p:nvPr/>
          </p:nvSpPr>
          <p:spPr>
            <a:xfrm>
              <a:off x="389061" y="3028757"/>
              <a:ext cx="1010165" cy="2894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400" spc="200" dirty="0">
                  <a:solidFill>
                    <a:srgbClr val="FF6600">
                      <a:alpha val="46000"/>
                    </a:srgb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SUBTOPIC </a:t>
              </a:r>
              <a:r>
                <a:rPr lang="en-GB" sz="600" spc="200" dirty="0">
                  <a:solidFill>
                    <a:srgbClr val="FF6600">
                      <a:alpha val="46000"/>
                    </a:srgb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+</a:t>
              </a:r>
              <a:endParaRPr lang="en-GB" sz="400" spc="200" dirty="0">
                <a:solidFill>
                  <a:srgbClr val="FF6600">
                    <a:alpha val="46000"/>
                  </a:srgb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E6F5F90-0D70-39C1-3E5B-C9966425311E}"/>
                </a:ext>
              </a:extLst>
            </p:cNvPr>
            <p:cNvSpPr/>
            <p:nvPr/>
          </p:nvSpPr>
          <p:spPr>
            <a:xfrm>
              <a:off x="525754" y="2849811"/>
              <a:ext cx="2198400" cy="524467"/>
            </a:xfrm>
            <a:prstGeom prst="roundRect">
              <a:avLst>
                <a:gd name="adj" fmla="val 22364"/>
              </a:avLst>
            </a:prstGeom>
            <a:noFill/>
            <a:ln w="3175" cap="sq" cmpd="dbl">
              <a:solidFill>
                <a:srgbClr val="FF6600">
                  <a:alpha val="86000"/>
                </a:srgb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lt1">
                    <a:alpha val="46000"/>
                  </a:schemeClr>
                </a:solidFill>
                <a:latin typeface="Candara" panose="020E0502030303020204" pitchFamily="34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9759E86-CA38-1875-80F2-C18BBC49D709}"/>
              </a:ext>
            </a:extLst>
          </p:cNvPr>
          <p:cNvGrpSpPr/>
          <p:nvPr/>
        </p:nvGrpSpPr>
        <p:grpSpPr>
          <a:xfrm>
            <a:off x="575434" y="3317599"/>
            <a:ext cx="2189816" cy="378521"/>
            <a:chOff x="534338" y="3859781"/>
            <a:chExt cx="2189816" cy="437369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11661DE-248F-50AA-FF99-3EB95D7927D7}"/>
                </a:ext>
              </a:extLst>
            </p:cNvPr>
            <p:cNvSpPr txBox="1"/>
            <p:nvPr/>
          </p:nvSpPr>
          <p:spPr>
            <a:xfrm>
              <a:off x="579843" y="3984458"/>
              <a:ext cx="2094557" cy="284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5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3.1.1</a:t>
              </a:r>
              <a:r>
                <a:rPr lang="en-GB" sz="5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Subtopic 1, L11	 </a:t>
              </a:r>
            </a:p>
            <a:p>
              <a:r>
                <a:rPr lang="en-GB" sz="5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3.1.2</a:t>
              </a:r>
              <a:r>
                <a:rPr lang="en-GB" sz="5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Subtopic 2, L11	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DB54135-426E-7BEA-DDED-4731784CA072}"/>
                </a:ext>
              </a:extLst>
            </p:cNvPr>
            <p:cNvSpPr txBox="1"/>
            <p:nvPr/>
          </p:nvSpPr>
          <p:spPr>
            <a:xfrm>
              <a:off x="584324" y="3859781"/>
              <a:ext cx="1010165" cy="2311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5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SUBTOPIC </a:t>
              </a:r>
              <a:r>
                <a:rPr lang="en-GB" sz="7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+</a:t>
              </a:r>
              <a:endParaRPr lang="en-GB" sz="500" spc="2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60ABF86D-F334-BA1B-6229-094147462559}"/>
                </a:ext>
              </a:extLst>
            </p:cNvPr>
            <p:cNvSpPr/>
            <p:nvPr/>
          </p:nvSpPr>
          <p:spPr>
            <a:xfrm>
              <a:off x="534338" y="3861746"/>
              <a:ext cx="2189816" cy="435404"/>
            </a:xfrm>
            <a:prstGeom prst="roundRect">
              <a:avLst>
                <a:gd name="adj" fmla="val 24180"/>
              </a:avLst>
            </a:prstGeom>
            <a:noFill/>
            <a:ln w="3175" cap="sq" cmpd="dbl">
              <a:solidFill>
                <a:srgbClr val="FF6600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ndara" panose="020E0502030303020204" pitchFamily="34" charset="0"/>
              </a:endParaRPr>
            </a:p>
          </p:txBody>
        </p:sp>
      </p:grp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A76E0489-182E-9F28-A937-C5FCB48A0DCF}"/>
              </a:ext>
            </a:extLst>
          </p:cNvPr>
          <p:cNvSpPr/>
          <p:nvPr/>
        </p:nvSpPr>
        <p:spPr>
          <a:xfrm>
            <a:off x="445007" y="2979783"/>
            <a:ext cx="2313530" cy="294088"/>
          </a:xfrm>
          <a:prstGeom prst="roundRect">
            <a:avLst>
              <a:gd name="adj" fmla="val 30900"/>
            </a:avLst>
          </a:prstGeom>
          <a:solidFill>
            <a:schemeClr val="bg2">
              <a:lumMod val="10000"/>
            </a:schemeClr>
          </a:solidFill>
          <a:ln w="6350" cap="sq" cmpd="dbl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ndara" panose="020E05020303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A46871-C786-53EA-64E2-6F24CD2DAA76}"/>
              </a:ext>
            </a:extLst>
          </p:cNvPr>
          <p:cNvSpPr txBox="1"/>
          <p:nvPr/>
        </p:nvSpPr>
        <p:spPr>
          <a:xfrm>
            <a:off x="5201053" y="6609719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63844A-02F6-D1E3-2D5C-DF8F07E3977E}"/>
              </a:ext>
            </a:extLst>
          </p:cNvPr>
          <p:cNvSpPr txBox="1"/>
          <p:nvPr/>
        </p:nvSpPr>
        <p:spPr>
          <a:xfrm>
            <a:off x="10312891" y="28115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HUMINT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5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1820B9-206F-7DF5-1452-B256FBFA57FD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AEA21B0-32DD-7E2A-9D67-136173A00790}"/>
              </a:ext>
            </a:extLst>
          </p:cNvPr>
          <p:cNvCxnSpPr>
            <a:cxnSpLocks/>
          </p:cNvCxnSpPr>
          <p:nvPr/>
        </p:nvCxnSpPr>
        <p:spPr>
          <a:xfrm>
            <a:off x="0" y="653296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7C5087CF-E0E6-9F0A-2DDF-6C1C03336051}"/>
              </a:ext>
            </a:extLst>
          </p:cNvPr>
          <p:cNvGrpSpPr/>
          <p:nvPr/>
        </p:nvGrpSpPr>
        <p:grpSpPr>
          <a:xfrm>
            <a:off x="124618" y="6602699"/>
            <a:ext cx="7567772" cy="169277"/>
            <a:chOff x="124618" y="6578595"/>
            <a:chExt cx="7567772" cy="16927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80087F4-D349-F9F5-A515-A61C3140E963}"/>
                </a:ext>
              </a:extLst>
            </p:cNvPr>
            <p:cNvSpPr txBox="1"/>
            <p:nvPr/>
          </p:nvSpPr>
          <p:spPr>
            <a:xfrm>
              <a:off x="124618" y="6578595"/>
              <a:ext cx="7567772" cy="16927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OWNER: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MATTHEW DODDS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START DATE: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24/11/25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STATUS: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DEVELOPMENT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PROGRESS: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15</a:t>
              </a:r>
              <a:r>
                <a:rPr lang="en-GB" sz="500" spc="3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%  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01536BF-18D1-B603-37AF-AF475AFCD3EB}"/>
                </a:ext>
              </a:extLst>
            </p:cNvPr>
            <p:cNvGrpSpPr/>
            <p:nvPr/>
          </p:nvGrpSpPr>
          <p:grpSpPr>
            <a:xfrm>
              <a:off x="4385911" y="6657218"/>
              <a:ext cx="602024" cy="2379"/>
              <a:chOff x="5931409" y="6657218"/>
              <a:chExt cx="602024" cy="2379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76C344E4-2422-C469-B650-A7F10F1C54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1409" y="6659597"/>
                <a:ext cx="602024" cy="0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576CA35F-3F7B-AA76-810E-C9CC29FAA5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8789" y="6657218"/>
                <a:ext cx="255069" cy="0"/>
              </a:xfrm>
              <a:prstGeom prst="line">
                <a:avLst/>
              </a:prstGeom>
              <a:ln w="6350">
                <a:solidFill>
                  <a:schemeClr val="accent2">
                    <a:lumMod val="75000"/>
                  </a:schemeClr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33B181AC-4468-A61B-8A0A-771E038DF045}"/>
              </a:ext>
            </a:extLst>
          </p:cNvPr>
          <p:cNvSpPr/>
          <p:nvPr/>
        </p:nvSpPr>
        <p:spPr>
          <a:xfrm>
            <a:off x="3469957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solidFill>
              <a:schemeClr val="bg1">
                <a:lumMod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788082E-28EC-9ADC-BCFF-FE7FB51A3BD0}"/>
              </a:ext>
            </a:extLst>
          </p:cNvPr>
          <p:cNvSpPr txBox="1"/>
          <p:nvPr/>
        </p:nvSpPr>
        <p:spPr>
          <a:xfrm>
            <a:off x="4799021" y="57746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2">
                    <a:lumMod val="2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717CE6-56F8-879E-2848-B46F7B64AD53}"/>
              </a:ext>
            </a:extLst>
          </p:cNvPr>
          <p:cNvSpPr txBox="1"/>
          <p:nvPr/>
        </p:nvSpPr>
        <p:spPr>
          <a:xfrm>
            <a:off x="2425753" y="324317"/>
            <a:ext cx="7161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0774E12-4103-85C2-EA48-A619945D2D52}"/>
              </a:ext>
            </a:extLst>
          </p:cNvPr>
          <p:cNvCxnSpPr/>
          <p:nvPr/>
        </p:nvCxnSpPr>
        <p:spPr>
          <a:xfrm>
            <a:off x="243232" y="923258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C395C89B-0A37-499F-0B11-26C97AA7C277}"/>
              </a:ext>
            </a:extLst>
          </p:cNvPr>
          <p:cNvGrpSpPr/>
          <p:nvPr/>
        </p:nvGrpSpPr>
        <p:grpSpPr>
          <a:xfrm>
            <a:off x="243232" y="145824"/>
            <a:ext cx="707659" cy="693692"/>
            <a:chOff x="3923641" y="1771650"/>
            <a:chExt cx="3072140" cy="31209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13C39D6-CD5D-4579-AE7C-9AF5B8E545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3641" y="1771650"/>
              <a:ext cx="3072140" cy="3120904"/>
            </a:xfrm>
            <a:prstGeom prst="ellipse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3FF8835-5F5A-2DF1-D4A4-17AC3F223EE5}"/>
                </a:ext>
              </a:extLst>
            </p:cNvPr>
            <p:cNvSpPr/>
            <p:nvPr/>
          </p:nvSpPr>
          <p:spPr>
            <a:xfrm>
              <a:off x="3923641" y="1790699"/>
              <a:ext cx="3072140" cy="3092329"/>
            </a:xfrm>
            <a:prstGeom prst="ellipse">
              <a:avLst/>
            </a:prstGeom>
            <a:noFill/>
            <a:ln w="53975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bg2">
                      <a:lumMod val="10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E7647F3-8643-D5E0-3A2D-F2FADA38951D}"/>
              </a:ext>
            </a:extLst>
          </p:cNvPr>
          <p:cNvGrpSpPr/>
          <p:nvPr/>
        </p:nvGrpSpPr>
        <p:grpSpPr>
          <a:xfrm>
            <a:off x="774432" y="6080039"/>
            <a:ext cx="701147" cy="401282"/>
            <a:chOff x="267137" y="5961402"/>
            <a:chExt cx="701147" cy="401282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0C4749E-9E83-7EDF-F897-E01F9DA1638F}"/>
                </a:ext>
              </a:extLst>
            </p:cNvPr>
            <p:cNvSpPr/>
            <p:nvPr/>
          </p:nvSpPr>
          <p:spPr>
            <a:xfrm>
              <a:off x="362449" y="5961402"/>
              <a:ext cx="483011" cy="401282"/>
            </a:xfrm>
            <a:prstGeom prst="ellipse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56D858F-D7CD-67E6-7B03-B3D40939DA31}"/>
                </a:ext>
              </a:extLst>
            </p:cNvPr>
            <p:cNvSpPr txBox="1"/>
            <p:nvPr/>
          </p:nvSpPr>
          <p:spPr>
            <a:xfrm>
              <a:off x="267137" y="6090963"/>
              <a:ext cx="701147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00" spc="200" dirty="0">
                  <a:solidFill>
                    <a:schemeClr val="bg1">
                      <a:lumMod val="6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ANALYTICS</a:t>
              </a:r>
              <a:endParaRPr lang="en-GB" sz="8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E9F5134-624B-E62A-4A00-88D0BF0B3754}"/>
              </a:ext>
            </a:extLst>
          </p:cNvPr>
          <p:cNvSpPr txBox="1"/>
          <p:nvPr/>
        </p:nvSpPr>
        <p:spPr>
          <a:xfrm>
            <a:off x="5621868" y="677037"/>
            <a:ext cx="10170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DESIGN</a:t>
            </a:r>
            <a:endParaRPr lang="en-GB" sz="1400" spc="200" dirty="0">
              <a:solidFill>
                <a:srgbClr val="FF6600"/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CE4873-3F07-73B3-C225-4CC01905D334}"/>
              </a:ext>
            </a:extLst>
          </p:cNvPr>
          <p:cNvSpPr txBox="1"/>
          <p:nvPr/>
        </p:nvSpPr>
        <p:spPr>
          <a:xfrm>
            <a:off x="274116" y="1429584"/>
            <a:ext cx="2640157" cy="278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900" spc="300" dirty="0">
                <a:solidFill>
                  <a:schemeClr val="bg1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 MODULE: 1 &gt;    </a:t>
            </a:r>
            <a:r>
              <a:rPr lang="en-GB" sz="900" spc="3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 WEEK: 1 &gt;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CB12791-0A81-78C3-3BAD-E5D188FA04B2}"/>
              </a:ext>
            </a:extLst>
          </p:cNvPr>
          <p:cNvSpPr/>
          <p:nvPr/>
        </p:nvSpPr>
        <p:spPr>
          <a:xfrm>
            <a:off x="5987348" y="5631900"/>
            <a:ext cx="242905" cy="204988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2CA6510F-3B7E-F673-BFDC-9BAAE6A2952D}"/>
              </a:ext>
            </a:extLst>
          </p:cNvPr>
          <p:cNvGrpSpPr/>
          <p:nvPr/>
        </p:nvGrpSpPr>
        <p:grpSpPr>
          <a:xfrm>
            <a:off x="11360271" y="6149091"/>
            <a:ext cx="662697" cy="205404"/>
            <a:chOff x="4451258" y="4630747"/>
            <a:chExt cx="662697" cy="274083"/>
          </a:xfrm>
        </p:grpSpPr>
        <p:sp>
          <p:nvSpPr>
            <p:cNvPr id="209" name="Rectangle: Rounded Corners 208">
              <a:extLst>
                <a:ext uri="{FF2B5EF4-FFF2-40B4-BE49-F238E27FC236}">
                  <a16:creationId xmlns:a16="http://schemas.microsoft.com/office/drawing/2014/main" id="{CFF1679A-DAD2-88D8-BCD2-6D04598A276E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solidFill>
              <a:srgbClr val="FF6600"/>
            </a:soli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BA019727-6B02-4E71-8240-695EC921B1D9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BDC29E89-A6BC-0A53-AB8F-D28544F69413}"/>
              </a:ext>
            </a:extLst>
          </p:cNvPr>
          <p:cNvGrpSpPr/>
          <p:nvPr/>
        </p:nvGrpSpPr>
        <p:grpSpPr>
          <a:xfrm>
            <a:off x="9825999" y="6149086"/>
            <a:ext cx="706140" cy="204727"/>
            <a:chOff x="4451258" y="4631650"/>
            <a:chExt cx="706140" cy="273180"/>
          </a:xfrm>
        </p:grpSpPr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8DFBA600-31EC-E174-BF49-5098D3957F0B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  <p:sp>
          <p:nvSpPr>
            <p:cNvPr id="213" name="Rectangle: Rounded Corners 212">
              <a:extLst>
                <a:ext uri="{FF2B5EF4-FFF2-40B4-BE49-F238E27FC236}">
                  <a16:creationId xmlns:a16="http://schemas.microsoft.com/office/drawing/2014/main" id="{25CBD2A1-1434-0C0A-3B6B-47B0F49822D4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noFill/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8163A1EB-FB79-E0EF-59DC-33340FBEE8AD}"/>
              </a:ext>
            </a:extLst>
          </p:cNvPr>
          <p:cNvGrpSpPr/>
          <p:nvPr/>
        </p:nvGrpSpPr>
        <p:grpSpPr>
          <a:xfrm>
            <a:off x="10598477" y="6149086"/>
            <a:ext cx="691564" cy="204727"/>
            <a:chOff x="4451258" y="4631650"/>
            <a:chExt cx="691564" cy="273180"/>
          </a:xfrm>
        </p:grpSpPr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4D48B0B-E4F4-30D9-4720-B8D6266178BC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  <p:sp>
          <p:nvSpPr>
            <p:cNvPr id="216" name="Rectangle: Rounded Corners 215">
              <a:extLst>
                <a:ext uri="{FF2B5EF4-FFF2-40B4-BE49-F238E27FC236}">
                  <a16:creationId xmlns:a16="http://schemas.microsoft.com/office/drawing/2014/main" id="{EA515568-D9C1-A0C2-05AB-9079CB426239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noFill/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sp>
        <p:nvSpPr>
          <p:cNvPr id="391" name="TextBox 390">
            <a:extLst>
              <a:ext uri="{FF2B5EF4-FFF2-40B4-BE49-F238E27FC236}">
                <a16:creationId xmlns:a16="http://schemas.microsoft.com/office/drawing/2014/main" id="{00589935-6D79-FB43-E88E-6F868140E8B4}"/>
              </a:ext>
            </a:extLst>
          </p:cNvPr>
          <p:cNvSpPr txBox="1"/>
          <p:nvPr/>
        </p:nvSpPr>
        <p:spPr>
          <a:xfrm rot="10800000">
            <a:off x="11835176" y="5469291"/>
            <a:ext cx="734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spc="300" dirty="0">
                <a:solidFill>
                  <a:schemeClr val="bg1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B66328-C326-1D70-4691-8CF74841F967}"/>
              </a:ext>
            </a:extLst>
          </p:cNvPr>
          <p:cNvSpPr/>
          <p:nvPr/>
        </p:nvSpPr>
        <p:spPr>
          <a:xfrm>
            <a:off x="105619" y="6051324"/>
            <a:ext cx="545989" cy="429981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2CD8183-0AF2-24C4-E628-337E66D0BCCB}"/>
              </a:ext>
            </a:extLst>
          </p:cNvPr>
          <p:cNvGrpSpPr/>
          <p:nvPr/>
        </p:nvGrpSpPr>
        <p:grpSpPr>
          <a:xfrm>
            <a:off x="3757035" y="1838189"/>
            <a:ext cx="7745444" cy="3157549"/>
            <a:chOff x="1692426" y="1825331"/>
            <a:chExt cx="9201019" cy="3157549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47E495A-6340-7569-B8E0-DF28177A6C91}"/>
                </a:ext>
              </a:extLst>
            </p:cNvPr>
            <p:cNvSpPr/>
            <p:nvPr/>
          </p:nvSpPr>
          <p:spPr>
            <a:xfrm>
              <a:off x="1699401" y="1825331"/>
              <a:ext cx="9194040" cy="605486"/>
            </a:xfrm>
            <a:prstGeom prst="roundRect">
              <a:avLst>
                <a:gd name="adj" fmla="val 11226"/>
              </a:avLst>
            </a:prstGeom>
            <a:noFill/>
            <a:ln w="3175">
              <a:solidFill>
                <a:schemeClr val="bg1">
                  <a:lumMod val="95000"/>
                </a:schemeClr>
              </a:solidFill>
            </a:ln>
            <a:effectLst>
              <a:glow rad="25400">
                <a:schemeClr val="bg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4C51E747-6622-243E-7B46-2318528D7B60}"/>
                </a:ext>
              </a:extLst>
            </p:cNvPr>
            <p:cNvSpPr/>
            <p:nvPr/>
          </p:nvSpPr>
          <p:spPr>
            <a:xfrm>
              <a:off x="1699401" y="2458576"/>
              <a:ext cx="9194041" cy="605486"/>
            </a:xfrm>
            <a:prstGeom prst="roundRect">
              <a:avLst>
                <a:gd name="adj" fmla="val 11226"/>
              </a:avLst>
            </a:prstGeom>
            <a:noFill/>
            <a:ln w="6350" cmpd="sng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0AE8C857-5B9D-77D4-07A0-2C8690250F3C}"/>
                </a:ext>
              </a:extLst>
            </p:cNvPr>
            <p:cNvSpPr/>
            <p:nvPr/>
          </p:nvSpPr>
          <p:spPr>
            <a:xfrm>
              <a:off x="1692427" y="3077634"/>
              <a:ext cx="9194041" cy="605486"/>
            </a:xfrm>
            <a:prstGeom prst="roundRect">
              <a:avLst>
                <a:gd name="adj" fmla="val 11226"/>
              </a:avLst>
            </a:prstGeom>
            <a:noFill/>
            <a:ln w="6350" cmpd="sng">
              <a:solidFill>
                <a:srgbClr val="FF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D6B0DF5C-CD9E-8321-A5F0-BA1CEC37A3AB}"/>
                </a:ext>
              </a:extLst>
            </p:cNvPr>
            <p:cNvSpPr/>
            <p:nvPr/>
          </p:nvSpPr>
          <p:spPr>
            <a:xfrm>
              <a:off x="1692426" y="3731204"/>
              <a:ext cx="9194041" cy="605486"/>
            </a:xfrm>
            <a:prstGeom prst="roundRect">
              <a:avLst>
                <a:gd name="adj" fmla="val 11226"/>
              </a:avLst>
            </a:prstGeom>
            <a:noFill/>
            <a:ln w="3175" cmpd="sng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94FD7F8-0567-EBA1-DDF3-4FF5595BE1DA}"/>
                </a:ext>
              </a:extLst>
            </p:cNvPr>
            <p:cNvSpPr/>
            <p:nvPr/>
          </p:nvSpPr>
          <p:spPr>
            <a:xfrm>
              <a:off x="1699403" y="4377394"/>
              <a:ext cx="9194042" cy="605486"/>
            </a:xfrm>
            <a:prstGeom prst="roundRect">
              <a:avLst>
                <a:gd name="adj" fmla="val 11226"/>
              </a:avLst>
            </a:prstGeom>
            <a:noFill/>
            <a:ln w="3175" cmpd="sng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2597173F-2599-1F5D-D8D5-714F8B833459}"/>
              </a:ext>
            </a:extLst>
          </p:cNvPr>
          <p:cNvSpPr txBox="1"/>
          <p:nvPr/>
        </p:nvSpPr>
        <p:spPr>
          <a:xfrm>
            <a:off x="10724689" y="1531836"/>
            <a:ext cx="8350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900" spc="2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GB" sz="8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14:00 </a:t>
            </a:r>
            <a:r>
              <a:rPr lang="en-GB" sz="900" spc="2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+</a:t>
            </a:r>
            <a:endParaRPr lang="en-GB" sz="800" spc="200" dirty="0">
              <a:solidFill>
                <a:srgbClr val="FF6600"/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977F3D8-0302-7754-D78D-058F3462444F}"/>
              </a:ext>
            </a:extLst>
          </p:cNvPr>
          <p:cNvSpPr/>
          <p:nvPr/>
        </p:nvSpPr>
        <p:spPr>
          <a:xfrm>
            <a:off x="10825761" y="1554092"/>
            <a:ext cx="662697" cy="204727"/>
          </a:xfrm>
          <a:prstGeom prst="roundRect">
            <a:avLst>
              <a:gd name="adj" fmla="val 31893"/>
            </a:avLst>
          </a:prstGeom>
          <a:noFill/>
          <a:ln w="6350" cap="sq" cmpd="dbl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43AF04E-19DF-D1B4-595C-54F21EF4B57D}"/>
              </a:ext>
            </a:extLst>
          </p:cNvPr>
          <p:cNvGrpSpPr/>
          <p:nvPr/>
        </p:nvGrpSpPr>
        <p:grpSpPr>
          <a:xfrm>
            <a:off x="6117981" y="1968686"/>
            <a:ext cx="928686" cy="403829"/>
            <a:chOff x="6429377" y="3233036"/>
            <a:chExt cx="928686" cy="403829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2D0DB05C-33A6-2004-B32F-0888740587D3}"/>
                </a:ext>
              </a:extLst>
            </p:cNvPr>
            <p:cNvSpPr/>
            <p:nvPr/>
          </p:nvSpPr>
          <p:spPr>
            <a:xfrm>
              <a:off x="6553110" y="3254703"/>
              <a:ext cx="681220" cy="382162"/>
            </a:xfrm>
            <a:prstGeom prst="roundRect">
              <a:avLst>
                <a:gd name="adj" fmla="val 23931"/>
              </a:avLst>
            </a:prstGeom>
            <a:solidFill>
              <a:srgbClr val="5C2500"/>
            </a:solidFill>
            <a:ln w="6350" cap="sq" cmpd="dbl">
              <a:solidFill>
                <a:srgbClr val="DC5F0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solidFill>
                  <a:schemeClr val="tx2">
                    <a:lumMod val="75000"/>
                  </a:schemeClr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ECDE5C8-8A82-BF2B-1F51-E8EAE1E3C0D9}"/>
                </a:ext>
              </a:extLst>
            </p:cNvPr>
            <p:cNvSpPr txBox="1"/>
            <p:nvPr/>
          </p:nvSpPr>
          <p:spPr>
            <a:xfrm>
              <a:off x="6429377" y="3233036"/>
              <a:ext cx="92868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10:00- 10:30</a:t>
              </a:r>
            </a:p>
            <a:p>
              <a:pPr algn="ctr"/>
              <a:r>
                <a:rPr lang="en-GB" sz="4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</a:p>
            <a:p>
              <a:pPr algn="ctr"/>
              <a:r>
                <a:rPr lang="en-GB" sz="7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Break</a:t>
              </a:r>
              <a:endPara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6F9BD23-CAA7-12F7-A5B7-D3D042CFD9B2}"/>
              </a:ext>
            </a:extLst>
          </p:cNvPr>
          <p:cNvGrpSpPr/>
          <p:nvPr/>
        </p:nvGrpSpPr>
        <p:grpSpPr>
          <a:xfrm>
            <a:off x="6843891" y="1953919"/>
            <a:ext cx="927133" cy="493732"/>
            <a:chOff x="2187543" y="1943121"/>
            <a:chExt cx="1595427" cy="493732"/>
          </a:xfrm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8E025460-7EEA-D826-963A-8556E6ED99D6}"/>
                </a:ext>
              </a:extLst>
            </p:cNvPr>
            <p:cNvSpPr/>
            <p:nvPr/>
          </p:nvSpPr>
          <p:spPr>
            <a:xfrm>
              <a:off x="2367334" y="1967502"/>
              <a:ext cx="1172256" cy="395141"/>
            </a:xfrm>
            <a:prstGeom prst="roundRect">
              <a:avLst>
                <a:gd name="adj" fmla="val 29890"/>
              </a:avLst>
            </a:prstGeom>
            <a:solidFill>
              <a:srgbClr val="005C2A"/>
            </a:solidFill>
            <a:ln w="6350" cap="sq" cmpd="sng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solidFill>
                  <a:schemeClr val="tx2">
                    <a:lumMod val="75000"/>
                  </a:schemeClr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067B16B-7406-D21B-BFE6-97B12DEEFDAD}"/>
                </a:ext>
              </a:extLst>
            </p:cNvPr>
            <p:cNvSpPr txBox="1"/>
            <p:nvPr/>
          </p:nvSpPr>
          <p:spPr>
            <a:xfrm>
              <a:off x="2187543" y="1943121"/>
              <a:ext cx="1595427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10:30- 11:00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A88B0B6-F701-390D-46BB-0CC764131C26}"/>
                </a:ext>
              </a:extLst>
            </p:cNvPr>
            <p:cNvSpPr txBox="1"/>
            <p:nvPr/>
          </p:nvSpPr>
          <p:spPr>
            <a:xfrm>
              <a:off x="2524417" y="2267576"/>
              <a:ext cx="88993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4B4CD2B-A69F-B2E7-520A-BE5BAB3AC044}"/>
                </a:ext>
              </a:extLst>
            </p:cNvPr>
            <p:cNvSpPr txBox="1"/>
            <p:nvPr/>
          </p:nvSpPr>
          <p:spPr>
            <a:xfrm>
              <a:off x="2304839" y="2044521"/>
              <a:ext cx="13454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Group</a:t>
              </a:r>
            </a:p>
            <a:p>
              <a:pPr algn="ctr"/>
              <a:r>
                <a:rPr lang="en-GB" sz="5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Discussion</a:t>
              </a:r>
              <a:endParaRPr lang="en-GB" sz="3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B34EC6F7-AAF9-4EAE-2052-8CA584FC2539}"/>
              </a:ext>
            </a:extLst>
          </p:cNvPr>
          <p:cNvSpPr txBox="1"/>
          <p:nvPr/>
        </p:nvSpPr>
        <p:spPr>
          <a:xfrm>
            <a:off x="3651891" y="1536109"/>
            <a:ext cx="8876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900" spc="2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GB" sz="8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08:00 </a:t>
            </a:r>
            <a:r>
              <a:rPr lang="en-GB" sz="900" spc="2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+</a:t>
            </a:r>
            <a:endParaRPr lang="en-GB" sz="800" spc="200" dirty="0">
              <a:solidFill>
                <a:srgbClr val="FF6600"/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0CB7FA34-B067-B98B-96F8-B9FC5F9C032C}"/>
              </a:ext>
            </a:extLst>
          </p:cNvPr>
          <p:cNvSpPr/>
          <p:nvPr/>
        </p:nvSpPr>
        <p:spPr>
          <a:xfrm>
            <a:off x="3757035" y="1548754"/>
            <a:ext cx="697575" cy="204727"/>
          </a:xfrm>
          <a:prstGeom prst="roundRect">
            <a:avLst>
              <a:gd name="adj" fmla="val 26077"/>
            </a:avLst>
          </a:prstGeom>
          <a:noFill/>
          <a:ln w="6350" cap="sq" cmpd="dbl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B1B0E7E9-3F10-D763-F8B7-C06B096B1827}"/>
              </a:ext>
            </a:extLst>
          </p:cNvPr>
          <p:cNvGrpSpPr/>
          <p:nvPr/>
        </p:nvGrpSpPr>
        <p:grpSpPr>
          <a:xfrm>
            <a:off x="3806209" y="1944887"/>
            <a:ext cx="1208248" cy="404163"/>
            <a:chOff x="2349573" y="1945915"/>
            <a:chExt cx="1210597" cy="404163"/>
          </a:xfrm>
        </p:grpSpPr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D6D3068B-F241-957E-DE51-4477D0350702}"/>
                </a:ext>
              </a:extLst>
            </p:cNvPr>
            <p:cNvSpPr/>
            <p:nvPr/>
          </p:nvSpPr>
          <p:spPr>
            <a:xfrm>
              <a:off x="2349573" y="1978832"/>
              <a:ext cx="1186980" cy="371246"/>
            </a:xfrm>
            <a:prstGeom prst="roundRect">
              <a:avLst>
                <a:gd name="adj" fmla="val 29185"/>
              </a:avLst>
            </a:prstGeom>
            <a:solidFill>
              <a:schemeClr val="bg2">
                <a:lumMod val="10000"/>
              </a:schemeClr>
            </a:solidFill>
            <a:ln w="6350" cap="sq" cmpd="sng">
              <a:solidFill>
                <a:schemeClr val="bg2">
                  <a:lumMod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solidFill>
                  <a:schemeClr val="tx2">
                    <a:lumMod val="75000"/>
                  </a:schemeClr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D68BC024-11C6-D888-0302-6CAD72B370FF}"/>
                </a:ext>
              </a:extLst>
            </p:cNvPr>
            <p:cNvSpPr txBox="1"/>
            <p:nvPr/>
          </p:nvSpPr>
          <p:spPr>
            <a:xfrm>
              <a:off x="2514603" y="1945915"/>
              <a:ext cx="88937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08:00-09:00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C105449A-977F-652D-F5B6-B257AC031AFF}"/>
                </a:ext>
              </a:extLst>
            </p:cNvPr>
            <p:cNvSpPr txBox="1"/>
            <p:nvPr/>
          </p:nvSpPr>
          <p:spPr>
            <a:xfrm>
              <a:off x="2351550" y="2053220"/>
              <a:ext cx="12086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Introduction</a:t>
              </a:r>
              <a:endPara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BB82F3C-B853-8B35-DC79-3B74FB4CE47F}"/>
              </a:ext>
            </a:extLst>
          </p:cNvPr>
          <p:cNvGrpSpPr/>
          <p:nvPr/>
        </p:nvGrpSpPr>
        <p:grpSpPr>
          <a:xfrm>
            <a:off x="5022793" y="1950969"/>
            <a:ext cx="1213773" cy="486803"/>
            <a:chOff x="2349573" y="1950202"/>
            <a:chExt cx="1216133" cy="486803"/>
          </a:xfrm>
        </p:grpSpPr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EF346A77-AB10-E2E1-4B3A-F0491886668A}"/>
                </a:ext>
              </a:extLst>
            </p:cNvPr>
            <p:cNvSpPr/>
            <p:nvPr/>
          </p:nvSpPr>
          <p:spPr>
            <a:xfrm>
              <a:off x="2349573" y="1978832"/>
              <a:ext cx="1186980" cy="371246"/>
            </a:xfrm>
            <a:prstGeom prst="roundRect">
              <a:avLst>
                <a:gd name="adj" fmla="val 24908"/>
              </a:avLst>
            </a:prstGeom>
            <a:solidFill>
              <a:schemeClr val="bg2">
                <a:lumMod val="10000"/>
              </a:schemeClr>
            </a:solidFill>
            <a:ln w="6350" cap="sq" cmpd="sng">
              <a:solidFill>
                <a:srgbClr val="A9A5A5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solidFill>
                  <a:schemeClr val="tx2">
                    <a:lumMod val="75000"/>
                  </a:schemeClr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49E6DC9C-971F-443C-E8C6-99048E07FE1C}"/>
                </a:ext>
              </a:extLst>
            </p:cNvPr>
            <p:cNvSpPr txBox="1"/>
            <p:nvPr/>
          </p:nvSpPr>
          <p:spPr>
            <a:xfrm>
              <a:off x="2421701" y="1950202"/>
              <a:ext cx="104501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09:00-10:00</a:t>
              </a:r>
            </a:p>
            <a:p>
              <a:pPr algn="ctr"/>
              <a:endPara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B4EE16BE-993E-C8A4-2B95-AB3BBB90A952}"/>
                </a:ext>
              </a:extLst>
            </p:cNvPr>
            <p:cNvSpPr txBox="1"/>
            <p:nvPr/>
          </p:nvSpPr>
          <p:spPr>
            <a:xfrm>
              <a:off x="2656789" y="2267728"/>
              <a:ext cx="530016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C3D3F334-58AA-C54A-AC36-120656DD357A}"/>
                </a:ext>
              </a:extLst>
            </p:cNvPr>
            <p:cNvSpPr txBox="1"/>
            <p:nvPr/>
          </p:nvSpPr>
          <p:spPr>
            <a:xfrm>
              <a:off x="2357086" y="2056547"/>
              <a:ext cx="12086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History</a:t>
              </a:r>
              <a:endPara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B28CA0FF-30B0-E409-FB70-33E5F3A6E07E}"/>
              </a:ext>
            </a:extLst>
          </p:cNvPr>
          <p:cNvGrpSpPr/>
          <p:nvPr/>
        </p:nvGrpSpPr>
        <p:grpSpPr>
          <a:xfrm>
            <a:off x="7652733" y="1945241"/>
            <a:ext cx="1208495" cy="408130"/>
            <a:chOff x="2349573" y="1941948"/>
            <a:chExt cx="1210844" cy="408130"/>
          </a:xfrm>
        </p:grpSpPr>
        <p:sp>
          <p:nvSpPr>
            <p:cNvPr id="140" name="Rectangle: Rounded Corners 139">
              <a:extLst>
                <a:ext uri="{FF2B5EF4-FFF2-40B4-BE49-F238E27FC236}">
                  <a16:creationId xmlns:a16="http://schemas.microsoft.com/office/drawing/2014/main" id="{27366A57-4FFC-0A15-FCE6-61399B7C7D5C}"/>
                </a:ext>
              </a:extLst>
            </p:cNvPr>
            <p:cNvSpPr/>
            <p:nvPr/>
          </p:nvSpPr>
          <p:spPr>
            <a:xfrm>
              <a:off x="2349573" y="1978832"/>
              <a:ext cx="1162861" cy="371246"/>
            </a:xfrm>
            <a:prstGeom prst="roundRect">
              <a:avLst>
                <a:gd name="adj" fmla="val 27963"/>
              </a:avLst>
            </a:prstGeom>
            <a:solidFill>
              <a:schemeClr val="bg2">
                <a:lumMod val="10000"/>
              </a:schemeClr>
            </a:solidFill>
            <a:ln w="6350" cap="sq" cmpd="sng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solidFill>
                  <a:schemeClr val="tx2">
                    <a:lumMod val="75000"/>
                  </a:schemeClr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EDF7D36E-AEBD-3F9F-04AD-2164B0BBF827}"/>
                </a:ext>
              </a:extLst>
            </p:cNvPr>
            <p:cNvSpPr txBox="1"/>
            <p:nvPr/>
          </p:nvSpPr>
          <p:spPr>
            <a:xfrm>
              <a:off x="2471029" y="1941948"/>
              <a:ext cx="88038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11:00- 12:00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E541136A-CAD5-A9D9-C9FB-4702A9A7492E}"/>
                </a:ext>
              </a:extLst>
            </p:cNvPr>
            <p:cNvSpPr txBox="1"/>
            <p:nvPr/>
          </p:nvSpPr>
          <p:spPr>
            <a:xfrm>
              <a:off x="2351797" y="2063508"/>
              <a:ext cx="12086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Applications</a:t>
              </a:r>
              <a:endPara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565FDFC8-AA04-3D0C-153D-08BEE6842227}"/>
              </a:ext>
            </a:extLst>
          </p:cNvPr>
          <p:cNvGrpSpPr/>
          <p:nvPr/>
        </p:nvGrpSpPr>
        <p:grpSpPr>
          <a:xfrm>
            <a:off x="9561459" y="1951809"/>
            <a:ext cx="1206275" cy="398605"/>
            <a:chOff x="2351550" y="1951473"/>
            <a:chExt cx="1208620" cy="398605"/>
          </a:xfrm>
        </p:grpSpPr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DCF7B1B6-2A42-36CD-529D-2013FD5342BA}"/>
                </a:ext>
              </a:extLst>
            </p:cNvPr>
            <p:cNvSpPr/>
            <p:nvPr/>
          </p:nvSpPr>
          <p:spPr>
            <a:xfrm>
              <a:off x="2371535" y="1978832"/>
              <a:ext cx="1165019" cy="371246"/>
            </a:xfrm>
            <a:prstGeom prst="roundRect">
              <a:avLst>
                <a:gd name="adj" fmla="val 29796"/>
              </a:avLst>
            </a:prstGeom>
            <a:solidFill>
              <a:srgbClr val="17142E"/>
            </a:solidFill>
            <a:ln w="6350" cap="sq" cmpd="sng">
              <a:solidFill>
                <a:schemeClr val="bg2">
                  <a:lumMod val="2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solidFill>
                  <a:schemeClr val="tx2">
                    <a:lumMod val="75000"/>
                  </a:schemeClr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C89977D5-E980-6A96-F0B8-2F82ECE93740}"/>
                </a:ext>
              </a:extLst>
            </p:cNvPr>
            <p:cNvSpPr txBox="1"/>
            <p:nvPr/>
          </p:nvSpPr>
          <p:spPr>
            <a:xfrm>
              <a:off x="2395308" y="1951473"/>
              <a:ext cx="10426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12:30-13:30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76052B66-1394-A170-9DBB-8EBAB656300E}"/>
                </a:ext>
              </a:extLst>
            </p:cNvPr>
            <p:cNvSpPr txBox="1"/>
            <p:nvPr/>
          </p:nvSpPr>
          <p:spPr>
            <a:xfrm>
              <a:off x="2351550" y="2057982"/>
              <a:ext cx="12086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Practical</a:t>
              </a:r>
              <a:endPara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BE2855CB-4A6B-3FD4-2ACC-362B2EB3AA88}"/>
              </a:ext>
            </a:extLst>
          </p:cNvPr>
          <p:cNvGrpSpPr/>
          <p:nvPr/>
        </p:nvGrpSpPr>
        <p:grpSpPr>
          <a:xfrm>
            <a:off x="10547674" y="1960872"/>
            <a:ext cx="1206275" cy="399836"/>
            <a:chOff x="2106588" y="1970388"/>
            <a:chExt cx="1208620" cy="399836"/>
          </a:xfrm>
        </p:grpSpPr>
        <p:sp>
          <p:nvSpPr>
            <p:cNvPr id="155" name="Rectangle: Rounded Corners 154">
              <a:extLst>
                <a:ext uri="{FF2B5EF4-FFF2-40B4-BE49-F238E27FC236}">
                  <a16:creationId xmlns:a16="http://schemas.microsoft.com/office/drawing/2014/main" id="{604C103E-64DA-5273-48D7-E05CF94008B6}"/>
                </a:ext>
              </a:extLst>
            </p:cNvPr>
            <p:cNvSpPr/>
            <p:nvPr/>
          </p:nvSpPr>
          <p:spPr>
            <a:xfrm>
              <a:off x="2349574" y="1983088"/>
              <a:ext cx="659063" cy="387136"/>
            </a:xfrm>
            <a:prstGeom prst="roundRect">
              <a:avLst>
                <a:gd name="adj" fmla="val 24943"/>
              </a:avLst>
            </a:prstGeom>
            <a:solidFill>
              <a:schemeClr val="bg2">
                <a:lumMod val="10000"/>
              </a:schemeClr>
            </a:solidFill>
            <a:ln w="12700" cap="sq" cmpd="dbl">
              <a:solidFill>
                <a:srgbClr val="A9A5A5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solidFill>
                  <a:schemeClr val="tx2">
                    <a:lumMod val="75000"/>
                  </a:schemeClr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0BDFB068-92CB-C58A-D72F-102D331A838B}"/>
                </a:ext>
              </a:extLst>
            </p:cNvPr>
            <p:cNvSpPr txBox="1"/>
            <p:nvPr/>
          </p:nvSpPr>
          <p:spPr>
            <a:xfrm>
              <a:off x="2281919" y="1970388"/>
              <a:ext cx="836717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13:30-14:00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DE978CA-7EC1-C1A8-AED6-0D296A7A4174}"/>
                </a:ext>
              </a:extLst>
            </p:cNvPr>
            <p:cNvSpPr txBox="1"/>
            <p:nvPr/>
          </p:nvSpPr>
          <p:spPr>
            <a:xfrm>
              <a:off x="2106588" y="2076434"/>
              <a:ext cx="12086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Summary</a:t>
              </a:r>
              <a:endPara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8C190E11-975F-6E5D-75FD-97C0E63BD1B9}"/>
              </a:ext>
            </a:extLst>
          </p:cNvPr>
          <p:cNvSpPr txBox="1"/>
          <p:nvPr/>
        </p:nvSpPr>
        <p:spPr>
          <a:xfrm>
            <a:off x="4069468" y="2208404"/>
            <a:ext cx="64461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1.1  1.2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FFF9CAB-C382-A23D-AA82-40029960F117}"/>
              </a:ext>
            </a:extLst>
          </p:cNvPr>
          <p:cNvSpPr txBox="1"/>
          <p:nvPr/>
        </p:nvSpPr>
        <p:spPr>
          <a:xfrm>
            <a:off x="5416960" y="2202188"/>
            <a:ext cx="41748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1.3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046FF17-FC53-B733-5EEA-F986B995E92B}"/>
              </a:ext>
            </a:extLst>
          </p:cNvPr>
          <p:cNvSpPr txBox="1"/>
          <p:nvPr/>
        </p:nvSpPr>
        <p:spPr>
          <a:xfrm>
            <a:off x="7099252" y="2233663"/>
            <a:ext cx="41748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1.4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EADEBDF-6594-E5CD-8C4A-78985F3402EE}"/>
              </a:ext>
            </a:extLst>
          </p:cNvPr>
          <p:cNvSpPr txBox="1"/>
          <p:nvPr/>
        </p:nvSpPr>
        <p:spPr>
          <a:xfrm>
            <a:off x="8049346" y="2221240"/>
            <a:ext cx="41748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2.1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051BA629-F9A8-2D3B-C2CE-66001C1ABA0D}"/>
              </a:ext>
            </a:extLst>
          </p:cNvPr>
          <p:cNvSpPr txBox="1"/>
          <p:nvPr/>
        </p:nvSpPr>
        <p:spPr>
          <a:xfrm>
            <a:off x="9731638" y="2202128"/>
            <a:ext cx="81009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2.2  2.3  2.4</a:t>
            </a:r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BBECF8C5-AF8A-01FB-54D5-03E91CD3A5A2}"/>
              </a:ext>
            </a:extLst>
          </p:cNvPr>
          <p:cNvSpPr/>
          <p:nvPr/>
        </p:nvSpPr>
        <p:spPr>
          <a:xfrm>
            <a:off x="3125000" y="1420177"/>
            <a:ext cx="8694958" cy="3789605"/>
          </a:xfrm>
          <a:prstGeom prst="roundRect">
            <a:avLst>
              <a:gd name="adj" fmla="val 9920"/>
            </a:avLst>
          </a:prstGeom>
          <a:noFill/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8858AB1-79EF-327E-07A8-16D8F456FF02}"/>
              </a:ext>
            </a:extLst>
          </p:cNvPr>
          <p:cNvSpPr txBox="1"/>
          <p:nvPr/>
        </p:nvSpPr>
        <p:spPr>
          <a:xfrm>
            <a:off x="3021697" y="1557502"/>
            <a:ext cx="8876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DAY</a:t>
            </a:r>
            <a:endParaRPr lang="en-GB" sz="800" spc="200" dirty="0">
              <a:solidFill>
                <a:srgbClr val="FF6600"/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80AD474-7CA3-E4FE-B6A2-4EB16B4EB10E}"/>
              </a:ext>
            </a:extLst>
          </p:cNvPr>
          <p:cNvSpPr txBox="1"/>
          <p:nvPr/>
        </p:nvSpPr>
        <p:spPr>
          <a:xfrm>
            <a:off x="3162187" y="2021002"/>
            <a:ext cx="5655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1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57BF98C-39E9-02A4-90AC-23A767785424}"/>
              </a:ext>
            </a:extLst>
          </p:cNvPr>
          <p:cNvSpPr txBox="1"/>
          <p:nvPr/>
        </p:nvSpPr>
        <p:spPr>
          <a:xfrm>
            <a:off x="3182735" y="2631784"/>
            <a:ext cx="5655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en-GB" sz="1000" spc="200" dirty="0">
              <a:solidFill>
                <a:srgbClr val="FF6600"/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D0756913-6957-376C-518A-47DB4C6E59B3}"/>
              </a:ext>
            </a:extLst>
          </p:cNvPr>
          <p:cNvSpPr txBox="1"/>
          <p:nvPr/>
        </p:nvSpPr>
        <p:spPr>
          <a:xfrm>
            <a:off x="3218733" y="3252840"/>
            <a:ext cx="4935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solidFill>
                  <a:srgbClr val="66FF33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277339ED-E990-7B5D-1541-7277615D06F6}"/>
              </a:ext>
            </a:extLst>
          </p:cNvPr>
          <p:cNvSpPr txBox="1"/>
          <p:nvPr/>
        </p:nvSpPr>
        <p:spPr>
          <a:xfrm>
            <a:off x="3218733" y="3911137"/>
            <a:ext cx="493576" cy="246221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E5356EE-0455-2C2B-F52D-DD106B69799C}"/>
              </a:ext>
            </a:extLst>
          </p:cNvPr>
          <p:cNvSpPr txBox="1"/>
          <p:nvPr/>
        </p:nvSpPr>
        <p:spPr>
          <a:xfrm>
            <a:off x="3223909" y="4578448"/>
            <a:ext cx="493576" cy="246221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28D3A39F-00EB-85F2-EE71-4B76A5B1FED5}"/>
              </a:ext>
            </a:extLst>
          </p:cNvPr>
          <p:cNvSpPr txBox="1"/>
          <p:nvPr/>
        </p:nvSpPr>
        <p:spPr>
          <a:xfrm>
            <a:off x="8664049" y="5315825"/>
            <a:ext cx="31020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Total Training Hours:	</a:t>
            </a:r>
            <a:r>
              <a:rPr lang="en-GB" sz="900" spc="2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24   (11 so far)</a:t>
            </a:r>
          </a:p>
          <a:p>
            <a:r>
              <a:rPr lang="en-GB" sz="7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Learning Objectives: 	</a:t>
            </a:r>
            <a:r>
              <a:rPr lang="en-GB" sz="700" spc="2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</a:p>
          <a:p>
            <a:r>
              <a:rPr lang="en-GB" sz="7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Topics:		</a:t>
            </a:r>
            <a:r>
              <a:rPr lang="en-GB" sz="700" spc="2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22</a:t>
            </a:r>
          </a:p>
          <a:p>
            <a:r>
              <a:rPr lang="en-GB" sz="700" spc="200" dirty="0" err="1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Lessos</a:t>
            </a:r>
            <a:r>
              <a:rPr lang="en-GB" sz="7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:		</a:t>
            </a:r>
            <a:r>
              <a:rPr lang="en-GB" sz="700" spc="2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12</a:t>
            </a:r>
            <a:endParaRPr lang="en-GB" sz="900" spc="200" dirty="0">
              <a:solidFill>
                <a:srgbClr val="FF6600"/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B52459DB-7D4C-A34B-CBCF-067196691B5A}"/>
              </a:ext>
            </a:extLst>
          </p:cNvPr>
          <p:cNvSpPr txBox="1"/>
          <p:nvPr/>
        </p:nvSpPr>
        <p:spPr>
          <a:xfrm>
            <a:off x="7079533" y="1513250"/>
            <a:ext cx="7851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Day: </a:t>
            </a:r>
            <a:r>
              <a:rPr lang="en-GB" sz="1200" spc="2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endParaRPr lang="en-GB" sz="1050" spc="200" dirty="0">
              <a:solidFill>
                <a:srgbClr val="FF6600"/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55C1AF4F-7578-A21F-DD79-CA81C24D82E9}"/>
              </a:ext>
            </a:extLst>
          </p:cNvPr>
          <p:cNvSpPr txBox="1"/>
          <p:nvPr/>
        </p:nvSpPr>
        <p:spPr>
          <a:xfrm>
            <a:off x="10913775" y="2220312"/>
            <a:ext cx="41748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2.5</a:t>
            </a: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32F1663B-AF86-6CAD-AD75-4CF6C9F39E7D}"/>
              </a:ext>
            </a:extLst>
          </p:cNvPr>
          <p:cNvGrpSpPr/>
          <p:nvPr/>
        </p:nvGrpSpPr>
        <p:grpSpPr>
          <a:xfrm>
            <a:off x="6240287" y="2585584"/>
            <a:ext cx="687474" cy="411849"/>
            <a:chOff x="2367334" y="1932288"/>
            <a:chExt cx="1183018" cy="411849"/>
          </a:xfrm>
          <a:solidFill>
            <a:srgbClr val="5C2500"/>
          </a:solidFill>
        </p:grpSpPr>
        <p:sp>
          <p:nvSpPr>
            <p:cNvPr id="187" name="Rectangle: Rounded Corners 186">
              <a:extLst>
                <a:ext uri="{FF2B5EF4-FFF2-40B4-BE49-F238E27FC236}">
                  <a16:creationId xmlns:a16="http://schemas.microsoft.com/office/drawing/2014/main" id="{7A701823-24DE-DB72-1CC6-B8D8C35FF936}"/>
                </a:ext>
              </a:extLst>
            </p:cNvPr>
            <p:cNvSpPr/>
            <p:nvPr/>
          </p:nvSpPr>
          <p:spPr>
            <a:xfrm>
              <a:off x="2367334" y="1932288"/>
              <a:ext cx="1172256" cy="411849"/>
            </a:xfrm>
            <a:prstGeom prst="roundRect">
              <a:avLst>
                <a:gd name="adj" fmla="val 22151"/>
              </a:avLst>
            </a:prstGeom>
            <a:grpFill/>
            <a:ln w="6350" cap="sq" cmpd="dbl">
              <a:solidFill>
                <a:srgbClr val="DC5F0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ndara" panose="020E0502030303020204" pitchFamily="34" charset="0"/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2411539C-5D20-4424-2743-E16B1AA37CE9}"/>
                </a:ext>
              </a:extLst>
            </p:cNvPr>
            <p:cNvSpPr txBox="1"/>
            <p:nvPr/>
          </p:nvSpPr>
          <p:spPr>
            <a:xfrm>
              <a:off x="2399307" y="2043544"/>
              <a:ext cx="1151045" cy="20005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Break</a:t>
              </a:r>
              <a:endPara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9FC35274-E112-74FA-747B-BE54D4BFE119}"/>
              </a:ext>
            </a:extLst>
          </p:cNvPr>
          <p:cNvGrpSpPr/>
          <p:nvPr/>
        </p:nvGrpSpPr>
        <p:grpSpPr>
          <a:xfrm>
            <a:off x="4416763" y="2579933"/>
            <a:ext cx="1208248" cy="400084"/>
            <a:chOff x="2349573" y="1938404"/>
            <a:chExt cx="1210597" cy="400084"/>
          </a:xfrm>
        </p:grpSpPr>
        <p:sp>
          <p:nvSpPr>
            <p:cNvPr id="203" name="Rectangle: Rounded Corners 202">
              <a:extLst>
                <a:ext uri="{FF2B5EF4-FFF2-40B4-BE49-F238E27FC236}">
                  <a16:creationId xmlns:a16="http://schemas.microsoft.com/office/drawing/2014/main" id="{C3E8B4DE-3C52-51CB-E12E-6EBEEBBA2DE7}"/>
                </a:ext>
              </a:extLst>
            </p:cNvPr>
            <p:cNvSpPr/>
            <p:nvPr/>
          </p:nvSpPr>
          <p:spPr>
            <a:xfrm>
              <a:off x="2349573" y="1938404"/>
              <a:ext cx="1186980" cy="400084"/>
            </a:xfrm>
            <a:prstGeom prst="roundRect">
              <a:avLst>
                <a:gd name="adj" fmla="val 21854"/>
              </a:avLst>
            </a:prstGeom>
            <a:solidFill>
              <a:schemeClr val="bg2">
                <a:lumMod val="10000"/>
              </a:schemeClr>
            </a:solidFill>
            <a:ln w="9525" cap="sq" cmpd="sng">
              <a:solidFill>
                <a:srgbClr val="A9A5A5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ndara" panose="020E0502030303020204" pitchFamily="34" charset="0"/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034BF5A1-6CB2-0106-F7C0-896E87D133AB}"/>
                </a:ext>
              </a:extLst>
            </p:cNvPr>
            <p:cNvSpPr txBox="1"/>
            <p:nvPr/>
          </p:nvSpPr>
          <p:spPr>
            <a:xfrm>
              <a:off x="2351550" y="2010036"/>
              <a:ext cx="12086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Techniques Used</a:t>
              </a:r>
              <a:endPara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9C41EE4E-6B8F-19BC-D2C7-C60549E14A31}"/>
              </a:ext>
            </a:extLst>
          </p:cNvPr>
          <p:cNvGrpSpPr/>
          <p:nvPr/>
        </p:nvGrpSpPr>
        <p:grpSpPr>
          <a:xfrm>
            <a:off x="9595073" y="2578672"/>
            <a:ext cx="1161824" cy="400084"/>
            <a:chOff x="2349573" y="1938404"/>
            <a:chExt cx="1210597" cy="400084"/>
          </a:xfrm>
        </p:grpSpPr>
        <p:sp>
          <p:nvSpPr>
            <p:cNvPr id="217" name="Rectangle: Rounded Corners 216">
              <a:extLst>
                <a:ext uri="{FF2B5EF4-FFF2-40B4-BE49-F238E27FC236}">
                  <a16:creationId xmlns:a16="http://schemas.microsoft.com/office/drawing/2014/main" id="{546B112C-C7B8-5A38-C56A-F946DBEC9882}"/>
                </a:ext>
              </a:extLst>
            </p:cNvPr>
            <p:cNvSpPr/>
            <p:nvPr/>
          </p:nvSpPr>
          <p:spPr>
            <a:xfrm>
              <a:off x="2349573" y="1938404"/>
              <a:ext cx="1186979" cy="400084"/>
            </a:xfrm>
            <a:prstGeom prst="roundRect">
              <a:avLst>
                <a:gd name="adj" fmla="val 25519"/>
              </a:avLst>
            </a:prstGeom>
            <a:solidFill>
              <a:schemeClr val="bg2">
                <a:lumMod val="10000"/>
              </a:schemeClr>
            </a:solidFill>
            <a:ln w="6350" cap="sq" cmpd="sng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ndara" panose="020E0502030303020204" pitchFamily="34" charset="0"/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59146264-CFE3-A670-BD23-0E3D5689B189}"/>
                </a:ext>
              </a:extLst>
            </p:cNvPr>
            <p:cNvSpPr txBox="1"/>
            <p:nvPr/>
          </p:nvSpPr>
          <p:spPr>
            <a:xfrm>
              <a:off x="2351550" y="2043696"/>
              <a:ext cx="12086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Legal Aspects</a:t>
              </a:r>
              <a:endPara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DF169018-4926-4BF3-17BE-36E51C003910}"/>
              </a:ext>
            </a:extLst>
          </p:cNvPr>
          <p:cNvGrpSpPr/>
          <p:nvPr/>
        </p:nvGrpSpPr>
        <p:grpSpPr>
          <a:xfrm>
            <a:off x="10547507" y="2577783"/>
            <a:ext cx="1206275" cy="417209"/>
            <a:chOff x="2106588" y="1940927"/>
            <a:chExt cx="1208620" cy="417209"/>
          </a:xfrm>
        </p:grpSpPr>
        <p:sp>
          <p:nvSpPr>
            <p:cNvPr id="232" name="Rectangle: Rounded Corners 231">
              <a:extLst>
                <a:ext uri="{FF2B5EF4-FFF2-40B4-BE49-F238E27FC236}">
                  <a16:creationId xmlns:a16="http://schemas.microsoft.com/office/drawing/2014/main" id="{D853635E-5DB1-15E3-562F-06CF5A49F469}"/>
                </a:ext>
              </a:extLst>
            </p:cNvPr>
            <p:cNvSpPr/>
            <p:nvPr/>
          </p:nvSpPr>
          <p:spPr>
            <a:xfrm>
              <a:off x="2349574" y="1940927"/>
              <a:ext cx="659063" cy="417209"/>
            </a:xfrm>
            <a:prstGeom prst="roundRect">
              <a:avLst>
                <a:gd name="adj" fmla="val 27286"/>
              </a:avLst>
            </a:prstGeom>
            <a:solidFill>
              <a:schemeClr val="bg2">
                <a:lumMod val="10000"/>
              </a:schemeClr>
            </a:solidFill>
            <a:ln w="12700" cap="sq" cmpd="dbl">
              <a:solidFill>
                <a:srgbClr val="A9A5A5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ndara" panose="020E0502030303020204" pitchFamily="34" charset="0"/>
              </a:endParaRP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9D929D54-D27E-4C6A-92BE-951F711501B1}"/>
                </a:ext>
              </a:extLst>
            </p:cNvPr>
            <p:cNvSpPr txBox="1"/>
            <p:nvPr/>
          </p:nvSpPr>
          <p:spPr>
            <a:xfrm>
              <a:off x="2106588" y="2038333"/>
              <a:ext cx="12086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Summary</a:t>
              </a:r>
              <a:endPara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764ABC10-FE30-FA2C-87A3-F02B34B8A5EB}"/>
              </a:ext>
            </a:extLst>
          </p:cNvPr>
          <p:cNvGrpSpPr/>
          <p:nvPr/>
        </p:nvGrpSpPr>
        <p:grpSpPr>
          <a:xfrm>
            <a:off x="8868071" y="2585263"/>
            <a:ext cx="687474" cy="411849"/>
            <a:chOff x="2367334" y="1932288"/>
            <a:chExt cx="1183018" cy="411849"/>
          </a:xfrm>
          <a:solidFill>
            <a:srgbClr val="5C2500"/>
          </a:solidFill>
        </p:grpSpPr>
        <p:sp>
          <p:nvSpPr>
            <p:cNvPr id="331" name="Rectangle: Rounded Corners 330">
              <a:extLst>
                <a:ext uri="{FF2B5EF4-FFF2-40B4-BE49-F238E27FC236}">
                  <a16:creationId xmlns:a16="http://schemas.microsoft.com/office/drawing/2014/main" id="{1AB63832-F7D2-E739-1BA7-2537A5DFB338}"/>
                </a:ext>
              </a:extLst>
            </p:cNvPr>
            <p:cNvSpPr/>
            <p:nvPr/>
          </p:nvSpPr>
          <p:spPr>
            <a:xfrm>
              <a:off x="2367334" y="1932288"/>
              <a:ext cx="1172256" cy="411849"/>
            </a:xfrm>
            <a:prstGeom prst="roundRect">
              <a:avLst>
                <a:gd name="adj" fmla="val 26899"/>
              </a:avLst>
            </a:prstGeom>
            <a:grpFill/>
            <a:ln w="6350" cap="sq" cmpd="dbl">
              <a:solidFill>
                <a:srgbClr val="DC5F0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ndara" panose="020E0502030303020204" pitchFamily="34" charset="0"/>
              </a:endParaRPr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0826B82C-9B4C-7A7D-ABA7-56CD41C8FBFA}"/>
                </a:ext>
              </a:extLst>
            </p:cNvPr>
            <p:cNvSpPr txBox="1"/>
            <p:nvPr/>
          </p:nvSpPr>
          <p:spPr>
            <a:xfrm>
              <a:off x="2399307" y="2043544"/>
              <a:ext cx="1151045" cy="20005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Break</a:t>
              </a:r>
              <a:endPara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18B1DB5D-1F3B-AE68-89EA-4CBC96D7B0AA}"/>
              </a:ext>
            </a:extLst>
          </p:cNvPr>
          <p:cNvGrpSpPr/>
          <p:nvPr/>
        </p:nvGrpSpPr>
        <p:grpSpPr>
          <a:xfrm>
            <a:off x="3734749" y="2574913"/>
            <a:ext cx="754489" cy="404439"/>
            <a:chOff x="2266998" y="1940928"/>
            <a:chExt cx="889374" cy="417209"/>
          </a:xfrm>
        </p:grpSpPr>
        <p:sp>
          <p:nvSpPr>
            <p:cNvPr id="343" name="Rectangle: Rounded Corners 342">
              <a:extLst>
                <a:ext uri="{FF2B5EF4-FFF2-40B4-BE49-F238E27FC236}">
                  <a16:creationId xmlns:a16="http://schemas.microsoft.com/office/drawing/2014/main" id="{3C00FC0F-94B7-5130-6B41-884EEEAC11C8}"/>
                </a:ext>
              </a:extLst>
            </p:cNvPr>
            <p:cNvSpPr/>
            <p:nvPr/>
          </p:nvSpPr>
          <p:spPr>
            <a:xfrm>
              <a:off x="2349574" y="1940928"/>
              <a:ext cx="659063" cy="417209"/>
            </a:xfrm>
            <a:prstGeom prst="roundRect">
              <a:avLst>
                <a:gd name="adj" fmla="val 22951"/>
              </a:avLst>
            </a:prstGeom>
            <a:solidFill>
              <a:schemeClr val="bg2">
                <a:lumMod val="10000"/>
              </a:schemeClr>
            </a:solidFill>
            <a:ln w="9525" cap="sq" cmpd="sng">
              <a:solidFill>
                <a:srgbClr val="A9A5A5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CDEDF63C-C6E0-B7D3-8537-67E29C5B1C1B}"/>
                </a:ext>
              </a:extLst>
            </p:cNvPr>
            <p:cNvSpPr txBox="1"/>
            <p:nvPr/>
          </p:nvSpPr>
          <p:spPr>
            <a:xfrm>
              <a:off x="2266998" y="1989354"/>
              <a:ext cx="889374" cy="317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Recap / Agenda</a:t>
              </a:r>
              <a:endPara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CBA082B8-3853-9DD2-4491-5E22D2CAB87F}"/>
              </a:ext>
            </a:extLst>
          </p:cNvPr>
          <p:cNvGrpSpPr/>
          <p:nvPr/>
        </p:nvGrpSpPr>
        <p:grpSpPr>
          <a:xfrm>
            <a:off x="5575704" y="2581238"/>
            <a:ext cx="754489" cy="404439"/>
            <a:chOff x="2266998" y="1940928"/>
            <a:chExt cx="889374" cy="417209"/>
          </a:xfrm>
        </p:grpSpPr>
        <p:sp>
          <p:nvSpPr>
            <p:cNvPr id="346" name="Rectangle: Rounded Corners 345">
              <a:extLst>
                <a:ext uri="{FF2B5EF4-FFF2-40B4-BE49-F238E27FC236}">
                  <a16:creationId xmlns:a16="http://schemas.microsoft.com/office/drawing/2014/main" id="{12E186E1-465F-11CB-F591-27A30B3F340A}"/>
                </a:ext>
              </a:extLst>
            </p:cNvPr>
            <p:cNvSpPr/>
            <p:nvPr/>
          </p:nvSpPr>
          <p:spPr>
            <a:xfrm>
              <a:off x="2349574" y="1940928"/>
              <a:ext cx="659063" cy="417209"/>
            </a:xfrm>
            <a:prstGeom prst="roundRect">
              <a:avLst>
                <a:gd name="adj" fmla="val 21742"/>
              </a:avLst>
            </a:prstGeom>
            <a:solidFill>
              <a:schemeClr val="bg2">
                <a:lumMod val="10000"/>
              </a:schemeClr>
            </a:solidFill>
            <a:ln w="9525" cap="sq" cmpd="sng">
              <a:solidFill>
                <a:srgbClr val="A9A5A5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ndara" panose="020E0502030303020204" pitchFamily="34" charset="0"/>
              </a:endParaRPr>
            </a:p>
          </p:txBody>
        </p:sp>
        <p:sp>
          <p:nvSpPr>
            <p:cNvPr id="347" name="TextBox 346">
              <a:extLst>
                <a:ext uri="{FF2B5EF4-FFF2-40B4-BE49-F238E27FC236}">
                  <a16:creationId xmlns:a16="http://schemas.microsoft.com/office/drawing/2014/main" id="{43ABF192-5EA7-D922-99CF-FFE2E60E8DEA}"/>
                </a:ext>
              </a:extLst>
            </p:cNvPr>
            <p:cNvSpPr txBox="1"/>
            <p:nvPr/>
          </p:nvSpPr>
          <p:spPr>
            <a:xfrm>
              <a:off x="2266998" y="1989354"/>
              <a:ext cx="889374" cy="317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Case Study</a:t>
              </a:r>
              <a:endPara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DF217D9F-5629-F24E-2319-3977B77CEB32}"/>
              </a:ext>
            </a:extLst>
          </p:cNvPr>
          <p:cNvGrpSpPr/>
          <p:nvPr/>
        </p:nvGrpSpPr>
        <p:grpSpPr>
          <a:xfrm>
            <a:off x="6960067" y="2588914"/>
            <a:ext cx="1899132" cy="400084"/>
            <a:chOff x="2345509" y="1939481"/>
            <a:chExt cx="1214661" cy="400084"/>
          </a:xfrm>
        </p:grpSpPr>
        <p:sp>
          <p:nvSpPr>
            <p:cNvPr id="349" name="Rectangle: Rounded Corners 348">
              <a:extLst>
                <a:ext uri="{FF2B5EF4-FFF2-40B4-BE49-F238E27FC236}">
                  <a16:creationId xmlns:a16="http://schemas.microsoft.com/office/drawing/2014/main" id="{334B55DB-7135-0978-300A-25E064689DD6}"/>
                </a:ext>
              </a:extLst>
            </p:cNvPr>
            <p:cNvSpPr/>
            <p:nvPr/>
          </p:nvSpPr>
          <p:spPr>
            <a:xfrm>
              <a:off x="2345509" y="1939481"/>
              <a:ext cx="1186980" cy="400084"/>
            </a:xfrm>
            <a:prstGeom prst="roundRect">
              <a:avLst>
                <a:gd name="adj" fmla="val 23076"/>
              </a:avLst>
            </a:prstGeom>
            <a:solidFill>
              <a:srgbClr val="17142E"/>
            </a:solidFill>
            <a:ln w="6350" cap="sq" cmpd="sng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ndara" panose="020E0502030303020204" pitchFamily="34" charset="0"/>
              </a:endParaRPr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C605E914-1810-158A-CAE7-434B3877AC13}"/>
                </a:ext>
              </a:extLst>
            </p:cNvPr>
            <p:cNvSpPr txBox="1"/>
            <p:nvPr/>
          </p:nvSpPr>
          <p:spPr>
            <a:xfrm>
              <a:off x="2351550" y="2043696"/>
              <a:ext cx="120862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Group Projects</a:t>
              </a:r>
              <a:endPara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352" name="TextBox 351">
            <a:extLst>
              <a:ext uri="{FF2B5EF4-FFF2-40B4-BE49-F238E27FC236}">
                <a16:creationId xmlns:a16="http://schemas.microsoft.com/office/drawing/2014/main" id="{18F06D88-CB0B-2705-EB5A-28B1A4FE9039}"/>
              </a:ext>
            </a:extLst>
          </p:cNvPr>
          <p:cNvSpPr txBox="1"/>
          <p:nvPr/>
        </p:nvSpPr>
        <p:spPr>
          <a:xfrm>
            <a:off x="2586520" y="1006711"/>
            <a:ext cx="71612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HUMAN INTELLIGENCE (HUMINT)</a:t>
            </a:r>
          </a:p>
        </p:txBody>
      </p:sp>
      <p:sp>
        <p:nvSpPr>
          <p:cNvPr id="353" name="Rectangle: Rounded Corners 352">
            <a:extLst>
              <a:ext uri="{FF2B5EF4-FFF2-40B4-BE49-F238E27FC236}">
                <a16:creationId xmlns:a16="http://schemas.microsoft.com/office/drawing/2014/main" id="{2910C174-A356-DF80-3949-1E8B5F452207}"/>
              </a:ext>
            </a:extLst>
          </p:cNvPr>
          <p:cNvSpPr/>
          <p:nvPr/>
        </p:nvSpPr>
        <p:spPr>
          <a:xfrm>
            <a:off x="3757035" y="5326272"/>
            <a:ext cx="60947" cy="126997"/>
          </a:xfrm>
          <a:prstGeom prst="roundRect">
            <a:avLst>
              <a:gd name="adj" fmla="val 26077"/>
            </a:avLst>
          </a:prstGeom>
          <a:solidFill>
            <a:srgbClr val="D05400"/>
          </a:solidFill>
          <a:ln w="6350" cap="sq" cmpd="dbl">
            <a:solidFill>
              <a:srgbClr val="DC5F0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79B8FC74-E0A7-FFF3-C98F-3421A48DE62D}"/>
              </a:ext>
            </a:extLst>
          </p:cNvPr>
          <p:cNvSpPr txBox="1"/>
          <p:nvPr/>
        </p:nvSpPr>
        <p:spPr>
          <a:xfrm>
            <a:off x="3342250" y="5493854"/>
            <a:ext cx="162849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" spc="2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OFF</a:t>
            </a:r>
            <a:r>
              <a:rPr lang="en-GB" sz="5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Details ON</a:t>
            </a:r>
            <a:endParaRPr lang="en-GB" sz="500" spc="200" dirty="0">
              <a:solidFill>
                <a:srgbClr val="FF6600"/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55" name="Rectangle: Rounded Corners 354">
            <a:extLst>
              <a:ext uri="{FF2B5EF4-FFF2-40B4-BE49-F238E27FC236}">
                <a16:creationId xmlns:a16="http://schemas.microsoft.com/office/drawing/2014/main" id="{5B3EA3D6-ED0F-854E-1DC0-E91DE3AECF8D}"/>
              </a:ext>
            </a:extLst>
          </p:cNvPr>
          <p:cNvSpPr/>
          <p:nvPr/>
        </p:nvSpPr>
        <p:spPr>
          <a:xfrm>
            <a:off x="267583" y="1409442"/>
            <a:ext cx="2696568" cy="3789605"/>
          </a:xfrm>
          <a:prstGeom prst="roundRect">
            <a:avLst>
              <a:gd name="adj" fmla="val 9526"/>
            </a:avLst>
          </a:prstGeom>
          <a:noFill/>
          <a:ln w="12700"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  <a:effectLst>
            <a:glow rad="381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56672F52-40CA-D64F-DA47-DA1C71EAF023}"/>
              </a:ext>
            </a:extLst>
          </p:cNvPr>
          <p:cNvCxnSpPr>
            <a:cxnSpLocks/>
          </p:cNvCxnSpPr>
          <p:nvPr/>
        </p:nvCxnSpPr>
        <p:spPr>
          <a:xfrm>
            <a:off x="388329" y="1725606"/>
            <a:ext cx="2375419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2">
                    <a:lumMod val="95000"/>
                    <a:lumOff val="5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TextBox 374">
            <a:extLst>
              <a:ext uri="{FF2B5EF4-FFF2-40B4-BE49-F238E27FC236}">
                <a16:creationId xmlns:a16="http://schemas.microsoft.com/office/drawing/2014/main" id="{0703BA90-BA9D-D57D-F0A1-A99BFAEDD75D}"/>
              </a:ext>
            </a:extLst>
          </p:cNvPr>
          <p:cNvSpPr txBox="1"/>
          <p:nvPr/>
        </p:nvSpPr>
        <p:spPr>
          <a:xfrm>
            <a:off x="410166" y="1753610"/>
            <a:ext cx="2612809" cy="65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 TITLE:  	LO:</a:t>
            </a:r>
            <a:r>
              <a:rPr lang="en-GB" sz="800" spc="2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1</a:t>
            </a:r>
          </a:p>
          <a:p>
            <a:pPr>
              <a:lnSpc>
                <a:spcPct val="150000"/>
              </a:lnSpc>
            </a:pPr>
            <a:r>
              <a:rPr lang="en-GB" sz="900" spc="2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Emerging Trends</a:t>
            </a:r>
          </a:p>
          <a:p>
            <a:pPr>
              <a:lnSpc>
                <a:spcPct val="150000"/>
              </a:lnSpc>
            </a:pPr>
            <a:endParaRPr lang="en-GB" sz="800" spc="200" dirty="0">
              <a:solidFill>
                <a:srgbClr val="00FF00"/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D7BCF57-A745-E4A2-5680-474FC23D31B9}"/>
              </a:ext>
            </a:extLst>
          </p:cNvPr>
          <p:cNvSpPr/>
          <p:nvPr/>
        </p:nvSpPr>
        <p:spPr>
          <a:xfrm>
            <a:off x="340721" y="2290746"/>
            <a:ext cx="2541155" cy="2405356"/>
          </a:xfrm>
          <a:prstGeom prst="roundRect">
            <a:avLst>
              <a:gd name="adj" fmla="val 8367"/>
            </a:avLst>
          </a:prstGeom>
          <a:noFill/>
          <a:ln w="3175" cap="sq" cmpd="sng">
            <a:solidFill>
              <a:schemeClr val="bg1">
                <a:lumMod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ndara" panose="020E05020303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BB4724-E428-D63C-F640-1C46DE01CED5}"/>
              </a:ext>
            </a:extLst>
          </p:cNvPr>
          <p:cNvSpPr txBox="1"/>
          <p:nvPr/>
        </p:nvSpPr>
        <p:spPr>
          <a:xfrm>
            <a:off x="398456" y="2984102"/>
            <a:ext cx="2279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TOPIC +</a:t>
            </a:r>
          </a:p>
          <a:p>
            <a:r>
              <a:rPr lang="en-GB" sz="7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1.2: Organisational Requirements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97B3A9-5425-5208-CA3F-E570A913FBF5}"/>
              </a:ext>
            </a:extLst>
          </p:cNvPr>
          <p:cNvSpPr txBox="1"/>
          <p:nvPr/>
        </p:nvSpPr>
        <p:spPr>
          <a:xfrm>
            <a:off x="444950" y="4918281"/>
            <a:ext cx="25411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 No: </a:t>
            </a:r>
            <a:r>
              <a:rPr lang="en-GB" sz="700" spc="200" dirty="0">
                <a:solidFill>
                  <a:srgbClr val="00FF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11     </a:t>
            </a:r>
            <a:r>
              <a:rPr lang="en-GB" sz="7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</a:t>
            </a:r>
            <a:r>
              <a:rPr lang="en-GB" sz="700" spc="200" dirty="0">
                <a:solidFill>
                  <a:srgbClr val="00FF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: 60 </a:t>
            </a:r>
            <a:r>
              <a:rPr lang="en-GB" sz="7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MINS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FB25645-A185-BA5D-82A2-148D497C96F2}"/>
              </a:ext>
            </a:extLst>
          </p:cNvPr>
          <p:cNvCxnSpPr>
            <a:cxnSpLocks/>
          </p:cNvCxnSpPr>
          <p:nvPr/>
        </p:nvCxnSpPr>
        <p:spPr>
          <a:xfrm>
            <a:off x="3823575" y="5380283"/>
            <a:ext cx="69365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468F9EA-332C-9072-B2AC-E45FA3830894}"/>
              </a:ext>
            </a:extLst>
          </p:cNvPr>
          <p:cNvSpPr/>
          <p:nvPr/>
        </p:nvSpPr>
        <p:spPr>
          <a:xfrm>
            <a:off x="450218" y="2403968"/>
            <a:ext cx="2313530" cy="294088"/>
          </a:xfrm>
          <a:prstGeom prst="roundRect">
            <a:avLst>
              <a:gd name="adj" fmla="val 27661"/>
            </a:avLst>
          </a:prstGeom>
          <a:solidFill>
            <a:schemeClr val="bg2">
              <a:lumMod val="10000"/>
            </a:schemeClr>
          </a:solidFill>
          <a:ln w="3175" cap="sq" cmpd="sng">
            <a:solidFill>
              <a:schemeClr val="bg2">
                <a:lumMod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ndara" panose="020E0502030303020204" pitchFamily="34" charset="0"/>
            </a:endParaRP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FAE5E699-DF15-DD2F-49DC-8209396F45FC}"/>
              </a:ext>
            </a:extLst>
          </p:cNvPr>
          <p:cNvSpPr txBox="1"/>
          <p:nvPr/>
        </p:nvSpPr>
        <p:spPr>
          <a:xfrm>
            <a:off x="424610" y="2407280"/>
            <a:ext cx="2253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spc="200" dirty="0">
                <a:solidFill>
                  <a:schemeClr val="bg2">
                    <a:lumMod val="2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TOPIC +</a:t>
            </a:r>
          </a:p>
          <a:p>
            <a:r>
              <a:rPr lang="en-GB" sz="700" spc="200" dirty="0">
                <a:solidFill>
                  <a:schemeClr val="bg2">
                    <a:lumMod val="2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1.1: Fundamental Principles 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DC6207E3-68AE-FF71-3CCE-E5E82B9C78E0}"/>
              </a:ext>
            </a:extLst>
          </p:cNvPr>
          <p:cNvSpPr/>
          <p:nvPr/>
        </p:nvSpPr>
        <p:spPr>
          <a:xfrm>
            <a:off x="575435" y="5279231"/>
            <a:ext cx="113167" cy="92819"/>
          </a:xfrm>
          <a:prstGeom prst="roundRect">
            <a:avLst>
              <a:gd name="adj" fmla="val 11467"/>
            </a:avLst>
          </a:prstGeom>
          <a:solidFill>
            <a:schemeClr val="bg2">
              <a:lumMod val="10000"/>
            </a:schemeClr>
          </a:solidFill>
          <a:ln w="3175" cap="sq" cmpd="sng">
            <a:solidFill>
              <a:srgbClr val="A9A5A5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D71977B-05B9-3107-167D-BEBE5DC3CEA9}"/>
              </a:ext>
            </a:extLst>
          </p:cNvPr>
          <p:cNvSpPr/>
          <p:nvPr/>
        </p:nvSpPr>
        <p:spPr>
          <a:xfrm>
            <a:off x="575435" y="5427132"/>
            <a:ext cx="113167" cy="92819"/>
          </a:xfrm>
          <a:prstGeom prst="roundRect">
            <a:avLst>
              <a:gd name="adj" fmla="val 11467"/>
            </a:avLst>
          </a:prstGeom>
          <a:solidFill>
            <a:srgbClr val="005C2A"/>
          </a:solidFill>
          <a:ln w="3175" cap="sq" cmpd="sng">
            <a:solidFill>
              <a:schemeClr val="bg1">
                <a:lumMod val="9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9F69C324-C382-4289-75BA-5467E00338D1}"/>
              </a:ext>
            </a:extLst>
          </p:cNvPr>
          <p:cNvSpPr/>
          <p:nvPr/>
        </p:nvSpPr>
        <p:spPr>
          <a:xfrm>
            <a:off x="575434" y="5576769"/>
            <a:ext cx="113167" cy="92819"/>
          </a:xfrm>
          <a:prstGeom prst="roundRect">
            <a:avLst>
              <a:gd name="adj" fmla="val 11467"/>
            </a:avLst>
          </a:prstGeom>
          <a:solidFill>
            <a:srgbClr val="17142E"/>
          </a:solidFill>
          <a:ln w="3175" cap="sq" cmpd="dbl">
            <a:solidFill>
              <a:schemeClr val="bg1">
                <a:lumMod val="9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2903B91-9FD0-6CB5-29B0-E3993BEBAE10}"/>
              </a:ext>
            </a:extLst>
          </p:cNvPr>
          <p:cNvSpPr txBox="1"/>
          <p:nvPr/>
        </p:nvSpPr>
        <p:spPr>
          <a:xfrm>
            <a:off x="727930" y="5400339"/>
            <a:ext cx="105324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Group Discussion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2EBBA9-2914-ECEE-2132-301588F8AE08}"/>
              </a:ext>
            </a:extLst>
          </p:cNvPr>
          <p:cNvSpPr txBox="1"/>
          <p:nvPr/>
        </p:nvSpPr>
        <p:spPr>
          <a:xfrm>
            <a:off x="727933" y="5552739"/>
            <a:ext cx="93416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Group Project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6CE25FBC-2A67-244E-506F-B6F9EB23B6AF}"/>
              </a:ext>
            </a:extLst>
          </p:cNvPr>
          <p:cNvSpPr/>
          <p:nvPr/>
        </p:nvSpPr>
        <p:spPr>
          <a:xfrm>
            <a:off x="1889714" y="5279230"/>
            <a:ext cx="113167" cy="92819"/>
          </a:xfrm>
          <a:prstGeom prst="roundRect">
            <a:avLst>
              <a:gd name="adj" fmla="val 11467"/>
            </a:avLst>
          </a:prstGeom>
          <a:solidFill>
            <a:schemeClr val="accent4">
              <a:lumMod val="75000"/>
            </a:schemeClr>
          </a:solidFill>
          <a:ln w="3175" cap="sq" cmpd="dbl">
            <a:solidFill>
              <a:schemeClr val="bg1">
                <a:lumMod val="9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52F12650-2F04-C84C-4C93-780FFC81D9F2}"/>
              </a:ext>
            </a:extLst>
          </p:cNvPr>
          <p:cNvSpPr/>
          <p:nvPr/>
        </p:nvSpPr>
        <p:spPr>
          <a:xfrm>
            <a:off x="1880187" y="5431630"/>
            <a:ext cx="113167" cy="92819"/>
          </a:xfrm>
          <a:prstGeom prst="roundRect">
            <a:avLst>
              <a:gd name="adj" fmla="val 11467"/>
            </a:avLst>
          </a:prstGeom>
          <a:solidFill>
            <a:srgbClr val="C00000"/>
          </a:solidFill>
          <a:ln w="3175" cap="sq" cmpd="dbl">
            <a:solidFill>
              <a:schemeClr val="bg1">
                <a:lumMod val="9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303C74B0-9190-6E97-4F2D-E2F20E89A861}"/>
              </a:ext>
            </a:extLst>
          </p:cNvPr>
          <p:cNvSpPr/>
          <p:nvPr/>
        </p:nvSpPr>
        <p:spPr>
          <a:xfrm>
            <a:off x="1880187" y="5584030"/>
            <a:ext cx="113167" cy="92819"/>
          </a:xfrm>
          <a:prstGeom prst="roundRect">
            <a:avLst>
              <a:gd name="adj" fmla="val 11467"/>
            </a:avLst>
          </a:prstGeom>
          <a:solidFill>
            <a:srgbClr val="FF6600"/>
          </a:solidFill>
          <a:ln w="3175" cap="sq" cmpd="dbl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ndara" panose="020E0502030303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DF5753D-3EE3-8A8D-6857-BBD32989274E}"/>
              </a:ext>
            </a:extLst>
          </p:cNvPr>
          <p:cNvSpPr txBox="1"/>
          <p:nvPr/>
        </p:nvSpPr>
        <p:spPr>
          <a:xfrm>
            <a:off x="727938" y="5247939"/>
            <a:ext cx="93416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Instructor Led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F42976D-2B64-01BF-D9F8-A12873AA1242}"/>
              </a:ext>
            </a:extLst>
          </p:cNvPr>
          <p:cNvSpPr txBox="1"/>
          <p:nvPr/>
        </p:nvSpPr>
        <p:spPr>
          <a:xfrm>
            <a:off x="1995334" y="5247938"/>
            <a:ext cx="93416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Admin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385602F-5E74-0936-C370-A6A2229F7789}"/>
              </a:ext>
            </a:extLst>
          </p:cNvPr>
          <p:cNvSpPr txBox="1"/>
          <p:nvPr/>
        </p:nvSpPr>
        <p:spPr>
          <a:xfrm>
            <a:off x="1995324" y="5400338"/>
            <a:ext cx="93416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Assessment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D76C5D1-D2E1-0BA1-D60E-AB687A261DE4}"/>
              </a:ext>
            </a:extLst>
          </p:cNvPr>
          <p:cNvSpPr txBox="1"/>
          <p:nvPr/>
        </p:nvSpPr>
        <p:spPr>
          <a:xfrm>
            <a:off x="1995320" y="5552738"/>
            <a:ext cx="93416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Break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B0D11149-9914-D3F2-6E20-CFC2D1E2C40D}"/>
              </a:ext>
            </a:extLst>
          </p:cNvPr>
          <p:cNvSpPr/>
          <p:nvPr/>
        </p:nvSpPr>
        <p:spPr>
          <a:xfrm>
            <a:off x="3821205" y="3189655"/>
            <a:ext cx="1184677" cy="406985"/>
          </a:xfrm>
          <a:prstGeom prst="roundRect">
            <a:avLst>
              <a:gd name="adj" fmla="val 21854"/>
            </a:avLst>
          </a:prstGeom>
          <a:solidFill>
            <a:schemeClr val="bg2">
              <a:lumMod val="10000"/>
            </a:schemeClr>
          </a:solidFill>
          <a:ln w="9525" cap="sq" cmpd="sng">
            <a:solidFill>
              <a:srgbClr val="66FF33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ndara" panose="020E0502030303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385B2E4-F221-A0A3-8255-9544E305CE9D}"/>
              </a:ext>
            </a:extLst>
          </p:cNvPr>
          <p:cNvSpPr txBox="1"/>
          <p:nvPr/>
        </p:nvSpPr>
        <p:spPr>
          <a:xfrm>
            <a:off x="3765866" y="3297653"/>
            <a:ext cx="129535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00" spc="2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Emerging Trends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3A1178F-88B1-4165-F714-9FEC0F01823B}"/>
              </a:ext>
            </a:extLst>
          </p:cNvPr>
          <p:cNvCxnSpPr/>
          <p:nvPr/>
        </p:nvCxnSpPr>
        <p:spPr>
          <a:xfrm>
            <a:off x="833438" y="5400338"/>
            <a:ext cx="692943" cy="0"/>
          </a:xfrm>
          <a:prstGeom prst="line">
            <a:avLst/>
          </a:prstGeom>
          <a:ln>
            <a:solidFill>
              <a:srgbClr val="66FF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2608F16-3D58-CCDF-CCCC-C4E4ABC2655E}"/>
              </a:ext>
            </a:extLst>
          </p:cNvPr>
          <p:cNvGrpSpPr/>
          <p:nvPr/>
        </p:nvGrpSpPr>
        <p:grpSpPr>
          <a:xfrm>
            <a:off x="8820191" y="1938568"/>
            <a:ext cx="790133" cy="406387"/>
            <a:chOff x="7155950" y="3158834"/>
            <a:chExt cx="790133" cy="406387"/>
          </a:xfrm>
        </p:grpSpPr>
        <p:sp>
          <p:nvSpPr>
            <p:cNvPr id="145" name="Rectangle: Rounded Corners 144">
              <a:extLst>
                <a:ext uri="{FF2B5EF4-FFF2-40B4-BE49-F238E27FC236}">
                  <a16:creationId xmlns:a16="http://schemas.microsoft.com/office/drawing/2014/main" id="{70D2D8E7-6D0C-33F9-58E6-5061C3F422F3}"/>
                </a:ext>
              </a:extLst>
            </p:cNvPr>
            <p:cNvSpPr/>
            <p:nvPr/>
          </p:nvSpPr>
          <p:spPr>
            <a:xfrm>
              <a:off x="7210407" y="3183059"/>
              <a:ext cx="681220" cy="382162"/>
            </a:xfrm>
            <a:prstGeom prst="roundRect">
              <a:avLst>
                <a:gd name="adj" fmla="val 25712"/>
              </a:avLst>
            </a:prstGeom>
            <a:solidFill>
              <a:srgbClr val="5C2500"/>
            </a:solidFill>
            <a:ln w="6350" cap="sq" cmpd="dbl">
              <a:solidFill>
                <a:srgbClr val="DC5F0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solidFill>
                  <a:schemeClr val="tx2">
                    <a:lumMod val="75000"/>
                  </a:schemeClr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85756F49-E27A-563B-5688-52128F5D31FC}"/>
                </a:ext>
              </a:extLst>
            </p:cNvPr>
            <p:cNvSpPr txBox="1"/>
            <p:nvPr/>
          </p:nvSpPr>
          <p:spPr>
            <a:xfrm>
              <a:off x="7155950" y="3158834"/>
              <a:ext cx="79013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12:00-12:30</a:t>
              </a:r>
            </a:p>
            <a:p>
              <a:pPr algn="ctr"/>
              <a:endParaRPr lang="en-GB" sz="5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0D320595-7D34-4EA4-B1CA-B1F5290E3BA5}"/>
              </a:ext>
            </a:extLst>
          </p:cNvPr>
          <p:cNvSpPr txBox="1"/>
          <p:nvPr/>
        </p:nvSpPr>
        <p:spPr>
          <a:xfrm>
            <a:off x="8880811" y="2084171"/>
            <a:ext cx="6688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00" spc="200" dirty="0">
                <a:solidFill>
                  <a:schemeClr val="bg2">
                    <a:lumMod val="7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Break</a:t>
            </a:r>
            <a:endParaRPr lang="en-GB" sz="500" spc="200" dirty="0">
              <a:solidFill>
                <a:schemeClr val="bg2">
                  <a:lumMod val="7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211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233</Words>
  <Application>Microsoft Office PowerPoint</Application>
  <PresentationFormat>Widescreen</PresentationFormat>
  <Paragraphs>84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Candara</vt:lpstr>
      <vt:lpstr>Cascadia Code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Dodds</dc:creator>
  <cp:lastModifiedBy>Matthew Dodds</cp:lastModifiedBy>
  <cp:revision>1</cp:revision>
  <dcterms:created xsi:type="dcterms:W3CDTF">2025-12-19T23:08:16Z</dcterms:created>
  <dcterms:modified xsi:type="dcterms:W3CDTF">2025-12-19T23:15:07Z</dcterms:modified>
</cp:coreProperties>
</file>